
<file path=[Content_Types].xml><?xml version="1.0" encoding="utf-8"?>
<Types xmlns="http://schemas.openxmlformats.org/package/2006/content-types">
  <Default Extension="xml" ContentType="application/vnd.openxmlformats-package.core-properties+xml"/>
  <Default Extension="png" ContentType="image/png"/>
  <Default Extension="jpeg" ContentType="image/jpe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357e785fa1eb4598" /><Relationship Type="http://schemas.openxmlformats.org/officeDocument/2006/relationships/extended-properties" Target="/docProps/app.xml" Id="Rceb2c6fa65f24a42" /><Relationship Type="http://schemas.openxmlformats.org/officeDocument/2006/relationships/officeDocument" Target="/ppt/presentation.xml" Id="R9fb6a63c8f934ee5" /></Relationships>
</file>

<file path=ppt/presentation.xml><?xml version="1.0" encoding="utf-8"?>
<p:presentation xmlns:p="http://schemas.openxmlformats.org/presentationml/2006/main">
  <p:sldMasterIdLst>
    <p:sldMasterId xmlns:r="http://schemas.openxmlformats.org/officeDocument/2006/relationships" id="2147483648" r:id="Rb554630cf22c412e"/>
  </p:sldMasterIdLst>
  <p:notesMasterIdLst>
    <p:notesMasterId xmlns:r="http://schemas.openxmlformats.org/officeDocument/2006/relationships" r:id="R06e6a56ad0cb47de"/>
  </p:notesMasterIdLst>
  <p:sldIdLst>
    <p:sldId xmlns:r="http://schemas.openxmlformats.org/officeDocument/2006/relationships" id="256" r:id="Rfed9653d65774829"/>
    <p:sldId xmlns:r="http://schemas.openxmlformats.org/officeDocument/2006/relationships" id="257" r:id="R812f655f37614430"/>
    <p:sldId xmlns:r="http://schemas.openxmlformats.org/officeDocument/2006/relationships" id="258" r:id="R4cd071ac4fed4d2f"/>
    <p:sldId xmlns:r="http://schemas.openxmlformats.org/officeDocument/2006/relationships" id="259" r:id="Rc3c58de3bb7648db"/>
    <p:sldId xmlns:r="http://schemas.openxmlformats.org/officeDocument/2006/relationships" id="260" r:id="R34f59322809f4932"/>
    <p:sldId xmlns:r="http://schemas.openxmlformats.org/officeDocument/2006/relationships" id="261" r:id="R9d805864d2294d62"/>
    <p:sldId xmlns:r="http://schemas.openxmlformats.org/officeDocument/2006/relationships" id="262" r:id="R2535a502f4fb498b"/>
    <p:sldId xmlns:r="http://schemas.openxmlformats.org/officeDocument/2006/relationships" id="263" r:id="Rdebf741a9b8a49d3"/>
    <p:sldId xmlns:r="http://schemas.openxmlformats.org/officeDocument/2006/relationships" id="264" r:id="R64d257bc72a4446d"/>
    <p:sldId xmlns:r="http://schemas.openxmlformats.org/officeDocument/2006/relationships" id="265" r:id="R593a95df98b84ad8"/>
    <p:sldId xmlns:r="http://schemas.openxmlformats.org/officeDocument/2006/relationships" id="266" r:id="Rc4ea42d8a412444b"/>
    <p:sldId xmlns:r="http://schemas.openxmlformats.org/officeDocument/2006/relationships" id="267" r:id="Ra37ddb09e9174380"/>
    <p:sldId xmlns:r="http://schemas.openxmlformats.org/officeDocument/2006/relationships" id="268" r:id="R41f72bc23d024ff8"/>
  </p:sldIdLst>
  <p:sldSz cx="12192000" cy="6858000"/>
  <p:notesSz cx="6858000" cy="9144000"/>
  <p:defaultTextStyle>
    <a:defPPr xmlns:a="http://schemas.openxmlformats.org/drawingml/2006/main">
      <a:buNone/>
    </a:defPPr>
    <a:lvl1pPr xmlns:a="http://schemas.openxmlformats.org/drawingml/2006/main" marL="0" algn="l" defTabSz="914400">
      <a:buNone/>
      <a:defRPr sz="1800" kern="1200">
        <a:solidFill>
          <a:schemeClr val="tx1"/>
        </a:solidFill>
        <a:latin typeface="+mn-lt"/>
        <a:ea typeface="+mn-lt"/>
        <a:cs typeface="+mn-lt"/>
      </a:defRPr>
    </a:lvl1pPr>
    <a:lvl2pPr xmlns:a="http://schemas.openxmlformats.org/drawingml/2006/main" marL="457200" algn="l" defTabSz="914400">
      <a:buNone/>
      <a:defRPr sz="1800" kern="1200">
        <a:solidFill>
          <a:schemeClr val="tx1"/>
        </a:solidFill>
        <a:latin typeface="+mn-lt"/>
        <a:ea typeface="+mn-lt"/>
        <a:cs typeface="+mn-lt"/>
      </a:defRPr>
    </a:lvl2pPr>
    <a:lvl3pPr xmlns:a="http://schemas.openxmlformats.org/drawingml/2006/main" marL="914400" algn="l" defTabSz="914400">
      <a:buNone/>
      <a:defRPr sz="1800" kern="1200">
        <a:solidFill>
          <a:schemeClr val="tx1"/>
        </a:solidFill>
        <a:latin typeface="+mn-lt"/>
        <a:ea typeface="+mn-lt"/>
        <a:cs typeface="+mn-lt"/>
      </a:defRPr>
    </a:lvl3pPr>
    <a:lvl4pPr xmlns:a="http://schemas.openxmlformats.org/drawingml/2006/main" marL="1371600" algn="l" defTabSz="914400">
      <a:buNone/>
      <a:defRPr sz="1800" kern="1200">
        <a:solidFill>
          <a:schemeClr val="tx1"/>
        </a:solidFill>
        <a:latin typeface="+mn-lt"/>
        <a:ea typeface="+mn-lt"/>
        <a:cs typeface="+mn-lt"/>
      </a:defRPr>
    </a:lvl4pPr>
    <a:lvl5pPr xmlns:a="http://schemas.openxmlformats.org/drawingml/2006/main" marL="1828800" algn="l" defTabSz="914400">
      <a:buNone/>
      <a:defRPr sz="1800" kern="1200">
        <a:solidFill>
          <a:schemeClr val="tx1"/>
        </a:solidFill>
        <a:latin typeface="+mn-lt"/>
        <a:ea typeface="+mn-lt"/>
        <a:cs typeface="+mn-lt"/>
      </a:defRPr>
    </a:lvl5pPr>
    <a:lvl6pPr xmlns:a="http://schemas.openxmlformats.org/drawingml/2006/main" marL="2286000" algn="l" defTabSz="914400">
      <a:buNone/>
      <a:defRPr sz="1800" kern="1200">
        <a:solidFill>
          <a:schemeClr val="tx1"/>
        </a:solidFill>
        <a:latin typeface="+mn-lt"/>
        <a:ea typeface="+mn-lt"/>
        <a:cs typeface="+mn-lt"/>
      </a:defRPr>
    </a:lvl6pPr>
    <a:lvl7pPr xmlns:a="http://schemas.openxmlformats.org/drawingml/2006/main" marL="2743200" algn="l" defTabSz="914400">
      <a:buNone/>
      <a:defRPr sz="1800" kern="1200">
        <a:solidFill>
          <a:schemeClr val="tx1"/>
        </a:solidFill>
        <a:latin typeface="+mn-lt"/>
        <a:ea typeface="+mn-lt"/>
        <a:cs typeface="+mn-lt"/>
      </a:defRPr>
    </a:lvl7pPr>
    <a:lvl8pPr xmlns:a="http://schemas.openxmlformats.org/drawingml/2006/main" marL="3200400" algn="l" defTabSz="914400">
      <a:buNone/>
      <a:defRPr sz="1800" kern="1200">
        <a:solidFill>
          <a:schemeClr val="tx1"/>
        </a:solidFill>
        <a:latin typeface="+mn-lt"/>
        <a:ea typeface="+mn-lt"/>
        <a:cs typeface="+mn-lt"/>
      </a:defRPr>
    </a:lvl8pPr>
    <a:lvl9pPr xmlns:a="http://schemas.openxmlformats.org/drawingml/2006/main" marL="3657600" algn="l" defTabSz="914400">
      <a:buNone/>
      <a:defRPr sz="1800" kern="1200">
        <a:solidFill>
          <a:schemeClr val="tx1"/>
        </a:solidFill>
        <a:latin typeface="+mn-lt"/>
        <a:ea typeface="+mn-lt"/>
        <a:cs typeface="+mn-lt"/>
      </a:defRPr>
    </a:lvl9pPr>
  </p:defaultTextStyle>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p="http://schemas.openxmlformats.org/presentationml/2006/main">
  <p:slideViewPr>
    <p:cSldViewPr snapToGrid="0">
      <p:cViewPr>
        <p:scale>
          <a:sx xmlns:a="http://schemas.openxmlformats.org/drawingml/2006/main" n="1" d="1"/>
          <a:sy xmlns:a="http://schemas.openxmlformats.org/drawingml/2006/main" n="1" d="1"/>
        </p:scale>
        <p:origin x="0" y="0"/>
      </p:cViewPr>
      <p:guideLst/>
    </p:cSldViewPr>
  </p:slideViewPr>
  <p:gridSpacing cx="76200" cy="76200"/>
</p:viewPr>
</file>

<file path=ppt/_rels/presentation.xml.rels>&#65279;<?xml version="1.0" encoding="utf-8"?><Relationships xmlns="http://schemas.openxmlformats.org/package/2006/relationships"><Relationship Type="http://schemas.openxmlformats.org/officeDocument/2006/relationships/theme" Target="/ppt/theme/theme1.xml" Id="Re3cca51468b940a5" /><Relationship Type="http://schemas.openxmlformats.org/officeDocument/2006/relationships/slideMaster" Target="/ppt/slideMasters/slideMaster1.xml" Id="Rb554630cf22c412e" /><Relationship Type="http://schemas.openxmlformats.org/officeDocument/2006/relationships/notesMaster" Target="/ppt/notesMasters/notesMaster1.xml" Id="R06e6a56ad0cb47de" /><Relationship Type="http://schemas.openxmlformats.org/officeDocument/2006/relationships/presProps" Target="/ppt/presProps.xml" Id="Re68a56e268914d39" /><Relationship Type="http://schemas.openxmlformats.org/officeDocument/2006/relationships/viewProps" Target="/ppt/viewProps.xml" Id="Re11b8bcc7e4f41ba" /><Relationship Type="http://schemas.openxmlformats.org/officeDocument/2006/relationships/tableStyles" Target="/ppt/tableStyles.xml" Id="Re6be150f1c2b4c74" /><Relationship Type="http://schemas.openxmlformats.org/officeDocument/2006/relationships/slide" Target="/ppt/slides/slide1.xml" Id="Rfed9653d65774829" /><Relationship Type="http://schemas.openxmlformats.org/officeDocument/2006/relationships/slide" Target="/ppt/slides/slide2.xml" Id="R812f655f37614430" /><Relationship Type="http://schemas.openxmlformats.org/officeDocument/2006/relationships/slide" Target="/ppt/slides/slide3.xml" Id="R4cd071ac4fed4d2f" /><Relationship Type="http://schemas.openxmlformats.org/officeDocument/2006/relationships/slide" Target="/ppt/slides/slide4.xml" Id="Rc3c58de3bb7648db" /><Relationship Type="http://schemas.openxmlformats.org/officeDocument/2006/relationships/slide" Target="/ppt/slides/slide5.xml" Id="R34f59322809f4932" /><Relationship Type="http://schemas.openxmlformats.org/officeDocument/2006/relationships/slide" Target="/ppt/slides/slide6.xml" Id="R9d805864d2294d62" /><Relationship Type="http://schemas.openxmlformats.org/officeDocument/2006/relationships/slide" Target="/ppt/slides/slide7.xml" Id="R2535a502f4fb498b" /><Relationship Type="http://schemas.openxmlformats.org/officeDocument/2006/relationships/slide" Target="/ppt/slides/slide8.xml" Id="Rdebf741a9b8a49d3" /><Relationship Type="http://schemas.openxmlformats.org/officeDocument/2006/relationships/slide" Target="/ppt/slides/slide9.xml" Id="R64d257bc72a4446d" /><Relationship Type="http://schemas.openxmlformats.org/officeDocument/2006/relationships/slide" Target="/ppt/slides/slide10.xml" Id="R593a95df98b84ad8" /><Relationship Type="http://schemas.openxmlformats.org/officeDocument/2006/relationships/slide" Target="/ppt/slides/slide11.xml" Id="Rc4ea42d8a412444b" /><Relationship Type="http://schemas.openxmlformats.org/officeDocument/2006/relationships/slide" Target="/ppt/slides/slide12.xml" Id="Ra37ddb09e9174380" /><Relationship Type="http://schemas.openxmlformats.org/officeDocument/2006/relationships/slide" Target="/ppt/slides/slide13.xml" Id="R41f72bc23d024ff8"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a18e639e68b24960"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DENSO_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aeb15ccbfadd4db0" /><Relationship Type="http://schemas.openxmlformats.org/officeDocument/2006/relationships/notesMaster" Target="/ppt/notesMasters/notesMaster1.xml" Id="R6ab6cd0fd41e49b4" /></Relationships>
</file>

<file path=ppt/notesSlides/_rels/notesSlide2.xml.rels>&#65279;<?xml version="1.0" encoding="utf-8"?><Relationships xmlns="http://schemas.openxmlformats.org/package/2006/relationships"><Relationship Type="http://schemas.openxmlformats.org/officeDocument/2006/relationships/slide" Target="/ppt/slides/slide2.xml" Id="Rf8a0d1cd69e34c3f" /><Relationship Type="http://schemas.openxmlformats.org/officeDocument/2006/relationships/notesMaster" Target="/ppt/notesMasters/notesMaster1.xml" Id="Ra2fd746f3b724b93" /></Relationships>
</file>

<file path=ppt/notesSlides/_rels/notesSlide3.xml.rels>&#65279;<?xml version="1.0" encoding="utf-8"?><Relationships xmlns="http://schemas.openxmlformats.org/package/2006/relationships"><Relationship Type="http://schemas.openxmlformats.org/officeDocument/2006/relationships/slide" Target="/ppt/slides/slide3.xml" Id="Re0d06352f52b468d" /><Relationship Type="http://schemas.openxmlformats.org/officeDocument/2006/relationships/notesMaster" Target="/ppt/notesMasters/notesMaster1.xml" Id="R48de4ea1ffb644b0" /></Relationships>
</file>

<file path=ppt/notesSlides/_rels/notesSlide4.xml.rels>&#65279;<?xml version="1.0" encoding="utf-8"?><Relationships xmlns="http://schemas.openxmlformats.org/package/2006/relationships"><Relationship Type="http://schemas.openxmlformats.org/officeDocument/2006/relationships/slide" Target="/ppt/slides/slide4.xml" Id="R8bded8b2ea8847b0" /><Relationship Type="http://schemas.openxmlformats.org/officeDocument/2006/relationships/notesMaster" Target="/ppt/notesMasters/notesMaster1.xml" Id="R6794d8c3472b4b4c" /></Relationships>
</file>

<file path=ppt/notesSlides/_rels/notesSlide5.xml.rels>&#65279;<?xml version="1.0" encoding="utf-8"?><Relationships xmlns="http://schemas.openxmlformats.org/package/2006/relationships"><Relationship Type="http://schemas.openxmlformats.org/officeDocument/2006/relationships/slide" Target="/ppt/slides/slide5.xml" Id="R47a6055099134cab" /><Relationship Type="http://schemas.openxmlformats.org/officeDocument/2006/relationships/notesMaster" Target="/ppt/notesMasters/notesMaster1.xml" Id="Rb45a8032a64c4b02" /></Relationships>
</file>

<file path=ppt/notesSlides/_rels/notesSlide6.xml.rels>&#65279;<?xml version="1.0" encoding="utf-8"?><Relationships xmlns="http://schemas.openxmlformats.org/package/2006/relationships"><Relationship Type="http://schemas.openxmlformats.org/officeDocument/2006/relationships/slide" Target="/ppt/slides/slide6.xml" Id="Rb396b5135ca4473d" /><Relationship Type="http://schemas.openxmlformats.org/officeDocument/2006/relationships/notesMaster" Target="/ppt/notesMasters/notesMaster1.xml" Id="Rcdd726f990a343d9" /></Relationships>
</file>

<file path=ppt/notesSlides/_rels/notesSlide7.xml.rels>&#65279;<?xml version="1.0" encoding="utf-8"?><Relationships xmlns="http://schemas.openxmlformats.org/package/2006/relationships"><Relationship Type="http://schemas.openxmlformats.org/officeDocument/2006/relationships/slide" Target="/ppt/slides/slide7.xml" Id="R46a88a3cd25d4925" /><Relationship Type="http://schemas.openxmlformats.org/officeDocument/2006/relationships/notesMaster" Target="/ppt/notesMasters/notesMaster1.xml" Id="Rbac93a78782447db" /></Relationships>
</file>

<file path=ppt/notesSlides/_rels/notesSlide8.xml.rels>&#65279;<?xml version="1.0" encoding="utf-8"?><Relationships xmlns="http://schemas.openxmlformats.org/package/2006/relationships"><Relationship Type="http://schemas.openxmlformats.org/officeDocument/2006/relationships/slide" Target="/ppt/slides/slide8.xml" Id="R2025771ec206430c" /><Relationship Type="http://schemas.openxmlformats.org/officeDocument/2006/relationships/notesMaster" Target="/ppt/notesMasters/notesMaster1.xml" Id="Rb012cc95f48d4d2a" /></Relationships>
</file>

<file path=ppt/notesSlides/_rels/notesSlide9.xml.rels>&#65279;<?xml version="1.0" encoding="utf-8"?><Relationships xmlns="http://schemas.openxmlformats.org/package/2006/relationships"><Relationship Type="http://schemas.openxmlformats.org/officeDocument/2006/relationships/slide" Target="/ppt/slides/slide9.xml" Id="Rbabb933e6d3c4977" /><Relationship Type="http://schemas.openxmlformats.org/officeDocument/2006/relationships/notesMaster" Target="/ppt/notesMasters/notesMaster1.xml" Id="Rf512dde1128d422c"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6bfbed78714547db" /><Relationship Type="http://schemas.openxmlformats.org/officeDocument/2006/relationships/notesMaster" Target="/ppt/notesMasters/notesMaster1.xml" Id="R48981a229412446c"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268eae529b1b4553" /><Relationship Type="http://schemas.openxmlformats.org/officeDocument/2006/relationships/notesMaster" Target="/ppt/notesMasters/notesMaster1.xml" Id="Ra76efd37a5ea4f99"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db8aecce61674c95" /><Relationship Type="http://schemas.openxmlformats.org/officeDocument/2006/relationships/notesMaster" Target="/ppt/notesMasters/notesMaster1.xml" Id="Re80f799dea92447d"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5f8f1c53d77a4afb" /><Relationship Type="http://schemas.openxmlformats.org/officeDocument/2006/relationships/notesMaster" Target="/ppt/notesMasters/notesMaster1.xml" Id="R74bfb257feec4e65"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Định vị: platform hỗ trợ kỹ sư robot learning chọn can thiệp sau lỗi, quản lý dữ liệu có phiên bản và đo kết quả cùng tổng chi phí. Đây là đề xuất, chưa là sản phẩm triển khai tại DENSO. Tên đội do người dùng xác nhận; thành viên và kinh nghiệm bổ sung sau. Bản kỹ thuật 12 slide DENSO-Platform-Visual-Workflow-2026-10-08-v1.pptx được giữ nguyên, làm nguồn bổ sung website. Thiết kế tham chiếu từ deck SENPAI do người dùng cung cấp; giữ nền, thương hiệu, kích thước, font Arial và Times New Roman. Không kế thừa đề tài, KPI hay thành tích đội SENPAI.</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BỐI CẢNH VÀ PHẠM VI</a:t>
            </a:r>
          </a:p>
          <a:p xmlns:a="http://schemas.openxmlformats.org/drawingml/2006/main">
            <a:r>
              <a:t>Bối cảnh DENSO Việt Nam bắt đầu phát triển humanoid do người trình bày cung cấp. Nguồn công khai FPT xác nhận Humanoid &amp; Robot là chủ đề của DENSO Factory Hacks 2026, không xác nhận humanoid đã vận hành sản xuất tại nhà máy.</a:t>
            </a:r>
          </a:p>
          <a:p xmlns:a="http://schemas.openxmlformats.org/drawingml/2006/main">
            <a:r>
              <a:t>https://fpt.com/vi/tin-tuc/denso-factory-hacks-mua-4-sinh-vien-dinh-hinh-nha-may-tuong-lai-bang-ai</a:t>
            </a:r>
          </a:p>
          <a:p xmlns:a="http://schemas.openxmlformats.org/drawingml/2006/main">
            <a:r>
              <a:t/>
            </a:r>
          </a:p>
          <a:p xmlns:a="http://schemas.openxmlformats.org/drawingml/2006/main">
            <a:r>
              <a:t>1. ĐIỂM MỚI</a:t>
            </a:r>
          </a:p>
          <a:p xmlns:a="http://schemas.openxmlformats.org/drawingml/2006/main">
            <a:r>
              <a:t>Dạy robot theo từng công đoạn, tích lũy kỹ năng sau mỗi lần thử. Platform kết hợp kiến thức thao tác từ video người, dữ liệu điều khiển robot và tình huống sinh trong mô phỏng. Khi robot thất bại, hệ thống ghi nhận lỗi, kỹ sư duyệt cách xử lý và cập nhật dữ liệu để huấn luyện lại. Đóng góp đề xuất là nối lỗi thực tế với dữ liệu cần bổ sung, phiên bản kỹ năng, kết quả và chi phí kiểm chứng thành một quy trình thống nhất cho DENSO. Đây là đóng góp ở quy trình tích hợp, chưa có bằng chứng về tính mới thuật toán hoặc tính mới toàn cầu. Lỗi controller, camera hoặc calibration cần sửa hệ thống trước khi quyết định bổ sung dữ liệu.</a:t>
            </a:r>
          </a:p>
          <a:p xmlns:a="http://schemas.openxmlformats.org/drawingml/2006/main">
            <a:r>
              <a:t/>
            </a:r>
          </a:p>
          <a:p xmlns:a="http://schemas.openxmlformats.org/drawingml/2006/main">
            <a:r>
              <a:t>2. VẤN ĐỀ TẠI DENSO</a:t>
            </a:r>
          </a:p>
          <a:p xmlns:a="http://schemas.openxmlformats.org/drawingml/2006/main">
            <a:r>
              <a:t>Giảm công chuyển một humanoid thành robot làm được công việc cụ thể trong nhà máy. Trong giai đoạn phát triển humanoid, cần dữ liệu phù hợp với linh kiện, khay và điều kiện thao tác của từng công đoạn. Khi đổi vị trí vật hoặc bố trí khay, kỹ sư có thể phải thu thêm dữ liệu, kiểm tra và thử lại. Đề xuất chọn gắp–đặt linh kiện vào khay làm pilot: đo công dạy robot, xác định tình huống gây lỗi và giảm số lần thu lại dữ liệu. Tận dụng dataset công khai, checkpoint đã học video người và mô phỏng để giảm phần phải thu bằng teleop. Chi phí xử lý, kiểm tra chất lượng, tính toán và tích hợp vẫn phải tính. Chưa có khảo sát baseline công đoạn nội bộ DENSO.</a:t>
            </a:r>
          </a:p>
          <a:p xmlns:a="http://schemas.openxmlformats.org/drawingml/2006/main">
            <a:r>
              <a:t/>
            </a:r>
          </a:p>
          <a:p xmlns:a="http://schemas.openxmlformats.org/drawingml/2006/main">
            <a:r>
              <a:t>3. PHƯƠNG PHÁP</a:t>
            </a:r>
          </a:p>
          <a:p xmlns:a="http://schemas.openxmlformats.org/drawingml/2006/main">
            <a:r>
              <a:t>Sử dụng Ψ₀ + SIMPLE. Kế thừa checkpoint đã học kiến thức từ video người. Dùng teleop để học hành động robot. Bổ sung rollout thực thi trong mô phỏng, có ảnh, trạng thái và hành động đồng bộ. Video người thô không tự cung cấp nhãn điều khiển robot. Dataset SIMPLE công khai là sim teleop, không phải dữ liệu robot DENSO. A dùng D demo teleop, B dùng 0.7D demo teleop và rollout mô phỏng đạt QA. Cùng checkpoint, ngân sách train và bộ test giữ riêng. Chia dữ liệu theo demo gốc để tránh rò rỉ biến thể synthetic. Chốt baseline, chuẩn hóa dữ liệu, huấn luyện, đối chứng, cập nhật theo lỗi. Thời lượng phụ thuộc dữ liệu, GPU và quyền tiếp cận robot. Sau PoC mô phỏng cần tích hợp controller, calibration và nghiệm thu robot thật.</a:t>
            </a:r>
          </a:p>
          <a:p xmlns:a="http://schemas.openxmlformats.org/drawingml/2006/main">
            <a:r>
              <a:t>https://psi-lab.ai/Psi0/</a:t>
            </a:r>
          </a:p>
          <a:p xmlns:a="http://schemas.openxmlformats.org/drawingml/2006/main">
            <a:r>
              <a:t>https://github.com/physical-superintelligence-lab/Psi0</a:t>
            </a:r>
          </a:p>
          <a:p xmlns:a="http://schemas.openxmlformats.org/drawingml/2006/main">
            <a:r>
              <a:t>https://github.com/physical-superintelligence-lab/SIMPLE</a:t>
            </a:r>
          </a:p>
          <a:p xmlns:a="http://schemas.openxmlformats.org/drawingml/2006/main">
            <a:r>
              <a:t>https://huggingface.co/datasets/USC-PSI-Lab/psi-data/tree/main/simple</a:t>
            </a:r>
          </a:p>
          <a:p xmlns:a="http://schemas.openxmlformats.org/drawingml/2006/main">
            <a:r>
              <a:t/>
            </a:r>
          </a:p>
          <a:p xmlns:a="http://schemas.openxmlformats.org/drawingml/2006/main">
            <a:r>
              <a:t>4. HIỆU QUẢ</a:t>
            </a:r>
          </a:p>
          <a:p xmlns:a="http://schemas.openxmlformats.org/drawingml/2006/main">
            <a:r>
              <a:t>Mục tiêu PoC chưa thực nghiệm: giảm 30% demo teleop gốc, duy trì chất lượng so với baseline, đạt ít nhất 80% thành công trên 50 lượt test mô phỏng giữ riêng. Ngưỡng này chỉ cho PoC, chất lượng nghiệm thu tại nhà máy do task owner xác định. Đo giờ thu, QA, debug, GPU và tổng chi phí mỗi đợt. Mô hình ngân sách: baseline $1,136.60, đề xuất $968.40, lợi ích ròng $168.20/đợt. Giả định nhân công operator $10/h, kỹ sư $20/h, giảm demo 200 còn 140, debug 20 còn 10 giờ. 144 đợt/năm trừ OPEX chung $1,380 còn $22,840.80/năm ổn định. Năm đầu trừ thêm $3,750.80 đầu tư và pilot còn $19,090. Muốn vượt $20,000 năm đầu cần ít nhất 150 đợt theo cùng giả định. Chưa có xác nhận nhu cầu 144/150 đợt tại DENSO. Giá trị công tiết kiệm chỉ trở thành tiết kiệm tiền mặt nếu chi phí thực sự giảm. Các giả định và công thức chi tiết có trong phụ lục chi phí của deck. Giá nhân công và GPU-h dự toán không phải số đo hoặc báo giá DENSO. Giá GPU công khai: A100 PCIe 80GB $1.59/GPU-h, RTX 4090 $0.74/GPU-h. Network volume &lt;1TB $0.07/GB-tháng. Nguồn kiểm 08/10/2026:</a:t>
            </a:r>
          </a:p>
          <a:p xmlns:a="http://schemas.openxmlformats.org/drawingml/2006/main">
            <a:r>
              <a:t>https://www.runpod.io/pricing</a:t>
            </a:r>
          </a:p>
          <a:p xmlns:a="http://schemas.openxmlformats.org/drawingml/2006/main">
            <a:r>
              <a:t>https://docs.runpod.io/pods/pricing</a:t>
            </a:r>
          </a:p>
          <a:p xmlns:a="http://schemas.openxmlformats.org/drawingml/2006/main">
            <a:r>
              <a:t/>
            </a:r>
          </a:p>
          <a:p xmlns:a="http://schemas.openxmlformats.org/drawingml/2006/main">
            <a:r>
              <a:t>5. MỞ RỘNG</a:t>
            </a:r>
          </a:p>
          <a:p xmlns:a="http://schemas.openxmlformats.org/drawingml/2006/main">
            <a:r>
              <a:t>Xây thư viện kỹ năng humanoid dùng lại trong DENSO. Bắt đầu từ một công đoạn gắp–đặt, mở sang khay khác, mã linh kiện khác và công đoạn tương tự trên cùng robot. Tái sử dụng quy trình QA, quản lý phiên bản, bộ đánh giá và cách tính chi phí. Bổ sung dữ liệu và kiểm tra cho phần thay đổi. Robot hoặc nhà máy khác cần hiệu chỉnh và nghiệm thu riêng. Đây là kế hoạch mở rộng, chưa phải kết quả triển khai ngang.</a:t>
            </a:r>
          </a:p>
          <a:p xmlns:a="http://schemas.openxmlformats.org/drawingml/2006/main">
            <a:r>
              <a:t/>
            </a:r>
          </a:p>
          <a:p xmlns:a="http://schemas.openxmlformats.org/drawingml/2006/main">
            <a:r>
              <a:t>6. NĂNG LỰC ĐỘI</a:t>
            </a:r>
          </a:p>
          <a:p xmlns:a="http://schemas.openxmlformats.org/drawingml/2006/main">
            <a:r>
              <a:t>Có video minh chứng FOCA/SmolVLA trên RTX 3060 và repository PPO H1/MuJoCo. Video: https://drive.google.com/file/d/14t8FROExp0IGz2PeSXfVRLxv7lpOCKN7/view. Repo: https://github.com/hiwe0305/humanoid-rl. Chi tiết nguồn, số liệu tự báo cáo và phạm vi mô phỏng ở slide giới thiệu đội. Chưa là kết quả PoC Ψ₀ + SIMPLE hoặc nghiệm thu DENSO.</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ĐỘI VÀ MINH CHỨNG DỰ ÁN TRƯỚC ĐÂY</a:t>
            </a:r>
          </a:p>
          <a:p xmlns:a="http://schemas.openxmlformats.org/drawingml/2006/main">
            <a:r>
              <a:t>Thông tin thành viên do đội cung cấp. Dương Đình Hiếu phụ trách Robot Learning và phối hợp chốt công đoạn với task owner DENSO. Trần Ngọc Hưng và Trần Trịnh Hoàng Châu phụ trách Robotics/Simulation. Nguyễn Thăng Long và Dương Tiến Thông phụ trách Data/Platform. Hiếu, Hưng, Châu thuộc Smart Lab FPT University theo thông tin đội. Phần việc cụ thể của từng thành viên trong các minh chứng cần bổ sung nếu có người cùng thực hiện.</a:t>
            </a:r>
          </a:p>
          <a:p xmlns:a="http://schemas.openxmlformats.org/drawingml/2006/main">
            <a:r>
              <a:t/>
            </a:r>
          </a:p>
          <a:p xmlns:a="http://schemas.openxmlformats.org/drawingml/2006/main">
            <a:r>
              <a:t>VLA</a:t>
            </a:r>
          </a:p>
          <a:p xmlns:a="http://schemas.openxmlformats.org/drawingml/2006/main">
            <a:r>
              <a:t>Video do đội cung cấp: https://drive.google.com/file/d/14t8FROExp0IGz2PeSXfVRLxv7lpOCKN7/view</a:t>
            </a:r>
          </a:p>
          <a:p xmlns:a="http://schemas.openxmlformats.org/drawingml/2006/main">
            <a:r>
              <a:t>Thư mục: https://drive.google.com/drive/folders/18pFrIFwmWszjqUgvT4LFVcLgnSPxMloc</a:t>
            </a:r>
          </a:p>
          <a:p xmlns:a="http://schemas.openxmlformats.org/drawingml/2006/main">
            <a:r>
              <a:t>FOCA trên SmolVLA: video ghi port cơ chế explicit và implicit FOCA, hai run fine-tuning 50.000 bước mỗi run, đánh giá 400 episode mỗi run. GPU ghi trên video là RTX 3060 12 GB. Đây là số liệu đội trình bày trong video, chưa đối chiếu log. Ảnh slide là rollout LIBERO trong mô phỏng được trích từ video này. Các clip được chọn không đại diện cho success rate toàn bộ tập. Phần FOCA 3B là inference checkpoint pretrained, 68/100 LIBERO-10 không phải kết quả fine-tuning SmolVLA. Không nhận đây là pretraining foundation model từ đầu. Có thể bổ sung config, log/eval JSON và checkpoint tương ứng trên Drive.</a:t>
            </a:r>
          </a:p>
          <a:p xmlns:a="http://schemas.openxmlformats.org/drawingml/2006/main">
            <a:r>
              <a:t/>
            </a:r>
          </a:p>
          <a:p xmlns:a="http://schemas.openxmlformats.org/drawingml/2006/main">
            <a:r>
              <a:t>RL HUMANOID</a:t>
            </a:r>
          </a:p>
          <a:p xmlns:a="http://schemas.openxmlformats.org/drawingml/2006/main">
            <a:r>
              <a:t>Nguồn: https://github.com/hiwe0305/humanoid-rl</a:t>
            </a:r>
          </a:p>
          <a:p xmlns:a="http://schemas.openxmlformats.org/drawingml/2006/main">
            <a:r>
              <a:t>Revision đã xem: 28a8ba7b8d6c9fe2c2a1ed571320025b55ae71b3</a:t>
            </a:r>
          </a:p>
          <a:p xmlns:a="http://schemas.openxmlformats.org/drawingml/2006/main">
            <a:r>
              <a:t>Training: https://github.com/hiwe0305/humanoid-rl/blob/28a8ba7b8d6c9fe2c2a1ed571320025b55ae71b3/scripts/train_walk.py</a:t>
            </a:r>
          </a:p>
          <a:p xmlns:a="http://schemas.openxmlformats.org/drawingml/2006/main">
            <a:r>
              <a:t>Repo có PPO, môi trường Unitree H1 trong MuJoCo, PD control, reward và curriculum. Script định nghĩa các phase STAND, SLOW WALK và WALK; tổng bước trong config là cấu hình, không phải bằng chứng đã hoàn tất run. Script này tắt domain/push randomization ở các phase được định nghĩa. Chưa có log/checkpoint/rollout đánh giá công bố trong tree đã xem để khẳng định chất lượng locomotion, độ bền vững hoặc triển khai robot thật. Ảnh slide là README repo, không phải video policy H1 thực thi. Không suy ra RL humanoid cũng đã train trên RTX 3060 từ video VLA.</a:t>
            </a:r>
          </a:p>
          <a:p xmlns:a="http://schemas.openxmlformats.org/drawingml/2006/main">
            <a:r>
              <a:t/>
            </a:r>
          </a:p>
          <a:p xmlns:a="http://schemas.openxmlformats.org/drawingml/2006/main">
            <a:r>
              <a:t>LIÊN HỆ PoC</a:t>
            </a:r>
          </a:p>
          <a:p xmlns:a="http://schemas.openxmlformats.org/drawingml/2006/main">
            <a:r>
              <a:t>Kinh nghiệm trước đây hỗ trợ xây dựng môi trường mô phỏng, fine-tuning policy và đánh giá rollout. Đây chưa là kết quả PoC Ψ₀ + SIMPLE hoặc hiệu quả đã đo tại DENSO.</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Ví dụ minh họa để định vị sản phẩm: robot gắp được vật nhưng đặt lệch khay. Người dùng trực tiếp dự kiến là kỹ sư robot learning và kỹ sư tích hợp. Chưa xác nhận đây là công đoạn hay hiện trạng thực tế của DMVN. Các bước xem log, chọn can thiệp và train lại được trình bày như giả thuyết quy trình cần khảo sát, không phải baseline đã đo. Cần xác nhận task owner, số lần đổi điều kiện, thời gian xem log/thu/reset/QA/debug và tiêu chí nghiệm thu. Không tính toàn bộ năng suất robot hay lao động được robot thay thế thành lợi ích của platform.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Thiết kế platform đề xuất. Human ego có nhãn chuyển động hợp lệ hoặc checkpoint human prior đi vào recipe phù hợp; video RGB bất kỳ không tự có robot actions. Teleop cung cấp RGB/state/action đồng bộ. Synthetic mô phỏng phải có rollout thực thi, QA và cùng state/action schema robot đích. Data Core quản lý provenance, quyền dữ liệu, splits theo nguồn gốc, release và chi phí. Training tạo candidate; chỉ dùng khi quality/coverage đạt và cost đạt điều kiện đã chốt. Vòng phát triển dùng development failures, không tối ưu trên final test. Kỹ sư xác minh nguyên nhân lỗi. Lỗi hệ thống cần sửa controller/calibration trước khi xem xét training. Với lỗi coverage/model, chọn thu correction hoặc sinh trong sim. World model DreamDojo là nhánh nghiên cứu video dự đoán dùng cho đánh giá/planning, không tự cung cấp measured joint state/contact/action labels; không nằm trên đường PoC bắt buộc. Nguồn kế thừa: https://psi-lab.ai/Psi0/; https://github.com/physical-superintelligence-lab/SIMPLE; https://nvidia-isaac.github.io/video_to_data/; https://dreamdojo-world.github.io/.</a:t>
            </a:r>
          </a:p>
          <a:p xmlns:a="http://schemas.openxmlformats.org/drawingml/2006/main">
            <a:r>
              <a:t>Đóng góp platform đề xuất là liên kết failure evidence → quyết định can thiệp → release/model → quality/cost. Không nhận V2D, world model hoặc action expert là thuật toán mới của đội. Chưa có baseline quy trình được xác nhận ở DENSO; bảng trước/sau là thiết kế cần kiểm chứng. Cổng dùng candidate chỉ qua khi đạt yêu cầu full-task, regression, coverage và cost. Khi nguyên nhân còn thiếu bằng chứng, kỹ sư làm phép thử; không tự động gán lỗi cho dữ liệu. So với quy trình kỹ sư tự quản lý video/files/experiments, đề xuất kiểm bằng tổng công và chất lượng cùng budget. Hai mức so: A/B data recipe ở slide 7 kiểm tiết kiệm demo; A/B quy trình xử lý cùng tập failure cases kiểm giá trị của orchestration. Benchmark paper không thay kết quả đối chứng đội.</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Figure gốc Ψ0: https://psi-lab.ai/Psi0/figures/architecture.png, nguồn paper và code https://github.com/physical-superintelligence-lab/Psi0. Stage1 học visual-action representation từ human egocentric video với labels chuyển động/token thích hợp và humanoid data. Stage2 freeze VLM để học Action Expert trên robot data. Stage3 thích nghi task với in-domain data theo recipe. Demo đề xuất kế thừa checkpoint đã học human prior thay vì huấn luyện lại toàn bộ human corpus. EgoDex có pose; RGB raw bất kỳ cần pose/annotation và QA nếu muốn dùng stage1. Synthetic sim là nhánh đề xuất bổ sung task fine-tuning, cần cùng schema và thực nghiệm. Video third-person có thể đi qua V2D reconstruction → retarget/physics → robot dataset (https://nvidia-isaac.github.io/video_to_data/); grounding có chi phí và embodiment riêng. DreamDojo https://dreamdojo-world.github.io/ nhận quan sát + action điều kiện, sinh video tương lai; đây không phải bộ sinh robot joint labels. Chi tiết V2D/DreamDojo giữ trong deck kỹ thuật và website.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Workflow PoC đề xuất: pretrained Psi0 + SIMPLE, G1WholebodyBendPickAndPlaceTeleop-v0. Dataset public https://huggingface.co/datasets/USC-PSI-Lab/psi-data/tree/main/simple; code https://github.com/physical-superintelligence-lab/Psi0; simulator https://github.com/physical-superintelligence-lab/SIMPLE. Dataset teleop này được thu trong simulation, không gọi là real-robot DENSO data. Synthetic mới phải do generator thực thi trong sim, lưu RGB/state/action/outcome, QA, split theo nguồn gốc và cùng schema. Baseline A dùng D accepted root teleop demos; B dùng0.7D roots + accepted sim rollouts; cùng checkpoint, compute budget, test conditions. Chưa chốt synthetic quantity; không coi biến thể là independent root demo. Đầu tiên chọn D theo số demo task thực có, không mặc định file public chứa200. Model tài chính200/140 là scenario độc lập, cần xác nhận đủ data và quy mô khi đo. Target B&gt;=80% full-task success trên50 tình huống giữ riêng; so A và B ở cùng mức nghiệm thu và coverage, báo nhiều seed/độ bất định. Không gọi A/B data recipe là đầy đủ proof orchestration; cần phép kiểm quy trình ở slide 5. Trong repo đã có engineering reference: examples/engineering-loop/results/report.json. Reference sử dụng state idealized, scripted sequencer, ridge action predictor4D, proximity weld grasp, không VLM/human/GR1/Psi0. Kết quả reference S12/12 final, C0/12 bị từ chối; chứng minh logic gate ở mô hình thu nhỏ, không chứng minh Psi0 hoặc robot thật. Figure gốc https://psi-lab.ai/Psi0/figures/sim-data.png.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Mô hình ước lượng cho workflow Ψ0+SIMPLE ngày 08/10/2026. Chưa có kết quả đo hoặc báo giá nhân sự nội bộ. Đơn giá public Runpod https://www.runpod.io/pricing: A100 PCIe 80GB $1.59/GPU-h, RTX4090 24GB $0.74/GPU-h. Storage https://docs.runpod.io/pods/pricing: network volume &lt;1TB $0.07/GB-month. Giá này không chứng minh model chạy được trên GPU hoặc số giờ đủ; phải benchmark VRAM, train, render, inference và xác nhận console khi thuê. Toàn bộ quantities sau là giả định ngân sách. Operator $10/h, kỹ sư $20/h. Đơn vị: một lần cải thiện task đạt cùng quality và coverage. Baseline 200 demo gốc được chấp nhận, candidate140, yield80% =&gt;250/175 attempts. Thu/reset6min/attempt:25h/17.5h*$10=$250/$175. QA3min/attempt:12.5h/8.75h*$20=$250/$175. Capture+QA=$500/$350. Debug20h/10h*$20=$400/$200. Main training120+eval20 A100-h cả hai:140*1.59=$222.60. Sim generation thêm20 RTX4090-h*.74=$14.80. QA synthetic6h*20=$120; integration thêm2h*20=$40. Scratch200/300GB*0.07=$14/$21 giữ1tháng. Baseline total1136.60; candidate968.40; gross savings350; added costs181.80; net168.20/cycle. Public data và pretrained human prior kế thừa; chi phí chuẩn bị lần đầu nằm trong setup, không coi thu human video mới miễn phí. Initial build80engh*$20=$1600 +20A100h*$1.59=$31.80 +200GB-month*.07=$14 =&gt;1645.80. Pilot đối chứng một cặp1136.60+968.40=2105.00. Initial total3750.80. Shared annual OPEX48engh*$20=$960 + archive500GB*12*.07=$420 =&gt;1380. Annual benefit72cycles=$10730.40,144cycles=$22840.80. First year144cycles=22840.80-3750.80=$19090.00. &gt;$20k annual operating benefit requires128cycles; &gt;$20k first year requires150cycles, with this same model. 72/144 are scenarios, not confirmed DENSO demand. Annual144 may represent6teams*24 cycles only if verified actual accepted cycles. Setup pilot cycles excluded from benefit-producing count. Savings are resource value, not automatic cash reduction. Hardware purchase, additional cameras/teleop devices, taxes, downtime, licenses, simulator/robot adaptation and security overhead unquoted: add if incremental. New human capture or world model adaptation not included because excluded from this specific first demo. If no debug reduction, net=-31.80/cycle; if no demo or debug reduction, net=-181.80/cycle. Never extrapolate failed quality or count variants as independent root demos. Sources support unit prices and available code, not assumed savings.</a:t>
            </a:r>
          </a:p>
          <a:p xmlns:a="http://schemas.openxmlformats.org/drawingml/2006/main">
            <a:r>
              <a:t>Giá nhân công là giả định, chưa có baseline DENSO. R1 https://www.runpod.io/pricing R2 https://docs.runpod.io/pods/pricing. Phép tính slide12, nguồn slide13. ROI năm đầu144đợt:19090/3750.8=508.96%.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Roadmap không ghi thời gian theo yêu cầu. Bước1: task owner/scorer/coverage và baseline quy trình. Bước2: pin code/checkpoint/controller/profile; smoke runtime/GPU/VRAM/reload và chạy baseline. Bước3: input release có provenance/splits/labels/rights. Bước4: sinh và thực thi sim rollouts, QA; candidate cùng recipe/compute; record costs. Bước5: freeze, test độc lập/full-task/regression; so pairedquality và cost. Bước6: dùng development failure để có một quyết định can thiệp, release mới và thử lại; nghiệm thu robot thật riêng sau khi hardware, mapping/calibration/controller và sim-to-real đạt. Mỗi bước chỉ đi tiếp khi có artifact nghiệm thu; không xem public source có sẵn là integration đã chạy. DENSO hardware và task owner còn cần xác nhận.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Lộ trình mở rộng đề xuất, không tuyên bố đã có multi-department deployment hoặc pilot thứ2. Ưu tiên task2 cùng robot nhằm đo phần reuse và công adaptation; sau đó mới cân nhắc robot/công đoạn/nhà máy khác. Platform core tái sử dụng: schema, QA/provenance, versioned release/run registry, evaluator framework và cost ledger. Task mới cầnscorer/coverage/newdata; robot mới cần embodiment mapping/controller/calibration/camera/adaptation và test. Cross-factory còn quyền dữ liệu/network/security/ownership. Không nhân thẳng saving một task với số nhà máy. Human video learning, physics-grounded V2D và action-conditioned world models là hướng nghiên cứu bổ sung; chi tiết nguồn https://psi-lab.ai/Psi0/, https://nvidia-isaac.github.io/video_to_data/, https://dreamdojo-world.github.io/. Mọi module mới cần thử compatibility và lợi ích trước khi thêm vào recipe.</a:t>
            </a:r>
          </a:p>
          <a:p xmlns:a="http://schemas.openxmlformats.org/drawingml/2006/main">
            <a:r>
              <a:t>Tên đội ilovephysicalintelligence được người dùng xác nhận. Theo chỉ đạo người dùng, chưa điền tên thành viên, kinh nghiệm và sản phẩm đã làm. Các vai trò thể hiện trên slide là phân công cần hoàn thiện, không phải bằng chứng đội đã đủ người hoặc năng lực. Cần bổ sung tên/người phụ trách/mức tham gia và1–2bằng chứng liên quan mỗi vai trò trước nộp. Không lấy tên và thành tích đội SENPAI. Nguồn lực trong hồ sơ cũ: RTX306012GB vàRTX5090; chưa benchmark recipe Psi0/SIMPLE. Đề nghị DENSO hỗ trợ task owner, baseline quy trình, data/log hợp lệ và robot profile/access khi thử vật lý. Không tự ghi đã có cam kết DENSO.</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Kết thúc phần trình bày chính. Phụ lục sau gồm công thức và nguồn tính chi phí.</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Mô hình ước lượng cho workflow Ψ0+SIMPLE ngày 08/10/2026. Chưa có kết quả đo hoặc báo giá nhân sự nội bộ. Đơn giá public Runpod https://www.runpod.io/pricing: A100 PCIe 80GB $1.59/GPU-h, RTX4090 24GB $0.74/GPU-h. Storage https://docs.runpod.io/pods/pricing: network volume &lt;1TB $0.07/GB-month. Giá này không chứng minh model chạy được trên GPU hoặc số giờ đủ; phải benchmark VRAM, train, render, inference và xác nhận console khi thuê. Toàn bộ quantities sau là giả định ngân sách. Operator $10/h, kỹ sư $20/h. Đơn vị: một lần cải thiện task đạt cùng quality và coverage. Baseline 200 demo gốc được chấp nhận, candidate140, yield80% =&gt;250/175 attempts. Thu/reset6min/attempt:25h/17.5h*$10=$250/$175. QA3min/attempt:12.5h/8.75h*$20=$250/$175. Capture+QA=$500/$350. Debug20h/10h*$20=$400/$200. Main training120+eval20 A100-h cả hai:140*1.59=$222.60. Sim generation thêm20 RTX4090-h*.74=$14.80. QA synthetic6h*20=$120; integration thêm2h*20=$40. Scratch200/300GB*0.07=$14/$21 giữ1tháng. Baseline total1136.60; candidate968.40; gross savings350; added costs181.80; net168.20/cycle. Public data và pretrained human prior kế thừa; chi phí chuẩn bị lần đầu nằm trong setup, không coi thu human video mới miễn phí. Initial build80engh*$20=$1600 +20A100h*$1.59=$31.80 +200GB-month*.07=$14 =&gt;1645.80. Pilot đối chứng một cặp1136.60+968.40=2105.00. Initial total3750.80. Shared annual OPEX48engh*$20=$960 + archive500GB*12*.07=$420 =&gt;1380. Annual benefit72cycles=$10730.40,144cycles=$22840.80. First year144cycles=22840.80-3750.80=$19090.00. &gt;$20k annual operating benefit requires128cycles; &gt;$20k first year requires150cycles, with this same model. 72/144 are scenarios, not confirmed DENSO demand. Annual144 may represent6teams*24 cycles only if verified actual accepted cycles. Setup pilot cycles excluded from benefit-producing count. Savings are resource value, not automatic cash reduction. Hardware purchase, additional cameras/teleop devices, taxes, downtime, licenses, simulator/robot adaptation and security overhead unquoted: add if incremental. New human capture or world model adaptation not included because excluded from this specific first demo. If no debug reduction, net=-31.80/cycle; if no demo or debug reduction, net=-181.80/cycle. Never extrapolate failed quality or count variants as independent root demos. Sources support unit prices and available code, not assumed savings.</a:t>
            </a:r>
          </a:p>
          <a:p xmlns:a="http://schemas.openxmlformats.org/drawingml/2006/main">
            <a:r>
              <a:t>R1 https://www.runpod.io/pricing</a:t>
            </a:r>
          </a:p>
          <a:p xmlns:a="http://schemas.openxmlformats.org/drawingml/2006/main">
            <a:r>
              <a:t>R2 https://docs.runpod.io/pods/pricing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Mô hình ước lượng cho workflow Ψ0+SIMPLE ngày 08/10/2026. Chưa có kết quả đo hoặc báo giá nhân sự nội bộ. Đơn giá public Runpod https://www.runpod.io/pricing: A100 PCIe 80GB $1.59/GPU-h, RTX4090 24GB $0.74/GPU-h. Storage https://docs.runpod.io/pods/pricing: network volume &lt;1TB $0.07/GB-month. Giá này không chứng minh model chạy được trên GPU hoặc số giờ đủ; phải benchmark VRAM, train, render, inference và xác nhận console khi thuê. Toàn bộ quantities sau là giả định ngân sách. Operator $10/h, kỹ sư $20/h. Đơn vị: một lần cải thiện task đạt cùng quality và coverage. Baseline 200 demo gốc được chấp nhận, candidate140, yield80% =&gt;250/175 attempts. Thu/reset6min/attempt:25h/17.5h*$10=$250/$175. QA3min/attempt:12.5h/8.75h*$20=$250/$175. Capture+QA=$500/$350. Debug20h/10h*$20=$400/$200. Main training120+eval20 A100-h cả hai:140*1.59=$222.60. Sim generation thêm20 RTX4090-h*.74=$14.80. QA synthetic6h*20=$120; integration thêm2h*20=$40. Scratch200/300GB*0.07=$14/$21 giữ1tháng. Baseline total1136.60; candidate968.40; gross savings350; added costs181.80; net168.20/cycle. Public data và pretrained human prior kế thừa; chi phí chuẩn bị lần đầu nằm trong setup, không coi thu human video mới miễn phí. Initial build80engh*$20=$1600 +20A100h*$1.59=$31.80 +200GB-month*.07=$14 =&gt;1645.80. Pilot đối chứng một cặp1136.60+968.40=2105.00. Initial total3750.80. Shared annual OPEX48engh*$20=$960 + archive500GB*12*.07=$420 =&gt;1380. Annual benefit72cycles=$10730.40,144cycles=$22840.80. First year144cycles=22840.80-3750.80=$19090.00. &gt;$20k annual operating benefit requires128cycles; &gt;$20k first year requires150cycles, with this same model. 72/144 are scenarios, not confirmed DENSO demand. Annual144 may represent6teams*24 cycles only if verified actual accepted cycles. Setup pilot cycles excluded from benefit-producing count. Savings are resource value, not automatic cash reduction. Hardware purchase, additional cameras/teleop devices, taxes, downtime, licenses, simulator/robot adaptation and security overhead unquoted: add if incremental. New human capture or world model adaptation not included because excluded from this specific first demo. If no debug reduction, net=-31.80/cycle; if no demo or debug reduction, net=-181.80/cycle. Never extrapolate failed quality or count variants as independent root demos. Sources support unit prices and available code, not assumed savings.</a:t>
            </a:r>
          </a:p>
          <a:p xmlns:a="http://schemas.openxmlformats.org/drawingml/2006/main">
            <a:r>
              <a:t>Nguồn đơn giá kiểm08/10/2026: https://psi-lab.ai/Psi0/</a:t>
            </a:r>
          </a:p>
          <a:p xmlns:a="http://schemas.openxmlformats.org/drawingml/2006/main">
            <a:r>
              <a:t>https://github.com/physical-superintelligence-lab/Psi0</a:t>
            </a:r>
          </a:p>
          <a:p xmlns:a="http://schemas.openxmlformats.org/drawingml/2006/main">
            <a:r>
              <a:t>https://github.com/physical-superintelligence-lab/SIMPLE</a:t>
            </a:r>
          </a:p>
          <a:p xmlns:a="http://schemas.openxmlformats.org/drawingml/2006/main">
            <a:r>
              <a:t>https://huggingface.co/datasets/USC-PSI-Lab/psi-data/tree/main/simple</a:t>
            </a:r>
          </a:p>
          <a:p xmlns:a="http://schemas.openxmlformats.org/drawingml/2006/main">
            <a:r>
              <a:t>https://github.com/apple-aiml-research/ml-egodex</a:t>
            </a:r>
          </a:p>
          <a:p xmlns:a="http://schemas.openxmlformats.org/drawingml/2006/main">
            <a:r>
              <a:t>https://nvidia-isaac.github.io/video_to_data/</a:t>
            </a:r>
          </a:p>
          <a:p xmlns:a="http://schemas.openxmlformats.org/drawingml/2006/main">
            <a:r>
              <a:t>https://dreamdojo-world.github.io/</a:t>
            </a:r>
          </a:p>
          <a:p xmlns:a="http://schemas.openxmlformats.org/drawingml/2006/main">
            <a:r>
              <a:t>https://www.runpod.io/pricing</a:t>
            </a:r>
          </a:p>
          <a:p xmlns:a="http://schemas.openxmlformats.org/drawingml/2006/main">
            <a:r>
              <a:t>https://docs.runpod.io/pods/pricing</a:t>
            </a:r>
          </a:p>
          <a:p xmlns:a="http://schemas.openxmlformats.org/drawingml/2006/main">
            <a:r>
              <a:t>https://www.upwork.com/hire/data-entry-specialists/cost/</a:t>
            </a:r>
          </a:p>
          <a:p xmlns:a="http://schemas.openxmlformats.org/drawingml/2006/main">
            <a:r>
              <a:t>https://www.upwork.com/hire/python-developers/cost/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df524ff654eb4575" /><Relationship Type="http://schemas.openxmlformats.org/officeDocument/2006/relationships/image" Target="/ppt/media/image2.png" Id="Rb862fed849a2455d" /><Relationship Type="http://schemas.openxmlformats.org/officeDocument/2006/relationships/image" Target="/ppt/media/image3.png" Id="R3cc1d03b84d84525"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892772df53a146c7" /><Relationship Type="http://schemas.openxmlformats.org/officeDocument/2006/relationships/image" Target="/ppt/media/image.png" Id="Rda60899d783a4e0d"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acd5884a4b724137" /><Relationship Type="http://schemas.openxmlformats.org/officeDocument/2006/relationships/image" Target="/ppt/media/image4.png" Id="R40e1e8f87a374420"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07609e61ad0c4d65" /><Relationship Type="http://schemas.openxmlformats.org/officeDocument/2006/relationships/image" Target="/ppt/media/image5.png" Id="R1c88ecbb0f684a40"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21ca2071837343ba"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841ca9cb52284127" /></Relationships>
</file>

<file path=ppt/slideLayouts/_rels/slideLayout7.xml.rels>&#65279;<?xml version="1.0" encoding="utf-8"?><Relationships xmlns="http://schemas.openxmlformats.org/package/2006/relationships"><Relationship Type="http://schemas.openxmlformats.org/officeDocument/2006/relationships/slideMaster" Target="/ppt/slideMasters/slideMaster1.xml" Id="R230b11f989004a95" /></Relationships>
</file>

<file path=ppt/slideLayouts/_rels/slideLayout8.xml.rels>&#65279;<?xml version="1.0" encoding="utf-8"?><Relationships xmlns="http://schemas.openxmlformats.org/package/2006/relationships"><Relationship Type="http://schemas.openxmlformats.org/officeDocument/2006/relationships/slideMaster" Target="/ppt/slideMasters/slideMaster1.xml" Id="R1056794d5b8f4c2b" /></Relationships>
</file>

<file path=ppt/slideLayouts/_rels/slideLayout9.xml.rels>&#65279;<?xml version="1.0" encoding="utf-8"?><Relationships xmlns="http://schemas.openxmlformats.org/package/2006/relationships"><Relationship Type="http://schemas.openxmlformats.org/officeDocument/2006/relationships/slideMaster" Target="/ppt/slideMasters/slideMaster1.xml" Id="R4544a454020140ac" /></Relationships>
</file>

<file path=ppt/slideLayouts/_rels/slideLayout10.xml.rels>&#65279;<?xml version="1.0" encoding="utf-8"?><Relationships xmlns="http://schemas.openxmlformats.org/package/2006/relationships"><Relationship Type="http://schemas.openxmlformats.org/officeDocument/2006/relationships/slideMaster" Target="/ppt/slideMasters/slideMaster1.xml" Id="Re0e85f94e21c427a" /></Relationships>
</file>

<file path=ppt/slideLayouts/_rels/slideLayout11.xml.rels>&#65279;<?xml version="1.0" encoding="utf-8"?><Relationships xmlns="http://schemas.openxmlformats.org/package/2006/relationships"><Relationship Type="http://schemas.openxmlformats.org/officeDocument/2006/relationships/slideMaster" Target="/ppt/slideMasters/slideMaster1.xml" Id="Ra4ffbbe860fe4f98" /><Relationship Type="http://schemas.openxmlformats.org/officeDocument/2006/relationships/image" Target="/ppt/media/image4.png" Id="R0faaf25aa2fa4c5a" /></Relationships>
</file>

<file path=ppt/slideLayouts/_rels/slideLayout12.xml.rels>&#65279;<?xml version="1.0" encoding="utf-8"?><Relationships xmlns="http://schemas.openxmlformats.org/package/2006/relationships"><Relationship Type="http://schemas.openxmlformats.org/officeDocument/2006/relationships/slideMaster" Target="/ppt/slideMasters/slideMaster1.xml" Id="Rea9b4c849e4d479b" /><Relationship Type="http://schemas.openxmlformats.org/officeDocument/2006/relationships/image" Target="/ppt/media/image5.png" Id="Refac41e45f2d4d5d" /></Relationships>
</file>

<file path=ppt/slideLayouts/_rels/slideLayout13.xml.rels>&#65279;<?xml version="1.0" encoding="utf-8"?><Relationships xmlns="http://schemas.openxmlformats.org/package/2006/relationships"><Relationship Type="http://schemas.openxmlformats.org/officeDocument/2006/relationships/slideMaster" Target="/ppt/slideMasters/slideMaster1.xml" Id="R04032400715645b1" /></Relationships>
</file>

<file path=ppt/slideLayouts/_rels/slideLayout14.xml.rels>&#65279;<?xml version="1.0" encoding="utf-8"?><Relationships xmlns="http://schemas.openxmlformats.org/package/2006/relationships"><Relationship Type="http://schemas.openxmlformats.org/officeDocument/2006/relationships/slideMaster" Target="/ppt/slideMasters/slideMaster1.xml" Id="Rdee8ba38222341cd" /><Relationship Type="http://schemas.openxmlformats.org/officeDocument/2006/relationships/image" Target="/ppt/media/image.jpeg" Id="Ra5b757c9ef5b42ec" /></Relationships>
</file>

<file path=ppt/slideLayouts/_rels/slideLayout15.xml.rels>&#65279;<?xml version="1.0" encoding="utf-8"?><Relationships xmlns="http://schemas.openxmlformats.org/package/2006/relationships"><Relationship Type="http://schemas.openxmlformats.org/officeDocument/2006/relationships/slideMaster" Target="/ppt/slideMasters/slideMaster1.xml" Id="R5c54ba2407474545" /><Relationship Type="http://schemas.openxmlformats.org/officeDocument/2006/relationships/image" Target="/ppt/media/image6.png" Id="R5d04d6d763624931" /></Relationships>
</file>

<file path=ppt/slideLayouts/_rels/slideLayout16.xml.rels>&#65279;<?xml version="1.0" encoding="utf-8"?><Relationships xmlns="http://schemas.openxmlformats.org/package/2006/relationships"><Relationship Type="http://schemas.openxmlformats.org/officeDocument/2006/relationships/slideMaster" Target="/ppt/slideMasters/slideMaster1.xml" Id="R1beb852bb4704be4" /></Relationships>
</file>

<file path=ppt/slideLayouts/_rels/slideLayout17.xml.rels>&#65279;<?xml version="1.0" encoding="utf-8"?><Relationships xmlns="http://schemas.openxmlformats.org/package/2006/relationships"><Relationship Type="http://schemas.openxmlformats.org/officeDocument/2006/relationships/slideMaster" Target="/ppt/slideMasters/slideMaster1.xml" Id="R7460fb5f88ae4fe5" /><Relationship Type="http://schemas.openxmlformats.org/officeDocument/2006/relationships/image" Target="/ppt/media/image.png" Id="Rbf16a8ec021b4554" /></Relationships>
</file>

<file path=ppt/slideLayouts/_rels/slideLayout18.xml.rels>&#65279;<?xml version="1.0" encoding="utf-8"?><Relationships xmlns="http://schemas.openxmlformats.org/package/2006/relationships"><Relationship Type="http://schemas.openxmlformats.org/officeDocument/2006/relationships/slideMaster" Target="/ppt/slideMasters/slideMaster1.xml" Id="Rba85695cc1be4291" /><Relationship Type="http://schemas.openxmlformats.org/officeDocument/2006/relationships/image" Target="/ppt/media/image2.jpeg" Id="R56ba7b3a429d4cc0" /></Relationships>
</file>

<file path=ppt/slideLayouts/_rels/slideLayout19.xml.rels>&#65279;<?xml version="1.0" encoding="utf-8"?><Relationships xmlns="http://schemas.openxmlformats.org/package/2006/relationships"><Relationship Type="http://schemas.openxmlformats.org/officeDocument/2006/relationships/slideMaster" Target="/ppt/slideMasters/slideMaster1.xml" Id="Ra68e5ed147ff432c" /></Relationships>
</file>

<file path=ppt/slideLayouts/_rels/slideLayout20.xml.rels>&#65279;<?xml version="1.0" encoding="utf-8"?><Relationships xmlns="http://schemas.openxmlformats.org/package/2006/relationships"><Relationship Type="http://schemas.openxmlformats.org/officeDocument/2006/relationships/slideMaster" Target="/ppt/slideMasters/slideMaster1.xml" Id="R40d04aa054544c09" /></Relationships>
</file>

<file path=ppt/slideLayouts/_rels/slideLayout21.xml.rels>&#65279;<?xml version="1.0" encoding="utf-8"?><Relationships xmlns="http://schemas.openxmlformats.org/package/2006/relationships"><Relationship Type="http://schemas.openxmlformats.org/officeDocument/2006/relationships/slideMaster" Target="/ppt/slideMasters/slideMaster1.xml" Id="R991b55247527493a" /></Relationships>
</file>

<file path=ppt/slideLayouts/_rels/slideLayout22.xml.rels>&#65279;<?xml version="1.0" encoding="utf-8"?><Relationships xmlns="http://schemas.openxmlformats.org/package/2006/relationships"><Relationship Type="http://schemas.openxmlformats.org/officeDocument/2006/relationships/slideMaster" Target="/ppt/slideMasters/slideMaster1.xml" Id="Ra12188ad30db45f3" /><Relationship Type="http://schemas.openxmlformats.org/officeDocument/2006/relationships/image" Target="/ppt/media/image7.png" Id="Rcdc526811e454449" /></Relationships>
</file>

<file path=ppt/slideLayouts/_rels/slideLayout23.xml.rels>&#65279;<?xml version="1.0" encoding="utf-8"?><Relationships xmlns="http://schemas.openxmlformats.org/package/2006/relationships"><Relationship Type="http://schemas.openxmlformats.org/officeDocument/2006/relationships/slideMaster" Target="/ppt/slideMasters/slideMaster1.xml" Id="Rab608f972e844149" /></Relationships>
</file>

<file path=ppt/slideLayouts/slideLayout1.xml><?xml version="1.0" encoding="utf-8"?>
<p:sldLayout xmlns:p="http://schemas.openxmlformats.org/presentationml/2006/main" preserve="1">
  <p:cSld name="Title Slide">
    <p:bg>
      <p:bgPr>
        <a:blipFill xmlns:a="http://schemas.openxmlformats.org/drawingml/2006/main" rotWithShape="1">
          <a:blip xmlns:r="http://schemas.openxmlformats.org/officeDocument/2006/relationships" r:embed="Rb862fed849a2455d">
            <a:lum/>
          </a:blip>
          <a:srcRect l="0" t="0" r="0" b="0"/>
          <a:stretch>
            <a:fillRect l="0" t="0" r="0" b="0"/>
          </a:stretch>
        </a:blipFill>
      </p:bgPr>
    </p:bg>
    <p:spTree>
      <p:nvGrpSpPr>
        <p:cNvPr id="1" name=""/>
        <p:cNvGrpSpPr/>
        <p:nvPr/>
      </p:nvGrpSpPr>
      <p:grpSpPr>
        <a:xfrm xmlns:a="http://schemas.openxmlformats.org/drawingml/2006/main"/>
      </p:grpSpPr>
      <p:sp>
        <p:nvSpPr>
          <p:cNvPr id="3" name="Subtitle 2">
            <a:extLst xmlns:a="http://schemas.openxmlformats.org/drawingml/2006/main">
              <a:ext uri="{FF2B5EF4-FFF2-40B4-BE49-F238E27FC236}">
                <a16:creationId xmlns:a16="http://schemas.microsoft.com/office/drawing/2014/main" id="{E284C09B-9BEE-4B03-89A6-90BC0ADF98F5}"/>
              </a:ext>
            </a:extLst>
          </p:cNvPr>
          <p:cNvSpPr>
            <a:spLocks xmlns:a="http://schemas.openxmlformats.org/drawingml/2006/main" noGrp="1"/>
          </p:cNvSpPr>
          <p:nvPr>
            <p:ph type="subTitle" idx="1"/>
          </p:nvPr>
        </p:nvSpPr>
        <p:spPr>
          <a:xfrm xmlns:a="http://schemas.openxmlformats.org/drawingml/2006/main">
            <a:off x="1685925" y="4306888"/>
            <a:ext cx="9144000" cy="788987"/>
          </a:xfrm>
          <a:prstGeom xmlns:a="http://schemas.openxmlformats.org/drawingml/2006/main" prst="rect">
            <a:avLst/>
          </a:prstGeom>
        </p:spPr>
        <p:txBody>
          <a:bodyPr xmlns:a="http://schemas.openxmlformats.org/drawingml/2006/main"/>
          <a:lstStyle xmlns:a="http://schemas.openxmlformats.org/drawingml/2006/main">
            <a:lvl1pPr marL="0" indent="0" algn="ctr">
              <a:buNone/>
              <a:defRPr sz="24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xmlns:a="http://schemas.openxmlformats.org/drawingml/2006/main">
            <a:r>
              <a:t>Click to edit Master subtitle style</a:t>
            </a:r>
          </a:p>
        </p:txBody>
      </p:sp>
      <p:sp>
        <p:nvSpPr>
          <p:cNvPr id="4" name="Date Placeholder 3">
            <a:extLst xmlns:a="http://schemas.openxmlformats.org/drawingml/2006/main">
              <a:ext uri="{FF2B5EF4-FFF2-40B4-BE49-F238E27FC236}">
                <a16:creationId xmlns:a16="http://schemas.microsoft.com/office/drawing/2014/main" id="{061B415A-8010-4B10-ADC5-F06C96415228}"/>
              </a:ext>
            </a:extLst>
          </p:cNvPr>
          <p:cNvSpPr>
            <a:spLocks xmlns:a="http://schemas.openxmlformats.org/drawingml/2006/main" noGrp="1"/>
          </p:cNvSpPr>
          <p:nvPr>
            <p:ph type="dt" idx="10"/>
          </p:nvPr>
        </p:nvSpPr>
        <p:spPr>
          <a:xfrm xmlns:a="http://schemas.openxmlformats.org/drawingml/2006/main">
            <a:off x="838200" y="6356350"/>
            <a:ext cx="2743200" cy="365125"/>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fld id="{57020DAE-7ED0-4B17-B656-7E9590772B44}" type="datetimeFigureOut">
              <a:t>7/31/2026</a:t>
            </a:fld>
            <a:endParaRPr/>
          </a:p>
        </p:txBody>
      </p:sp>
      <p:sp>
        <p:nvSpPr>
          <p:cNvPr id="5" name="Footer Placeholder 4">
            <a:extLst xmlns:a="http://schemas.openxmlformats.org/drawingml/2006/main">
              <a:ext uri="{FF2B5EF4-FFF2-40B4-BE49-F238E27FC236}">
                <a16:creationId xmlns:a16="http://schemas.microsoft.com/office/drawing/2014/main" id="{6051A2FA-570F-4744-8076-18DA1F5D68EC}"/>
              </a:ext>
            </a:extLst>
          </p:cNvPr>
          <p:cNvSpPr>
            <a:spLocks xmlns:a="http://schemas.openxmlformats.org/drawingml/2006/main" noGrp="1"/>
          </p:cNvSpPr>
          <p:nvPr>
            <p:ph type="ftr" idx="11"/>
          </p:nvPr>
        </p:nvSpPr>
        <p:spPr>
          <a:xfrm xmlns:a="http://schemas.openxmlformats.org/drawingml/2006/main">
            <a:off x="4038600" y="6356350"/>
            <a:ext cx="4114800" cy="365125"/>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endParaRPr/>
          </a:p>
        </p:txBody>
      </p:sp>
      <p:sp>
        <p:nvSpPr>
          <p:cNvPr id="6" name="Slide Number Placeholder 5">
            <a:extLst xmlns:a="http://schemas.openxmlformats.org/drawingml/2006/main">
              <a:ext uri="{FF2B5EF4-FFF2-40B4-BE49-F238E27FC236}">
                <a16:creationId xmlns:a16="http://schemas.microsoft.com/office/drawing/2014/main" id="{8E542AE3-6831-417D-A120-FB0AB2A18DC7}"/>
              </a:ext>
            </a:extLst>
          </p:cNvPr>
          <p:cNvSpPr>
            <a:spLocks xmlns:a="http://schemas.openxmlformats.org/drawingml/2006/main" noGrp="1"/>
          </p:cNvSpPr>
          <p:nvPr>
            <p:ph type="sldNum" idx="12"/>
          </p:nvPr>
        </p:nvSpPr>
        <p:spPr>
          <a:xfrm xmlns:a="http://schemas.openxmlformats.org/drawingml/2006/main">
            <a:off x="8610600" y="6356350"/>
            <a:ext cx="2743200" cy="365125"/>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fld id="{A74DB8E4-0DF9-4658-8AF8-1D74F81145F2}" type="slidenum">
              <a:t>‹#›</a:t>
            </a:fld>
            <a:endParaRPr/>
          </a:p>
        </p:txBody>
      </p:sp>
      <p:pic>
        <p:nvPicPr>
          <p:cNvPr id="2" name="Picture 1">
            <a:extLst xmlns:a="http://schemas.openxmlformats.org/drawingml/2006/main">
              <a:ext uri="{FF2B5EF4-FFF2-40B4-BE49-F238E27FC236}">
                <a16:creationId xmlns:a16="http://schemas.microsoft.com/office/drawing/2014/main" id="{5AB17802-B639-4E8B-92AC-1F377ADD2F3D}"/>
              </a:ext>
            </a:extLst>
          </p:cNvPr>
          <p:cNvPicPr>
            <a:picLocks xmlns:a="http://schemas.openxmlformats.org/drawingml/2006/main" noChangeAspect="1"/>
          </p:cNvPicPr>
          <p:nvPr/>
        </p:nvPicPr>
        <p:blipFill>
          <a:blip xmlns:r="http://schemas.openxmlformats.org/officeDocument/2006/relationships" xmlns:a="http://schemas.openxmlformats.org/drawingml/2006/main" r:embed="R3cc1d03b84d84525">
            <a:duotone>
              <a:schemeClr val="bg2">
                <a:shade val="45000"/>
                <a:satMod val="135000"/>
              </a:schemeClr>
              <a:prstClr val="white"/>
            </a:duotone>
          </a:blip>
          <a:stretch xmlns:a="http://schemas.openxmlformats.org/drawingml/2006/main">
            <a:fillRect l="0" t="0" r="0" b="0"/>
          </a:stretch>
        </p:blipFill>
        <p:spPr>
          <a:xfrm xmlns:a="http://schemas.openxmlformats.org/drawingml/2006/main">
            <a:off x="5815113" y="1164887"/>
            <a:ext cx="5770529" cy="2308212"/>
          </a:xfrm>
          <a:prstGeom xmlns:a="http://schemas.openxmlformats.org/drawingml/2006/main" prst="rect">
            <a:avLst/>
          </a:prstGeom>
        </p:spPr>
      </p:pic>
    </p:spTree>
  </p:cSld>
</p:sldLayout>
</file>

<file path=ppt/slideLayouts/slideLayout2.xml><?xml version="1.0" encoding="utf-8"?>
<p:sldLayout xmlns:p="http://schemas.openxmlformats.org/presentationml/2006/main" preserve="1" userDrawn="1">
  <p:cSld name="Title and Content">
    <p:bg>
      <p:bgPr>
        <a:blipFill xmlns:a="http://schemas.openxmlformats.org/drawingml/2006/main" rotWithShape="1">
          <a:blip xmlns:r="http://schemas.openxmlformats.org/officeDocument/2006/relationships" r:embed="Rda60899d783a4e0d">
            <a:lum/>
          </a:blip>
          <a:srcRect l="0" t="0" r="0" b="0"/>
          <a:stretch>
            <a:fillRect l="0" t="0" r="0" b="0"/>
          </a:stretch>
        </a:blipFill>
      </p:bgPr>
    </p:bg>
    <p:spTree>
      <p:nvGrpSpPr>
        <p:cNvPr id="1" name=""/>
        <p:cNvGrpSpPr/>
        <p:nvPr/>
      </p:nvGrpSpPr>
      <p:grpSpPr>
        <a:xfrm xmlns:a="http://schemas.openxmlformats.org/drawingml/2006/main"/>
      </p:grpSpPr>
      <p:sp>
        <p:nvSpPr>
          <p:cNvPr id="3" name="Content Placeholder 2">
            <a:extLst xmlns:a="http://schemas.openxmlformats.org/drawingml/2006/main">
              <a:ext uri="{FF2B5EF4-FFF2-40B4-BE49-F238E27FC236}">
                <a16:creationId xmlns:a16="http://schemas.microsoft.com/office/drawing/2014/main" id="{EC5A5FF7-3D1E-4C09-BCFF-A09149E0DCC7}"/>
              </a:ext>
            </a:extLst>
          </p:cNvPr>
          <p:cNvSpPr>
            <a:spLocks xmlns:a="http://schemas.openxmlformats.org/drawingml/2006/main" noGrp="1"/>
          </p:cNvSpPr>
          <p:nvPr>
            <p:ph idx="1"/>
          </p:nvPr>
        </p:nvSpPr>
        <p:spPr>
          <a:xfrm xmlns:a="http://schemas.openxmlformats.org/drawingml/2006/main">
            <a:off x="838200" y="1825625"/>
            <a:ext cx="10515600" cy="4351338"/>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pPr lvl="0">
              <a:buNone/>
            </a:pPr>
            <a:r>
              <a:t>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4" name="Date Placeholder 3">
            <a:extLst xmlns:a="http://schemas.openxmlformats.org/drawingml/2006/main">
              <a:ext uri="{FF2B5EF4-FFF2-40B4-BE49-F238E27FC236}">
                <a16:creationId xmlns:a16="http://schemas.microsoft.com/office/drawing/2014/main" id="{EE678022-707C-466A-84C6-F25983D3CF48}"/>
              </a:ext>
            </a:extLst>
          </p:cNvPr>
          <p:cNvSpPr>
            <a:spLocks xmlns:a="http://schemas.openxmlformats.org/drawingml/2006/main" noGrp="1"/>
          </p:cNvSpPr>
          <p:nvPr>
            <p:ph type="dt" idx="10"/>
          </p:nvPr>
        </p:nvSpPr>
        <p:spPr>
          <a:xfrm xmlns:a="http://schemas.openxmlformats.org/drawingml/2006/main">
            <a:off x="838200" y="6356350"/>
            <a:ext cx="2743200" cy="365125"/>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fld id="{57020DAE-7ED0-4B17-B656-7E9590772B44}" type="datetimeFigureOut">
              <a:t>7/31/2026</a:t>
            </a:fld>
            <a:endParaRPr/>
          </a:p>
        </p:txBody>
      </p:sp>
      <p:sp>
        <p:nvSpPr>
          <p:cNvPr id="5" name="Footer Placeholder 4">
            <a:extLst xmlns:a="http://schemas.openxmlformats.org/drawingml/2006/main">
              <a:ext uri="{FF2B5EF4-FFF2-40B4-BE49-F238E27FC236}">
                <a16:creationId xmlns:a16="http://schemas.microsoft.com/office/drawing/2014/main" id="{BB7EFAD0-15AD-4C2D-BB68-39195CADA942}"/>
              </a:ext>
            </a:extLst>
          </p:cNvPr>
          <p:cNvSpPr>
            <a:spLocks xmlns:a="http://schemas.openxmlformats.org/drawingml/2006/main" noGrp="1"/>
          </p:cNvSpPr>
          <p:nvPr>
            <p:ph type="ftr" idx="11"/>
          </p:nvPr>
        </p:nvSpPr>
        <p:spPr>
          <a:xfrm xmlns:a="http://schemas.openxmlformats.org/drawingml/2006/main">
            <a:off x="4038600" y="6356350"/>
            <a:ext cx="4114800" cy="365125"/>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endParaRPr/>
          </a:p>
        </p:txBody>
      </p:sp>
      <p:sp>
        <p:nvSpPr>
          <p:cNvPr id="6" name="Slide Number Placeholder 5">
            <a:extLst xmlns:a="http://schemas.openxmlformats.org/drawingml/2006/main">
              <a:ext uri="{FF2B5EF4-FFF2-40B4-BE49-F238E27FC236}">
                <a16:creationId xmlns:a16="http://schemas.microsoft.com/office/drawing/2014/main" id="{4EBFC27C-95C2-4A8E-92EC-FA07E41EF1BF}"/>
              </a:ext>
            </a:extLst>
          </p:cNvPr>
          <p:cNvSpPr>
            <a:spLocks xmlns:a="http://schemas.openxmlformats.org/drawingml/2006/main" noGrp="1"/>
          </p:cNvSpPr>
          <p:nvPr>
            <p:ph type="sldNum" idx="12"/>
          </p:nvPr>
        </p:nvSpPr>
        <p:spPr>
          <a:xfrm xmlns:a="http://schemas.openxmlformats.org/drawingml/2006/main">
            <a:off x="8610600" y="6356350"/>
            <a:ext cx="2743200" cy="365125"/>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fld id="{A74DB8E4-0DF9-4658-8AF8-1D74F81145F2}" type="slidenum">
              <a:t>‹#›</a:t>
            </a:fld>
            <a:endParaRPr/>
          </a:p>
        </p:txBody>
      </p:sp>
      <p:sp>
        <p:nvSpPr>
          <p:cNvPr id="7" name="Straight Connector 6">
            <a:extLst xmlns:a="http://schemas.openxmlformats.org/drawingml/2006/main">
              <a:ext uri="{FF2B5EF4-FFF2-40B4-BE49-F238E27FC236}">
                <a16:creationId xmlns:a16="http://schemas.microsoft.com/office/drawing/2014/main" id="{CF6B0A20-F447-4438-99E5-9022D0CD043D}"/>
              </a:ext>
            </a:extLst>
          </p:cNvPr>
          <p:cNvSpPr>
            <a:spLocks xmlns:a="http://schemas.openxmlformats.org/drawingml/2006/main" noGrp="1"/>
          </p:cNvSpPr>
          <p:nvPr/>
        </p:nvSpPr>
        <p:spPr>
          <a:xfrm xmlns:a="http://schemas.openxmlformats.org/drawingml/2006/main">
            <a:off x="4168877" y="1110586"/>
            <a:ext cx="3903407" cy="0"/>
          </a:xfrm>
          <a:prstGeom xmlns:a="http://schemas.openxmlformats.org/drawingml/2006/main" prst="line">
            <a:avLst/>
          </a:prstGeom>
          <a:ln xmlns:a="http://schemas.openxmlformats.org/drawingml/2006/main" w="19050">
            <a:solidFill>
              <a:schemeClr val="bg1"/>
            </a:solidFill>
          </a:ln>
        </p:spPr>
        <p: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p:style>
      </p:sp>
    </p:spTree>
  </p:cSld>
</p:sldLayout>
</file>

<file path=ppt/slideLayouts/slideLayout3.xml><?xml version="1.0" encoding="utf-8"?>
<p:sldLayout xmlns:p="http://schemas.openxmlformats.org/presentationml/2006/main" type="secHead" preserve="1">
  <p:cSld name="Section Header">
    <p:bg>
      <p:bgPr>
        <a:blipFill xmlns:a="http://schemas.openxmlformats.org/drawingml/2006/main" rotWithShape="1">
          <a:blip xmlns:r="http://schemas.openxmlformats.org/officeDocument/2006/relationships" r:embed="R40e1e8f87a374420">
            <a:lum/>
          </a:blip>
          <a:srcRect l="0" t="0" r="0" b="0"/>
          <a:stretch>
            <a:fillRect l="0" t="0" r="0" b="0"/>
          </a:stretch>
        </a:blipFill>
      </p:bgPr>
    </p:bg>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61ED5FC6-F627-475F-8A97-8CD93A3D4835}"/>
              </a:ext>
            </a:extLst>
          </p:cNvPr>
          <p:cNvSpPr>
            <a:spLocks xmlns:a="http://schemas.openxmlformats.org/drawingml/2006/main" noGrp="1"/>
          </p:cNvSpPr>
          <p:nvPr>
            <p:ph type="title" idx="0"/>
          </p:nvPr>
        </p:nvSpPr>
        <p:spPr>
          <a:xfrm xmlns:a="http://schemas.openxmlformats.org/drawingml/2006/main">
            <a:off x="831850" y="1709738"/>
            <a:ext cx="10515600" cy="2852737"/>
          </a:xfrm>
          <a:prstGeom xmlns:a="http://schemas.openxmlformats.org/drawingml/2006/main" prst="rect">
            <a:avLst/>
          </a:prstGeom>
        </p:spPr>
        <p:txBody>
          <a:bodyPr xmlns:a="http://schemas.openxmlformats.org/drawingml/2006/main" anchor="b"/>
          <a:lstStyle xmlns:a="http://schemas.openxmlformats.org/drawingml/2006/main">
            <a:lvl1pPr>
              <a:buNone/>
              <a:defRPr sz="6000"/>
            </a:lvl1pPr>
          </a:lstStyle>
          <a:p xmlns:a="http://schemas.openxmlformats.org/drawingml/2006/main">
            <a:r>
              <a:t>Click to edit Master title style</a:t>
            </a:r>
          </a:p>
        </p:txBody>
      </p:sp>
      <p:sp>
        <p:nvSpPr>
          <p:cNvPr id="3" name="Text Placeholder 2">
            <a:extLst xmlns:a="http://schemas.openxmlformats.org/drawingml/2006/main">
              <a:ext uri="{FF2B5EF4-FFF2-40B4-BE49-F238E27FC236}">
                <a16:creationId xmlns:a16="http://schemas.microsoft.com/office/drawing/2014/main" id="{920BDB43-DB53-4776-A7D3-F0226A094E77}"/>
              </a:ext>
            </a:extLst>
          </p:cNvPr>
          <p:cNvSpPr>
            <a:spLocks xmlns:a="http://schemas.openxmlformats.org/drawingml/2006/main" noGrp="1"/>
          </p:cNvSpPr>
          <p:nvPr>
            <p:ph type="body" idx="1"/>
          </p:nvPr>
        </p:nvSpPr>
        <p:spPr>
          <a:xfrm xmlns:a="http://schemas.openxmlformats.org/drawingml/2006/main">
            <a:off x="831850" y="4589463"/>
            <a:ext cx="10515600" cy="1500187"/>
          </a:xfrm>
          <a:prstGeom xmlns:a="http://schemas.openxmlformats.org/drawingml/2006/main" prst="rect">
            <a:avLst/>
          </a:prstGeom>
        </p:spPr>
        <p:txBody>
          <a:bodyPr xmlns:a="http://schemas.openxmlformats.org/drawingml/2006/main"/>
          <a:lstStyle xmlns:a="http://schemas.openxmlformats.org/drawingml/2006/main">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xmlns:a="http://schemas.openxmlformats.org/drawingml/2006/main">
            <a:pPr lvl="0">
              <a:buNone/>
            </a:pPr>
            <a:r>
              <a:t>Edit Master text styles</a:t>
            </a:r>
          </a:p>
        </p:txBody>
      </p:sp>
      <p:sp>
        <p:nvSpPr>
          <p:cNvPr id="4" name="Date Placeholder 3">
            <a:extLst xmlns:a="http://schemas.openxmlformats.org/drawingml/2006/main">
              <a:ext uri="{FF2B5EF4-FFF2-40B4-BE49-F238E27FC236}">
                <a16:creationId xmlns:a16="http://schemas.microsoft.com/office/drawing/2014/main" id="{1B918AF3-3D52-4749-8DEC-29102D283BB4}"/>
              </a:ext>
            </a:extLst>
          </p:cNvPr>
          <p:cNvSpPr>
            <a:spLocks xmlns:a="http://schemas.openxmlformats.org/drawingml/2006/main" noGrp="1"/>
          </p:cNvSpPr>
          <p:nvPr>
            <p:ph type="dt" idx="10"/>
          </p:nvPr>
        </p:nvSpPr>
        <p:spPr>
          <a:xfrm xmlns:a="http://schemas.openxmlformats.org/drawingml/2006/main">
            <a:off x="838200" y="6356350"/>
            <a:ext cx="2743200" cy="365125"/>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fld id="{57020DAE-7ED0-4B17-B656-7E9590772B44}" type="datetimeFigureOut">
              <a:t>7/31/2026</a:t>
            </a:fld>
            <a:endParaRPr/>
          </a:p>
        </p:txBody>
      </p:sp>
      <p:sp>
        <p:nvSpPr>
          <p:cNvPr id="5" name="Footer Placeholder 4">
            <a:extLst xmlns:a="http://schemas.openxmlformats.org/drawingml/2006/main">
              <a:ext uri="{FF2B5EF4-FFF2-40B4-BE49-F238E27FC236}">
                <a16:creationId xmlns:a16="http://schemas.microsoft.com/office/drawing/2014/main" id="{890B2E11-AFF8-4DF6-8216-67A9574AF55C}"/>
              </a:ext>
            </a:extLst>
          </p:cNvPr>
          <p:cNvSpPr>
            <a:spLocks xmlns:a="http://schemas.openxmlformats.org/drawingml/2006/main" noGrp="1"/>
          </p:cNvSpPr>
          <p:nvPr>
            <p:ph type="ftr" idx="11"/>
          </p:nvPr>
        </p:nvSpPr>
        <p:spPr>
          <a:xfrm xmlns:a="http://schemas.openxmlformats.org/drawingml/2006/main">
            <a:off x="4038600" y="6356350"/>
            <a:ext cx="4114800" cy="365125"/>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endParaRPr/>
          </a:p>
        </p:txBody>
      </p:sp>
      <p:sp>
        <p:nvSpPr>
          <p:cNvPr id="6" name="Slide Number Placeholder 5">
            <a:extLst xmlns:a="http://schemas.openxmlformats.org/drawingml/2006/main">
              <a:ext uri="{FF2B5EF4-FFF2-40B4-BE49-F238E27FC236}">
                <a16:creationId xmlns:a16="http://schemas.microsoft.com/office/drawing/2014/main" id="{E8944C8C-AAC2-421E-A179-B2BC98F3EA5A}"/>
              </a:ext>
            </a:extLst>
          </p:cNvPr>
          <p:cNvSpPr>
            <a:spLocks xmlns:a="http://schemas.openxmlformats.org/drawingml/2006/main" noGrp="1"/>
          </p:cNvSpPr>
          <p:nvPr>
            <p:ph type="sldNum" idx="12"/>
          </p:nvPr>
        </p:nvSpPr>
        <p:spPr>
          <a:xfrm xmlns:a="http://schemas.openxmlformats.org/drawingml/2006/main">
            <a:off x="8610600" y="6356350"/>
            <a:ext cx="2743200" cy="365125"/>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fld id="{A74DB8E4-0DF9-4658-8AF8-1D74F81145F2}" type="slidenum">
              <a:t>‹#›</a:t>
            </a:fld>
            <a:endParaRPr/>
          </a:p>
        </p:txBody>
      </p:sp>
    </p:spTree>
  </p:cSld>
</p:sldLayout>
</file>

<file path=ppt/slideLayouts/slideLayout4.xml><?xml version="1.0" encoding="utf-8"?>
<p:sldLayout xmlns:p="http://schemas.openxmlformats.org/presentationml/2006/main" type="twoObj" preserve="1">
  <p:cSld name="Two Content">
    <p:bg>
      <p:bgPr>
        <a:blipFill xmlns:a="http://schemas.openxmlformats.org/drawingml/2006/main" rotWithShape="1">
          <a:blip xmlns:r="http://schemas.openxmlformats.org/officeDocument/2006/relationships" r:embed="R1c88ecbb0f684a40">
            <a:lum/>
          </a:blip>
          <a:srcRect l="0" t="0" r="0" b="0"/>
          <a:stretch>
            <a:fillRect l="0" t="0" r="0" b="0"/>
          </a:stretch>
        </a:blipFill>
      </p:bgPr>
    </p:bg>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E0496D27-B985-475C-A165-389FADEF6AAD}"/>
              </a:ext>
            </a:extLst>
          </p:cNvPr>
          <p:cNvSpPr>
            <a:spLocks xmlns:a="http://schemas.openxmlformats.org/drawingml/2006/main" noGrp="1"/>
          </p:cNvSpPr>
          <p:nvPr>
            <p:ph type="title" idx="0"/>
          </p:nvPr>
        </p:nvSpPr>
        <p:spPr>
          <a:xfrm xmlns:a="http://schemas.openxmlformats.org/drawingml/2006/main">
            <a:off x="838200" y="365125"/>
            <a:ext cx="10515600" cy="1325563"/>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r>
              <a:t>Click to edit Master title style</a:t>
            </a:r>
          </a:p>
        </p:txBody>
      </p:sp>
      <p:sp>
        <p:nvSpPr>
          <p:cNvPr id="3" name="Content Placeholder 2">
            <a:extLst xmlns:a="http://schemas.openxmlformats.org/drawingml/2006/main">
              <a:ext uri="{FF2B5EF4-FFF2-40B4-BE49-F238E27FC236}">
                <a16:creationId xmlns:a16="http://schemas.microsoft.com/office/drawing/2014/main" id="{5FF171A7-7647-4D89-84BF-4D360D7414F3}"/>
              </a:ext>
            </a:extLst>
          </p:cNvPr>
          <p:cNvSpPr>
            <a:spLocks xmlns:a="http://schemas.openxmlformats.org/drawingml/2006/main" noGrp="1"/>
          </p:cNvSpPr>
          <p:nvPr>
            <p:ph idx="1"/>
          </p:nvPr>
        </p:nvSpPr>
        <p:spPr>
          <a:xfrm xmlns:a="http://schemas.openxmlformats.org/drawingml/2006/main">
            <a:off x="838200" y="1825625"/>
            <a:ext cx="5181600" cy="4351338"/>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pPr lvl="0">
              <a:buNone/>
            </a:pPr>
            <a:r>
              <a:t>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4" name="Content Placeholder 3">
            <a:extLst xmlns:a="http://schemas.openxmlformats.org/drawingml/2006/main">
              <a:ext uri="{FF2B5EF4-FFF2-40B4-BE49-F238E27FC236}">
                <a16:creationId xmlns:a16="http://schemas.microsoft.com/office/drawing/2014/main" id="{A2F72D8F-E3A1-4772-AC16-D559951034DA}"/>
              </a:ext>
            </a:extLst>
          </p:cNvPr>
          <p:cNvSpPr>
            <a:spLocks xmlns:a="http://schemas.openxmlformats.org/drawingml/2006/main" noGrp="1"/>
          </p:cNvSpPr>
          <p:nvPr>
            <p:ph idx="2"/>
          </p:nvPr>
        </p:nvSpPr>
        <p:spPr>
          <a:xfrm xmlns:a="http://schemas.openxmlformats.org/drawingml/2006/main">
            <a:off x="6172200" y="1825625"/>
            <a:ext cx="5181600" cy="4351338"/>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pPr lvl="0">
              <a:buNone/>
            </a:pPr>
            <a:r>
              <a:t>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5" name="Date Placeholder 4">
            <a:extLst xmlns:a="http://schemas.openxmlformats.org/drawingml/2006/main">
              <a:ext uri="{FF2B5EF4-FFF2-40B4-BE49-F238E27FC236}">
                <a16:creationId xmlns:a16="http://schemas.microsoft.com/office/drawing/2014/main" id="{D12446A3-22EC-4739-8CA7-09CDD2AE70B4}"/>
              </a:ext>
            </a:extLst>
          </p:cNvPr>
          <p:cNvSpPr>
            <a:spLocks xmlns:a="http://schemas.openxmlformats.org/drawingml/2006/main" noGrp="1"/>
          </p:cNvSpPr>
          <p:nvPr>
            <p:ph type="dt" idx="10"/>
          </p:nvPr>
        </p:nvSpPr>
        <p:spPr>
          <a:xfrm xmlns:a="http://schemas.openxmlformats.org/drawingml/2006/main">
            <a:off x="838200" y="6356350"/>
            <a:ext cx="2743200" cy="365125"/>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fld id="{57020DAE-7ED0-4B17-B656-7E9590772B44}" type="datetimeFigureOut">
              <a:t>7/31/2026</a:t>
            </a:fld>
            <a:endParaRPr/>
          </a:p>
        </p:txBody>
      </p:sp>
      <p:sp>
        <p:nvSpPr>
          <p:cNvPr id="6" name="Footer Placeholder 5">
            <a:extLst xmlns:a="http://schemas.openxmlformats.org/drawingml/2006/main">
              <a:ext uri="{FF2B5EF4-FFF2-40B4-BE49-F238E27FC236}">
                <a16:creationId xmlns:a16="http://schemas.microsoft.com/office/drawing/2014/main" id="{9FF2D8D9-353D-470F-ACEC-BA81B0386950}"/>
              </a:ext>
            </a:extLst>
          </p:cNvPr>
          <p:cNvSpPr>
            <a:spLocks xmlns:a="http://schemas.openxmlformats.org/drawingml/2006/main" noGrp="1"/>
          </p:cNvSpPr>
          <p:nvPr>
            <p:ph type="ftr" idx="11"/>
          </p:nvPr>
        </p:nvSpPr>
        <p:spPr>
          <a:xfrm xmlns:a="http://schemas.openxmlformats.org/drawingml/2006/main">
            <a:off x="4038600" y="6356350"/>
            <a:ext cx="4114800" cy="365125"/>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endParaRPr/>
          </a:p>
        </p:txBody>
      </p:sp>
      <p:sp>
        <p:nvSpPr>
          <p:cNvPr id="7" name="Slide Number Placeholder 6">
            <a:extLst xmlns:a="http://schemas.openxmlformats.org/drawingml/2006/main">
              <a:ext uri="{FF2B5EF4-FFF2-40B4-BE49-F238E27FC236}">
                <a16:creationId xmlns:a16="http://schemas.microsoft.com/office/drawing/2014/main" id="{EB889898-9F7C-4375-8C07-1899007110DB}"/>
              </a:ext>
            </a:extLst>
          </p:cNvPr>
          <p:cNvSpPr>
            <a:spLocks xmlns:a="http://schemas.openxmlformats.org/drawingml/2006/main" noGrp="1"/>
          </p:cNvSpPr>
          <p:nvPr>
            <p:ph type="sldNum" idx="12"/>
          </p:nvPr>
        </p:nvSpPr>
        <p:spPr>
          <a:xfrm xmlns:a="http://schemas.openxmlformats.org/drawingml/2006/main">
            <a:off x="8610600" y="6356350"/>
            <a:ext cx="2743200" cy="365125"/>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fld id="{A74DB8E4-0DF9-4658-8AF8-1D74F81145F2}" type="slidenum">
              <a:t>‹#›</a:t>
            </a:fld>
            <a:endParaRPr/>
          </a:p>
        </p:txBody>
      </p:sp>
    </p:spTree>
  </p:cSld>
</p:sldLayout>
</file>

<file path=ppt/slideLayouts/slideLayout5.xml><?xml version="1.0" encoding="utf-8"?>
<p:sldLayout xmlns:p="http://schemas.openxmlformats.org/presentationml/2006/main" type="titleOnly" preserve="1">
  <p:cSld name="Title Only">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BF9777DC-F4A1-4DF4-B9D0-C69E3B05C4B1}"/>
              </a:ext>
            </a:extLst>
          </p:cNvPr>
          <p:cNvSpPr>
            <a:spLocks xmlns:a="http://schemas.openxmlformats.org/drawingml/2006/main" noGrp="1"/>
          </p:cNvSpPr>
          <p:nvPr>
            <p:ph type="title" idx="0"/>
          </p:nvPr>
        </p:nvSpPr>
        <p:spPr>
          <a:xfrm xmlns:a="http://schemas.openxmlformats.org/drawingml/2006/main">
            <a:off x="838200" y="365125"/>
            <a:ext cx="10515600" cy="1325563"/>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r>
              <a:t>Click to edit Master title style</a:t>
            </a:r>
          </a:p>
        </p:txBody>
      </p:sp>
      <p:sp>
        <p:nvSpPr>
          <p:cNvPr id="3" name="Date Placeholder 2">
            <a:extLst xmlns:a="http://schemas.openxmlformats.org/drawingml/2006/main">
              <a:ext uri="{FF2B5EF4-FFF2-40B4-BE49-F238E27FC236}">
                <a16:creationId xmlns:a16="http://schemas.microsoft.com/office/drawing/2014/main" id="{270CB065-CD76-48C8-ADE8-2F21621E6DF8}"/>
              </a:ext>
            </a:extLst>
          </p:cNvPr>
          <p:cNvSpPr>
            <a:spLocks xmlns:a="http://schemas.openxmlformats.org/drawingml/2006/main" noGrp="1"/>
          </p:cNvSpPr>
          <p:nvPr>
            <p:ph type="dt" idx="10"/>
          </p:nvPr>
        </p:nvSpPr>
        <p:spPr>
          <a:xfrm xmlns:a="http://schemas.openxmlformats.org/drawingml/2006/main">
            <a:off x="838200" y="6356350"/>
            <a:ext cx="2743200" cy="365125"/>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fld id="{57020DAE-7ED0-4B17-B656-7E9590772B44}" type="datetimeFigureOut">
              <a:t>7/31/2026</a:t>
            </a:fld>
            <a:endParaRPr/>
          </a:p>
        </p:txBody>
      </p:sp>
      <p:sp>
        <p:nvSpPr>
          <p:cNvPr id="4" name="Footer Placeholder 3">
            <a:extLst xmlns:a="http://schemas.openxmlformats.org/drawingml/2006/main">
              <a:ext uri="{FF2B5EF4-FFF2-40B4-BE49-F238E27FC236}">
                <a16:creationId xmlns:a16="http://schemas.microsoft.com/office/drawing/2014/main" id="{1ECA3761-B8B2-4AD4-AFBF-AE367AF12D1F}"/>
              </a:ext>
            </a:extLst>
          </p:cNvPr>
          <p:cNvSpPr>
            <a:spLocks xmlns:a="http://schemas.openxmlformats.org/drawingml/2006/main" noGrp="1"/>
          </p:cNvSpPr>
          <p:nvPr>
            <p:ph type="ftr" idx="11"/>
          </p:nvPr>
        </p:nvSpPr>
        <p:spPr>
          <a:xfrm xmlns:a="http://schemas.openxmlformats.org/drawingml/2006/main">
            <a:off x="4038600" y="6356350"/>
            <a:ext cx="4114800" cy="365125"/>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endParaRPr/>
          </a:p>
        </p:txBody>
      </p:sp>
      <p:sp>
        <p:nvSpPr>
          <p:cNvPr id="5" name="Slide Number Placeholder 4">
            <a:extLst xmlns:a="http://schemas.openxmlformats.org/drawingml/2006/main">
              <a:ext uri="{FF2B5EF4-FFF2-40B4-BE49-F238E27FC236}">
                <a16:creationId xmlns:a16="http://schemas.microsoft.com/office/drawing/2014/main" id="{F1AC4FDD-5713-441B-A15F-E61494EFFE1E}"/>
              </a:ext>
            </a:extLst>
          </p:cNvPr>
          <p:cNvSpPr>
            <a:spLocks xmlns:a="http://schemas.openxmlformats.org/drawingml/2006/main" noGrp="1"/>
          </p:cNvSpPr>
          <p:nvPr>
            <p:ph type="sldNum" idx="12"/>
          </p:nvPr>
        </p:nvSpPr>
        <p:spPr>
          <a:xfrm xmlns:a="http://schemas.openxmlformats.org/drawingml/2006/main">
            <a:off x="8610600" y="6356350"/>
            <a:ext cx="2743200" cy="365125"/>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fld id="{A74DB8E4-0DF9-4658-8AF8-1D74F81145F2}" type="slidenum">
              <a:t>‹#›</a:t>
            </a:fld>
            <a:endParaRPr/>
          </a:p>
        </p:txBody>
      </p:sp>
    </p:spTree>
  </p:cSld>
</p:sldLayout>
</file>

<file path=ppt/slideLayouts/slideLayout6.xml><?xml version="1.0" encoding="utf-8"?>
<p:sldLayout xmlns:p="http://schemas.openxmlformats.org/presentationml/2006/main" preserve="1">
  <p:cSld name="Blank">
    <p:spTree>
      <p:nvGrpSpPr>
        <p:cNvPr id="1" name=""/>
        <p:cNvGrpSpPr/>
        <p:nvPr/>
      </p:nvGrpSpPr>
      <p:grpSpPr>
        <a:xfrm xmlns:a="http://schemas.openxmlformats.org/drawingml/2006/main"/>
      </p:grpSpPr>
      <p:sp>
        <p:nvSpPr>
          <p:cNvPr id="2" name="Date Placeholder 1">
            <a:extLst xmlns:a="http://schemas.openxmlformats.org/drawingml/2006/main">
              <a:ext uri="{FF2B5EF4-FFF2-40B4-BE49-F238E27FC236}">
                <a16:creationId xmlns:a16="http://schemas.microsoft.com/office/drawing/2014/main" id="{948AFCF7-62C3-4B40-9690-621BA42B3DC9}"/>
              </a:ext>
            </a:extLst>
          </p:cNvPr>
          <p:cNvSpPr>
            <a:spLocks xmlns:a="http://schemas.openxmlformats.org/drawingml/2006/main" noGrp="1"/>
          </p:cNvSpPr>
          <p:nvPr>
            <p:ph type="dt" idx="10"/>
          </p:nvPr>
        </p:nvSpPr>
        <p:spPr>
          <a:xfrm xmlns:a="http://schemas.openxmlformats.org/drawingml/2006/main">
            <a:off x="838200" y="6356350"/>
            <a:ext cx="2743200" cy="365125"/>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fld id="{57020DAE-7ED0-4B17-B656-7E9590772B44}" type="datetimeFigureOut">
              <a:t>7/31/2026</a:t>
            </a:fld>
            <a:endParaRPr/>
          </a:p>
        </p:txBody>
      </p:sp>
      <p:sp>
        <p:nvSpPr>
          <p:cNvPr id="3" name="Footer Placeholder 2">
            <a:extLst xmlns:a="http://schemas.openxmlformats.org/drawingml/2006/main">
              <a:ext uri="{FF2B5EF4-FFF2-40B4-BE49-F238E27FC236}">
                <a16:creationId xmlns:a16="http://schemas.microsoft.com/office/drawing/2014/main" id="{C77405EF-D63D-4806-B2DE-26368B5EDD1D}"/>
              </a:ext>
            </a:extLst>
          </p:cNvPr>
          <p:cNvSpPr>
            <a:spLocks xmlns:a="http://schemas.openxmlformats.org/drawingml/2006/main" noGrp="1"/>
          </p:cNvSpPr>
          <p:nvPr>
            <p:ph type="ftr" idx="11"/>
          </p:nvPr>
        </p:nvSpPr>
        <p:spPr>
          <a:xfrm xmlns:a="http://schemas.openxmlformats.org/drawingml/2006/main">
            <a:off x="4038600" y="6356350"/>
            <a:ext cx="4114800" cy="365125"/>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endParaRPr/>
          </a:p>
        </p:txBody>
      </p:sp>
      <p:sp>
        <p:nvSpPr>
          <p:cNvPr id="4" name="Slide Number Placeholder 3">
            <a:extLst xmlns:a="http://schemas.openxmlformats.org/drawingml/2006/main">
              <a:ext uri="{FF2B5EF4-FFF2-40B4-BE49-F238E27FC236}">
                <a16:creationId xmlns:a16="http://schemas.microsoft.com/office/drawing/2014/main" id="{8A5BD8AF-BF04-404B-A807-53FB091A4F9B}"/>
              </a:ext>
            </a:extLst>
          </p:cNvPr>
          <p:cNvSpPr>
            <a:spLocks xmlns:a="http://schemas.openxmlformats.org/drawingml/2006/main" noGrp="1"/>
          </p:cNvSpPr>
          <p:nvPr>
            <p:ph type="sldNum" idx="12"/>
          </p:nvPr>
        </p:nvSpPr>
        <p:spPr>
          <a:xfrm xmlns:a="http://schemas.openxmlformats.org/drawingml/2006/main">
            <a:off x="8610600" y="6356350"/>
            <a:ext cx="2743200" cy="365125"/>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fld id="{A74DB8E4-0DF9-4658-8AF8-1D74F81145F2}" type="slidenum">
              <a:t>‹#›</a:t>
            </a:fld>
            <a:endParaRPr/>
          </a:p>
        </p:txBody>
      </p:sp>
    </p:spTree>
  </p:cSld>
</p:sldLayout>
</file>

<file path=ppt/slideLayouts/slideLayout7.xml><?xml version="1.0" encoding="utf-8"?>
<p:sldLayout xmlns:p="http://schemas.openxmlformats.org/presentationml/2006/main" type="objTx" preserve="1">
  <p:cSld name="Content with Caption">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8B32AB33-015D-4264-BCE5-9A39A8FF04F6}"/>
              </a:ext>
            </a:extLst>
          </p:cNvPr>
          <p:cNvSpPr>
            <a:spLocks xmlns:a="http://schemas.openxmlformats.org/drawingml/2006/main" noGrp="1"/>
          </p:cNvSpPr>
          <p:nvPr>
            <p:ph type="title" idx="0"/>
          </p:nvPr>
        </p:nvSpPr>
        <p:spPr>
          <a:xfrm xmlns:a="http://schemas.openxmlformats.org/drawingml/2006/main">
            <a:off x="839788" y="457200"/>
            <a:ext cx="3932237" cy="1600200"/>
          </a:xfrm>
          <a:prstGeom xmlns:a="http://schemas.openxmlformats.org/drawingml/2006/main" prst="rect">
            <a:avLst/>
          </a:prstGeom>
        </p:spPr>
        <p:txBody>
          <a:bodyPr xmlns:a="http://schemas.openxmlformats.org/drawingml/2006/main" anchor="b"/>
          <a:lstStyle xmlns:a="http://schemas.openxmlformats.org/drawingml/2006/main">
            <a:lvl1pPr>
              <a:buNone/>
              <a:defRPr sz="3200"/>
            </a:lvl1pPr>
          </a:lstStyle>
          <a:p xmlns:a="http://schemas.openxmlformats.org/drawingml/2006/main">
            <a:r>
              <a:t>Click to edit Master title style</a:t>
            </a:r>
          </a:p>
        </p:txBody>
      </p:sp>
      <p:sp>
        <p:nvSpPr>
          <p:cNvPr id="3" name="Content Placeholder 2">
            <a:extLst xmlns:a="http://schemas.openxmlformats.org/drawingml/2006/main">
              <a:ext uri="{FF2B5EF4-FFF2-40B4-BE49-F238E27FC236}">
                <a16:creationId xmlns:a16="http://schemas.microsoft.com/office/drawing/2014/main" id="{4582E489-0F4E-4B39-800E-69B0A933C560}"/>
              </a:ext>
            </a:extLst>
          </p:cNvPr>
          <p:cNvSpPr>
            <a:spLocks xmlns:a="http://schemas.openxmlformats.org/drawingml/2006/main" noGrp="1"/>
          </p:cNvSpPr>
          <p:nvPr>
            <p:ph idx="1"/>
          </p:nvPr>
        </p:nvSpPr>
        <p:spPr>
          <a:xfrm xmlns:a="http://schemas.openxmlformats.org/drawingml/2006/main">
            <a:off x="5183188" y="987425"/>
            <a:ext cx="6172200" cy="4873625"/>
          </a:xfrm>
          <a:prstGeom xmlns:a="http://schemas.openxmlformats.org/drawingml/2006/main" prst="rect">
            <a:avLst/>
          </a:prstGeom>
        </p:spPr>
        <p:txBody>
          <a:bodyPr xmlns:a="http://schemas.openxmlformats.org/drawingml/2006/main"/>
          <a:lstStyle xmlns:a="http://schemas.openxmlformats.org/drawingml/2006/main">
            <a:lvl1pPr>
              <a:buNone/>
              <a:defRPr sz="3200"/>
            </a:lvl1pPr>
            <a:lvl2pPr>
              <a:buNone/>
              <a:defRPr sz="2800"/>
            </a:lvl2pPr>
            <a:lvl3pPr>
              <a:buNone/>
              <a:defRPr sz="2400"/>
            </a:lvl3pPr>
            <a:lvl4pPr>
              <a:buNone/>
              <a:defRPr sz="2000"/>
            </a:lvl4pPr>
            <a:lvl5pPr>
              <a:buNone/>
              <a:defRPr sz="2000"/>
            </a:lvl5pPr>
            <a:lvl6pPr>
              <a:buNone/>
              <a:defRPr sz="2000"/>
            </a:lvl6pPr>
            <a:lvl7pPr>
              <a:buNone/>
              <a:defRPr sz="2000"/>
            </a:lvl7pPr>
            <a:lvl8pPr>
              <a:buNone/>
              <a:defRPr sz="2000"/>
            </a:lvl8pPr>
            <a:lvl9pPr>
              <a:buNone/>
              <a:defRPr sz="2000"/>
            </a:lvl9pPr>
          </a:lstStyle>
          <a:p xmlns:a="http://schemas.openxmlformats.org/drawingml/2006/main">
            <a:pPr lvl="0">
              <a:buNone/>
            </a:pPr>
            <a:r>
              <a:t>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4" name="Text Placeholder 3">
            <a:extLst xmlns:a="http://schemas.openxmlformats.org/drawingml/2006/main">
              <a:ext uri="{FF2B5EF4-FFF2-40B4-BE49-F238E27FC236}">
                <a16:creationId xmlns:a16="http://schemas.microsoft.com/office/drawing/2014/main" id="{C8676BE2-DF93-4216-BDEC-22E7CD9E6067}"/>
              </a:ext>
            </a:extLst>
          </p:cNvPr>
          <p:cNvSpPr>
            <a:spLocks xmlns:a="http://schemas.openxmlformats.org/drawingml/2006/main" noGrp="1"/>
          </p:cNvSpPr>
          <p:nvPr>
            <p:ph type="body" idx="2"/>
          </p:nvPr>
        </p:nvSpPr>
        <p:spPr>
          <a:xfrm xmlns:a="http://schemas.openxmlformats.org/drawingml/2006/main">
            <a:off x="839788" y="2057400"/>
            <a:ext cx="3932237" cy="3811588"/>
          </a:xfrm>
          <a:prstGeom xmlns:a="http://schemas.openxmlformats.org/drawingml/2006/main" prst="rect">
            <a:avLst/>
          </a:prstGeom>
        </p:spPr>
        <p:txBody>
          <a:bodyPr xmlns:a="http://schemas.openxmlformats.org/drawingml/2006/main"/>
          <a:lstStyle xmlns:a="http://schemas.openxmlformats.org/drawingml/2006/main">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xmlns:a="http://schemas.openxmlformats.org/drawingml/2006/main">
            <a:pPr lvl="0">
              <a:buNone/>
            </a:pPr>
            <a:r>
              <a:t>Edit Master text styles</a:t>
            </a:r>
          </a:p>
        </p:txBody>
      </p:sp>
      <p:sp>
        <p:nvSpPr>
          <p:cNvPr id="5" name="Date Placeholder 4">
            <a:extLst xmlns:a="http://schemas.openxmlformats.org/drawingml/2006/main">
              <a:ext uri="{FF2B5EF4-FFF2-40B4-BE49-F238E27FC236}">
                <a16:creationId xmlns:a16="http://schemas.microsoft.com/office/drawing/2014/main" id="{966042F3-B68F-4CA8-BA94-326ACEE244F2}"/>
              </a:ext>
            </a:extLst>
          </p:cNvPr>
          <p:cNvSpPr>
            <a:spLocks xmlns:a="http://schemas.openxmlformats.org/drawingml/2006/main" noGrp="1"/>
          </p:cNvSpPr>
          <p:nvPr>
            <p:ph type="dt" idx="10"/>
          </p:nvPr>
        </p:nvSpPr>
        <p:spPr>
          <a:xfrm xmlns:a="http://schemas.openxmlformats.org/drawingml/2006/main">
            <a:off x="838200" y="6356350"/>
            <a:ext cx="2743200" cy="365125"/>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fld id="{57020DAE-7ED0-4B17-B656-7E9590772B44}" type="datetimeFigureOut">
              <a:t>7/31/2026</a:t>
            </a:fld>
            <a:endParaRPr/>
          </a:p>
        </p:txBody>
      </p:sp>
      <p:sp>
        <p:nvSpPr>
          <p:cNvPr id="6" name="Footer Placeholder 5">
            <a:extLst xmlns:a="http://schemas.openxmlformats.org/drawingml/2006/main">
              <a:ext uri="{FF2B5EF4-FFF2-40B4-BE49-F238E27FC236}">
                <a16:creationId xmlns:a16="http://schemas.microsoft.com/office/drawing/2014/main" id="{F4A8A649-33EB-40A0-BF43-1A0D98434047}"/>
              </a:ext>
            </a:extLst>
          </p:cNvPr>
          <p:cNvSpPr>
            <a:spLocks xmlns:a="http://schemas.openxmlformats.org/drawingml/2006/main" noGrp="1"/>
          </p:cNvSpPr>
          <p:nvPr>
            <p:ph type="ftr" idx="11"/>
          </p:nvPr>
        </p:nvSpPr>
        <p:spPr>
          <a:xfrm xmlns:a="http://schemas.openxmlformats.org/drawingml/2006/main">
            <a:off x="4038600" y="6356350"/>
            <a:ext cx="4114800" cy="365125"/>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endParaRPr/>
          </a:p>
        </p:txBody>
      </p:sp>
      <p:sp>
        <p:nvSpPr>
          <p:cNvPr id="7" name="Slide Number Placeholder 6">
            <a:extLst xmlns:a="http://schemas.openxmlformats.org/drawingml/2006/main">
              <a:ext uri="{FF2B5EF4-FFF2-40B4-BE49-F238E27FC236}">
                <a16:creationId xmlns:a16="http://schemas.microsoft.com/office/drawing/2014/main" id="{2A01E95A-F674-4ADE-983F-B6FEC95B2CE7}"/>
              </a:ext>
            </a:extLst>
          </p:cNvPr>
          <p:cNvSpPr>
            <a:spLocks xmlns:a="http://schemas.openxmlformats.org/drawingml/2006/main" noGrp="1"/>
          </p:cNvSpPr>
          <p:nvPr>
            <p:ph type="sldNum" idx="12"/>
          </p:nvPr>
        </p:nvSpPr>
        <p:spPr>
          <a:xfrm xmlns:a="http://schemas.openxmlformats.org/drawingml/2006/main">
            <a:off x="8610600" y="6356350"/>
            <a:ext cx="2743200" cy="365125"/>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fld id="{A74DB8E4-0DF9-4658-8AF8-1D74F81145F2}" type="slidenum">
              <a:t>‹#›</a:t>
            </a:fld>
            <a:endParaRPr/>
          </a:p>
        </p:txBody>
      </p:sp>
    </p:spTree>
  </p:cSld>
</p:sldLayout>
</file>

<file path=ppt/slideLayouts/slideLayout8.xml><?xml version="1.0" encoding="utf-8"?>
<p:sldLayout xmlns:p="http://schemas.openxmlformats.org/presentationml/2006/main" type="picTx" preserve="1">
  <p:cSld name="Picture with Caption">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F694E1E7-A931-4DA3-A0F0-AF27766DCC80}"/>
              </a:ext>
            </a:extLst>
          </p:cNvPr>
          <p:cNvSpPr>
            <a:spLocks xmlns:a="http://schemas.openxmlformats.org/drawingml/2006/main" noGrp="1"/>
          </p:cNvSpPr>
          <p:nvPr>
            <p:ph type="title" idx="0"/>
          </p:nvPr>
        </p:nvSpPr>
        <p:spPr>
          <a:xfrm xmlns:a="http://schemas.openxmlformats.org/drawingml/2006/main">
            <a:off x="839788" y="457200"/>
            <a:ext cx="3932237" cy="1600200"/>
          </a:xfrm>
          <a:prstGeom xmlns:a="http://schemas.openxmlformats.org/drawingml/2006/main" prst="rect">
            <a:avLst/>
          </a:prstGeom>
        </p:spPr>
        <p:txBody>
          <a:bodyPr xmlns:a="http://schemas.openxmlformats.org/drawingml/2006/main" anchor="b"/>
          <a:lstStyle xmlns:a="http://schemas.openxmlformats.org/drawingml/2006/main">
            <a:lvl1pPr>
              <a:buNone/>
              <a:defRPr sz="3200"/>
            </a:lvl1pPr>
          </a:lstStyle>
          <a:p xmlns:a="http://schemas.openxmlformats.org/drawingml/2006/main">
            <a:r>
              <a:t>Click to edit Master title style</a:t>
            </a:r>
          </a:p>
        </p:txBody>
      </p:sp>
      <p:sp>
        <p:nvSpPr>
          <p:cNvPr id="3" name="Picture Placeholder 2">
            <a:extLst xmlns:a="http://schemas.openxmlformats.org/drawingml/2006/main">
              <a:ext uri="{FF2B5EF4-FFF2-40B4-BE49-F238E27FC236}">
                <a16:creationId xmlns:a16="http://schemas.microsoft.com/office/drawing/2014/main" id="{0FA68983-E6EF-492A-9527-3D6D0C960205}"/>
              </a:ext>
            </a:extLst>
          </p:cNvPr>
          <p:cNvSpPr>
            <a:spLocks xmlns:a="http://schemas.openxmlformats.org/drawingml/2006/main" noGrp="1"/>
          </p:cNvSpPr>
          <p:nvPr>
            <p:ph type="pic" idx="1"/>
          </p:nvPr>
        </p:nvSpPr>
        <p:spPr>
          <a:xfrm xmlns:a="http://schemas.openxmlformats.org/drawingml/2006/main">
            <a:off x="5183188" y="987425"/>
            <a:ext cx="6172200" cy="4873625"/>
          </a:xfrm>
          <a:prstGeom xmlns:a="http://schemas.openxmlformats.org/drawingml/2006/main" prst="rect">
            <a:avLst/>
          </a:prstGeom>
        </p:spPr>
        <p:txBody>
          <a:bodyPr xmlns:a="http://schemas.openxmlformats.org/drawingml/2006/main"/>
          <a:lstStyle xmlns:a="http://schemas.openxmlformats.org/drawingml/2006/main">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xmlns:a="http://schemas.openxmlformats.org/drawingml/2006/main">
            <a:r>
              <a:t>Click icon to add picture</a:t>
            </a:r>
          </a:p>
        </p:txBody>
      </p:sp>
      <p:sp>
        <p:nvSpPr>
          <p:cNvPr id="4" name="Text Placeholder 3">
            <a:extLst xmlns:a="http://schemas.openxmlformats.org/drawingml/2006/main">
              <a:ext uri="{FF2B5EF4-FFF2-40B4-BE49-F238E27FC236}">
                <a16:creationId xmlns:a16="http://schemas.microsoft.com/office/drawing/2014/main" id="{0FB41719-D19C-4600-9DA2-2A056ED855CB}"/>
              </a:ext>
            </a:extLst>
          </p:cNvPr>
          <p:cNvSpPr>
            <a:spLocks xmlns:a="http://schemas.openxmlformats.org/drawingml/2006/main" noGrp="1"/>
          </p:cNvSpPr>
          <p:nvPr>
            <p:ph type="body" idx="2"/>
          </p:nvPr>
        </p:nvSpPr>
        <p:spPr>
          <a:xfrm xmlns:a="http://schemas.openxmlformats.org/drawingml/2006/main">
            <a:off x="839788" y="2057400"/>
            <a:ext cx="3932237" cy="3811588"/>
          </a:xfrm>
          <a:prstGeom xmlns:a="http://schemas.openxmlformats.org/drawingml/2006/main" prst="rect">
            <a:avLst/>
          </a:prstGeom>
        </p:spPr>
        <p:txBody>
          <a:bodyPr xmlns:a="http://schemas.openxmlformats.org/drawingml/2006/main"/>
          <a:lstStyle xmlns:a="http://schemas.openxmlformats.org/drawingml/2006/main">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xmlns:a="http://schemas.openxmlformats.org/drawingml/2006/main">
            <a:pPr lvl="0">
              <a:buNone/>
            </a:pPr>
            <a:r>
              <a:t>Edit Master text styles</a:t>
            </a:r>
          </a:p>
        </p:txBody>
      </p:sp>
      <p:sp>
        <p:nvSpPr>
          <p:cNvPr id="5" name="Date Placeholder 4">
            <a:extLst xmlns:a="http://schemas.openxmlformats.org/drawingml/2006/main">
              <a:ext uri="{FF2B5EF4-FFF2-40B4-BE49-F238E27FC236}">
                <a16:creationId xmlns:a16="http://schemas.microsoft.com/office/drawing/2014/main" id="{B79AA214-6FC9-461E-B6A9-A3FF02BA2F21}"/>
              </a:ext>
            </a:extLst>
          </p:cNvPr>
          <p:cNvSpPr>
            <a:spLocks xmlns:a="http://schemas.openxmlformats.org/drawingml/2006/main" noGrp="1"/>
          </p:cNvSpPr>
          <p:nvPr>
            <p:ph type="dt" idx="10"/>
          </p:nvPr>
        </p:nvSpPr>
        <p:spPr>
          <a:xfrm xmlns:a="http://schemas.openxmlformats.org/drawingml/2006/main">
            <a:off x="838200" y="6356350"/>
            <a:ext cx="2743200" cy="365125"/>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fld id="{57020DAE-7ED0-4B17-B656-7E9590772B44}" type="datetimeFigureOut">
              <a:t>7/31/2026</a:t>
            </a:fld>
            <a:endParaRPr/>
          </a:p>
        </p:txBody>
      </p:sp>
      <p:sp>
        <p:nvSpPr>
          <p:cNvPr id="6" name="Footer Placeholder 5">
            <a:extLst xmlns:a="http://schemas.openxmlformats.org/drawingml/2006/main">
              <a:ext uri="{FF2B5EF4-FFF2-40B4-BE49-F238E27FC236}">
                <a16:creationId xmlns:a16="http://schemas.microsoft.com/office/drawing/2014/main" id="{1B0C3E58-AC2A-4B15-A18D-FCA5C07F0BDE}"/>
              </a:ext>
            </a:extLst>
          </p:cNvPr>
          <p:cNvSpPr>
            <a:spLocks xmlns:a="http://schemas.openxmlformats.org/drawingml/2006/main" noGrp="1"/>
          </p:cNvSpPr>
          <p:nvPr>
            <p:ph type="ftr" idx="11"/>
          </p:nvPr>
        </p:nvSpPr>
        <p:spPr>
          <a:xfrm xmlns:a="http://schemas.openxmlformats.org/drawingml/2006/main">
            <a:off x="4038600" y="6356350"/>
            <a:ext cx="4114800" cy="365125"/>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endParaRPr/>
          </a:p>
        </p:txBody>
      </p:sp>
      <p:sp>
        <p:nvSpPr>
          <p:cNvPr id="7" name="Slide Number Placeholder 6">
            <a:extLst xmlns:a="http://schemas.openxmlformats.org/drawingml/2006/main">
              <a:ext uri="{FF2B5EF4-FFF2-40B4-BE49-F238E27FC236}">
                <a16:creationId xmlns:a16="http://schemas.microsoft.com/office/drawing/2014/main" id="{2C51707F-D3C3-4DB8-9DED-4DC8C23C6D9F}"/>
              </a:ext>
            </a:extLst>
          </p:cNvPr>
          <p:cNvSpPr>
            <a:spLocks xmlns:a="http://schemas.openxmlformats.org/drawingml/2006/main" noGrp="1"/>
          </p:cNvSpPr>
          <p:nvPr>
            <p:ph type="sldNum" idx="12"/>
          </p:nvPr>
        </p:nvSpPr>
        <p:spPr>
          <a:xfrm xmlns:a="http://schemas.openxmlformats.org/drawingml/2006/main">
            <a:off x="8610600" y="6356350"/>
            <a:ext cx="2743200" cy="365125"/>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fld id="{A74DB8E4-0DF9-4658-8AF8-1D74F81145F2}" type="slidenum">
              <a:t>‹#›</a:t>
            </a:fld>
            <a:endParaRPr/>
          </a:p>
        </p:txBody>
      </p:sp>
    </p:spTree>
  </p:cSld>
</p:sldLayout>
</file>

<file path=ppt/slideLayouts/slideLayout9.xml><?xml version="1.0" encoding="utf-8"?>
<p:sldLayout xmlns:p="http://schemas.openxmlformats.org/presentationml/2006/main" type="vertTx" preserve="1">
  <p:cSld name="Title and Vertical Text">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3B013C48-8970-4FE0-BFE4-09F29E29C1F4}"/>
              </a:ext>
            </a:extLst>
          </p:cNvPr>
          <p:cNvSpPr>
            <a:spLocks xmlns:a="http://schemas.openxmlformats.org/drawingml/2006/main" noGrp="1"/>
          </p:cNvSpPr>
          <p:nvPr>
            <p:ph type="title" idx="0"/>
          </p:nvPr>
        </p:nvSpPr>
        <p:spPr>
          <a:xfrm xmlns:a="http://schemas.openxmlformats.org/drawingml/2006/main">
            <a:off x="838200" y="365125"/>
            <a:ext cx="10515600" cy="1325563"/>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r>
              <a:t>Click to edit Master title style</a:t>
            </a:r>
          </a:p>
        </p:txBody>
      </p:sp>
      <p:sp>
        <p:nvSpPr>
          <p:cNvPr id="3" name="Vertical Text Placeholder 2">
            <a:extLst xmlns:a="http://schemas.openxmlformats.org/drawingml/2006/main">
              <a:ext uri="{FF2B5EF4-FFF2-40B4-BE49-F238E27FC236}">
                <a16:creationId xmlns:a16="http://schemas.microsoft.com/office/drawing/2014/main" id="{381AA66B-E97A-420B-BA72-89B02E466EA8}"/>
              </a:ext>
            </a:extLst>
          </p:cNvPr>
          <p:cNvSpPr>
            <a:spLocks xmlns:a="http://schemas.openxmlformats.org/drawingml/2006/main" noGrp="1"/>
          </p:cNvSpPr>
          <p:nvPr>
            <p:ph type="body" idx="1"/>
          </p:nvPr>
        </p:nvSpPr>
        <p:spPr>
          <a:xfrm xmlns:a="http://schemas.openxmlformats.org/drawingml/2006/main">
            <a:off x="838200" y="1825625"/>
            <a:ext cx="10515600" cy="4351338"/>
          </a:xfrm>
          <a:prstGeom xmlns:a="http://schemas.openxmlformats.org/drawingml/2006/main" prst="rect">
            <a:avLst/>
          </a:prstGeom>
        </p:spPr>
        <p:txBody>
          <a:bodyPr xmlns:a="http://schemas.openxmlformats.org/drawingml/2006/main" vert="eaVert"/>
          <a:lstStyle xmlns:a="http://schemas.openxmlformats.org/drawingml/2006/main"/>
          <a:p xmlns:a="http://schemas.openxmlformats.org/drawingml/2006/main">
            <a:pPr lvl="0">
              <a:buNone/>
            </a:pPr>
            <a:r>
              <a:t>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4" name="Date Placeholder 3">
            <a:extLst xmlns:a="http://schemas.openxmlformats.org/drawingml/2006/main">
              <a:ext uri="{FF2B5EF4-FFF2-40B4-BE49-F238E27FC236}">
                <a16:creationId xmlns:a16="http://schemas.microsoft.com/office/drawing/2014/main" id="{A92D8F9C-BDCA-4FAF-9FFC-09DD02A18146}"/>
              </a:ext>
            </a:extLst>
          </p:cNvPr>
          <p:cNvSpPr>
            <a:spLocks xmlns:a="http://schemas.openxmlformats.org/drawingml/2006/main" noGrp="1"/>
          </p:cNvSpPr>
          <p:nvPr>
            <p:ph type="dt" idx="10"/>
          </p:nvPr>
        </p:nvSpPr>
        <p:spPr>
          <a:xfrm xmlns:a="http://schemas.openxmlformats.org/drawingml/2006/main">
            <a:off x="838200" y="6356350"/>
            <a:ext cx="2743200" cy="365125"/>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fld id="{57020DAE-7ED0-4B17-B656-7E9590772B44}" type="datetimeFigureOut">
              <a:t>7/31/2026</a:t>
            </a:fld>
            <a:endParaRPr/>
          </a:p>
        </p:txBody>
      </p:sp>
      <p:sp>
        <p:nvSpPr>
          <p:cNvPr id="5" name="Footer Placeholder 4">
            <a:extLst xmlns:a="http://schemas.openxmlformats.org/drawingml/2006/main">
              <a:ext uri="{FF2B5EF4-FFF2-40B4-BE49-F238E27FC236}">
                <a16:creationId xmlns:a16="http://schemas.microsoft.com/office/drawing/2014/main" id="{7E8065E6-713B-4781-90B6-4406CA99B24D}"/>
              </a:ext>
            </a:extLst>
          </p:cNvPr>
          <p:cNvSpPr>
            <a:spLocks xmlns:a="http://schemas.openxmlformats.org/drawingml/2006/main" noGrp="1"/>
          </p:cNvSpPr>
          <p:nvPr>
            <p:ph type="ftr" idx="11"/>
          </p:nvPr>
        </p:nvSpPr>
        <p:spPr>
          <a:xfrm xmlns:a="http://schemas.openxmlformats.org/drawingml/2006/main">
            <a:off x="4038600" y="6356350"/>
            <a:ext cx="4114800" cy="365125"/>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endParaRPr/>
          </a:p>
        </p:txBody>
      </p:sp>
      <p:sp>
        <p:nvSpPr>
          <p:cNvPr id="6" name="Slide Number Placeholder 5">
            <a:extLst xmlns:a="http://schemas.openxmlformats.org/drawingml/2006/main">
              <a:ext uri="{FF2B5EF4-FFF2-40B4-BE49-F238E27FC236}">
                <a16:creationId xmlns:a16="http://schemas.microsoft.com/office/drawing/2014/main" id="{BA0F6CC0-E8BF-41C3-879E-BBD8CD4C1C15}"/>
              </a:ext>
            </a:extLst>
          </p:cNvPr>
          <p:cNvSpPr>
            <a:spLocks xmlns:a="http://schemas.openxmlformats.org/drawingml/2006/main" noGrp="1"/>
          </p:cNvSpPr>
          <p:nvPr>
            <p:ph type="sldNum" idx="12"/>
          </p:nvPr>
        </p:nvSpPr>
        <p:spPr>
          <a:xfrm xmlns:a="http://schemas.openxmlformats.org/drawingml/2006/main">
            <a:off x="8610600" y="6356350"/>
            <a:ext cx="2743200" cy="365125"/>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fld id="{A74DB8E4-0DF9-4658-8AF8-1D74F81145F2}" type="slidenum">
              <a:t>‹#›</a:t>
            </a:fld>
            <a:endParaRPr/>
          </a:p>
        </p:txBody>
      </p:sp>
    </p:spTree>
  </p:cSld>
</p:sldLayout>
</file>

<file path=ppt/slideLayouts/slideLayout10.xml><?xml version="1.0" encoding="utf-8"?>
<p:sldLayout xmlns:p="http://schemas.openxmlformats.org/presentationml/2006/main" type="vertTitleAndTx" preserve="1">
  <p:cSld name="Vertical Title and Text">
    <p:spTree>
      <p:nvGrpSpPr>
        <p:cNvPr id="1" name=""/>
        <p:cNvGrpSpPr/>
        <p:nvPr/>
      </p:nvGrpSpPr>
      <p:grpSpPr>
        <a:xfrm xmlns:a="http://schemas.openxmlformats.org/drawingml/2006/main"/>
      </p:grpSpPr>
      <p:sp>
        <p:nvSpPr>
          <p:cNvPr id="2" name="Vertical Title 1">
            <a:extLst xmlns:a="http://schemas.openxmlformats.org/drawingml/2006/main">
              <a:ext uri="{FF2B5EF4-FFF2-40B4-BE49-F238E27FC236}">
                <a16:creationId xmlns:a16="http://schemas.microsoft.com/office/drawing/2014/main" id="{7E6F43D8-C6A8-48E9-802F-4627EB19693E}"/>
              </a:ext>
            </a:extLst>
          </p:cNvPr>
          <p:cNvSpPr>
            <a:spLocks xmlns:a="http://schemas.openxmlformats.org/drawingml/2006/main" noGrp="1"/>
          </p:cNvSpPr>
          <p:nvPr>
            <p:ph type="title" idx="0"/>
          </p:nvPr>
        </p:nvSpPr>
        <p:spPr>
          <a:xfrm xmlns:a="http://schemas.openxmlformats.org/drawingml/2006/main">
            <a:off x="8724900" y="365125"/>
            <a:ext cx="2628900" cy="5811838"/>
          </a:xfrm>
          <a:prstGeom xmlns:a="http://schemas.openxmlformats.org/drawingml/2006/main" prst="rect">
            <a:avLst/>
          </a:prstGeom>
        </p:spPr>
        <p:txBody>
          <a:bodyPr xmlns:a="http://schemas.openxmlformats.org/drawingml/2006/main" vert="eaVert"/>
          <a:lstStyle xmlns:a="http://schemas.openxmlformats.org/drawingml/2006/main"/>
          <a:p xmlns:a="http://schemas.openxmlformats.org/drawingml/2006/main">
            <a:r>
              <a:t>Click to edit Master title style</a:t>
            </a:r>
          </a:p>
        </p:txBody>
      </p:sp>
      <p:sp>
        <p:nvSpPr>
          <p:cNvPr id="3" name="Vertical Text Placeholder 2">
            <a:extLst xmlns:a="http://schemas.openxmlformats.org/drawingml/2006/main">
              <a:ext uri="{FF2B5EF4-FFF2-40B4-BE49-F238E27FC236}">
                <a16:creationId xmlns:a16="http://schemas.microsoft.com/office/drawing/2014/main" id="{D1920484-EACB-4395-B74F-6E7790A57ED0}"/>
              </a:ext>
            </a:extLst>
          </p:cNvPr>
          <p:cNvSpPr>
            <a:spLocks xmlns:a="http://schemas.openxmlformats.org/drawingml/2006/main" noGrp="1"/>
          </p:cNvSpPr>
          <p:nvPr>
            <p:ph type="body" idx="1"/>
          </p:nvPr>
        </p:nvSpPr>
        <p:spPr>
          <a:xfrm xmlns:a="http://schemas.openxmlformats.org/drawingml/2006/main">
            <a:off x="838200" y="365125"/>
            <a:ext cx="7734300" cy="5811838"/>
          </a:xfrm>
          <a:prstGeom xmlns:a="http://schemas.openxmlformats.org/drawingml/2006/main" prst="rect">
            <a:avLst/>
          </a:prstGeom>
        </p:spPr>
        <p:txBody>
          <a:bodyPr xmlns:a="http://schemas.openxmlformats.org/drawingml/2006/main" vert="eaVert"/>
          <a:lstStyle xmlns:a="http://schemas.openxmlformats.org/drawingml/2006/main"/>
          <a:p xmlns:a="http://schemas.openxmlformats.org/drawingml/2006/main">
            <a:pPr lvl="0">
              <a:buNone/>
            </a:pPr>
            <a:r>
              <a:t>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4" name="Date Placeholder 3">
            <a:extLst xmlns:a="http://schemas.openxmlformats.org/drawingml/2006/main">
              <a:ext uri="{FF2B5EF4-FFF2-40B4-BE49-F238E27FC236}">
                <a16:creationId xmlns:a16="http://schemas.microsoft.com/office/drawing/2014/main" id="{EF2E5E36-EB90-407C-B833-9691EE95FB05}"/>
              </a:ext>
            </a:extLst>
          </p:cNvPr>
          <p:cNvSpPr>
            <a:spLocks xmlns:a="http://schemas.openxmlformats.org/drawingml/2006/main" noGrp="1"/>
          </p:cNvSpPr>
          <p:nvPr>
            <p:ph type="dt" idx="10"/>
          </p:nvPr>
        </p:nvSpPr>
        <p:spPr>
          <a:xfrm xmlns:a="http://schemas.openxmlformats.org/drawingml/2006/main">
            <a:off x="838200" y="6356350"/>
            <a:ext cx="2743200" cy="365125"/>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fld id="{57020DAE-7ED0-4B17-B656-7E9590772B44}" type="datetimeFigureOut">
              <a:t>7/31/2026</a:t>
            </a:fld>
            <a:endParaRPr/>
          </a:p>
        </p:txBody>
      </p:sp>
      <p:sp>
        <p:nvSpPr>
          <p:cNvPr id="5" name="Footer Placeholder 4">
            <a:extLst xmlns:a="http://schemas.openxmlformats.org/drawingml/2006/main">
              <a:ext uri="{FF2B5EF4-FFF2-40B4-BE49-F238E27FC236}">
                <a16:creationId xmlns:a16="http://schemas.microsoft.com/office/drawing/2014/main" id="{467DE61E-FDEB-4A66-A045-C052D12538EC}"/>
              </a:ext>
            </a:extLst>
          </p:cNvPr>
          <p:cNvSpPr>
            <a:spLocks xmlns:a="http://schemas.openxmlformats.org/drawingml/2006/main" noGrp="1"/>
          </p:cNvSpPr>
          <p:nvPr>
            <p:ph type="ftr" idx="11"/>
          </p:nvPr>
        </p:nvSpPr>
        <p:spPr>
          <a:xfrm xmlns:a="http://schemas.openxmlformats.org/drawingml/2006/main">
            <a:off x="4038600" y="6356350"/>
            <a:ext cx="4114800" cy="365125"/>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endParaRPr/>
          </a:p>
        </p:txBody>
      </p:sp>
      <p:sp>
        <p:nvSpPr>
          <p:cNvPr id="6" name="Slide Number Placeholder 5">
            <a:extLst xmlns:a="http://schemas.openxmlformats.org/drawingml/2006/main">
              <a:ext uri="{FF2B5EF4-FFF2-40B4-BE49-F238E27FC236}">
                <a16:creationId xmlns:a16="http://schemas.microsoft.com/office/drawing/2014/main" id="{266F6080-7665-4176-AF87-55BB2E57E1A7}"/>
              </a:ext>
            </a:extLst>
          </p:cNvPr>
          <p:cNvSpPr>
            <a:spLocks xmlns:a="http://schemas.openxmlformats.org/drawingml/2006/main" noGrp="1"/>
          </p:cNvSpPr>
          <p:nvPr>
            <p:ph type="sldNum" idx="12"/>
          </p:nvPr>
        </p:nvSpPr>
        <p:spPr>
          <a:xfrm xmlns:a="http://schemas.openxmlformats.org/drawingml/2006/main">
            <a:off x="8610600" y="6356350"/>
            <a:ext cx="2743200" cy="365125"/>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fld id="{A74DB8E4-0DF9-4658-8AF8-1D74F81145F2}" type="slidenum">
              <a:t>‹#›</a:t>
            </a:fld>
            <a:endParaRPr/>
          </a:p>
        </p:txBody>
      </p:sp>
    </p:spTree>
  </p:cSld>
</p:sldLayout>
</file>

<file path=ppt/slideLayouts/slideLayout11.xml><?xml version="1.0" encoding="utf-8"?>
<p:sldLayout xmlns:p="http://schemas.openxmlformats.org/presentationml/2006/main" preserve="1">
  <p:cSld name="2_Content with Caption">
    <p:bg>
      <p:bgPr>
        <a:blipFill xmlns:a="http://schemas.openxmlformats.org/drawingml/2006/main" rotWithShape="1">
          <a:blip xmlns:r="http://schemas.openxmlformats.org/officeDocument/2006/relationships" r:embed="R0faaf25aa2fa4c5a">
            <a:lum/>
          </a:blip>
          <a:srcRect l="0" t="0" r="0" b="0"/>
          <a:stretch>
            <a:fillRect l="0" t="0" r="0" b="0"/>
          </a:stretch>
        </a:blipFill>
      </p:bgPr>
    </p:bg>
    <p:spTree>
      <p:nvGrpSpPr>
        <p:cNvPr id="1" name=""/>
        <p:cNvGrpSpPr/>
        <p:nvPr/>
      </p:nvGrpSpPr>
      <p:grpSpPr>
        <a:xfrm xmlns:a="http://schemas.openxmlformats.org/drawingml/2006/main"/>
      </p:grpSpPr>
      <p:sp>
        <p:nvSpPr>
          <p:cNvPr id="3" name="Content Placeholder 2">
            <a:extLst xmlns:a="http://schemas.openxmlformats.org/drawingml/2006/main">
              <a:ext uri="{FF2B5EF4-FFF2-40B4-BE49-F238E27FC236}">
                <a16:creationId xmlns:a16="http://schemas.microsoft.com/office/drawing/2014/main" id="{5EFA3460-93CB-4D29-8E75-5F7799EFAF8D}"/>
              </a:ext>
            </a:extLst>
          </p:cNvPr>
          <p:cNvSpPr>
            <a:spLocks xmlns:a="http://schemas.openxmlformats.org/drawingml/2006/main" noGrp="1"/>
          </p:cNvSpPr>
          <p:nvPr>
            <p:ph idx="1"/>
          </p:nvPr>
        </p:nvSpPr>
        <p:spPr>
          <a:xfrm xmlns:a="http://schemas.openxmlformats.org/drawingml/2006/main">
            <a:off x="4779390" y="987424"/>
            <a:ext cx="6896510" cy="4873625"/>
          </a:xfrm>
          <a:prstGeom xmlns:a="http://schemas.openxmlformats.org/drawingml/2006/main" prst="rect">
            <a:avLst/>
          </a:prstGeom>
        </p:spPr>
        <p:txBody>
          <a:bodyPr xmlns:a="http://schemas.openxmlformats.org/drawingml/2006/main"/>
          <a:lstStyle xmlns:a="http://schemas.openxmlformats.org/drawingml/2006/main">
            <a:lvl1pPr>
              <a:buNone/>
              <a:defRPr sz="3200"/>
            </a:lvl1pPr>
            <a:lvl2pPr>
              <a:buNone/>
              <a:defRPr sz="2800"/>
            </a:lvl2pPr>
            <a:lvl3pPr>
              <a:buNone/>
              <a:defRPr sz="2400"/>
            </a:lvl3pPr>
            <a:lvl4pPr>
              <a:buNone/>
              <a:defRPr sz="2000"/>
            </a:lvl4pPr>
            <a:lvl5pPr>
              <a:buNone/>
              <a:defRPr sz="2000"/>
            </a:lvl5pPr>
            <a:lvl6pPr>
              <a:buNone/>
              <a:defRPr sz="2000"/>
            </a:lvl6pPr>
            <a:lvl7pPr>
              <a:buNone/>
              <a:defRPr sz="2000"/>
            </a:lvl7pPr>
            <a:lvl8pPr>
              <a:buNone/>
              <a:defRPr sz="2000"/>
            </a:lvl8pPr>
            <a:lvl9pPr>
              <a:buNone/>
              <a:defRPr sz="2000"/>
            </a:lvl9pPr>
          </a:lstStyle>
          <a:p xmlns:a="http://schemas.openxmlformats.org/drawingml/2006/main">
            <a:pPr lvl="0">
              <a:buNone/>
            </a:pPr>
            <a:r>
              <a:t>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5" name="Date Placeholder 4">
            <a:extLst xmlns:a="http://schemas.openxmlformats.org/drawingml/2006/main">
              <a:ext uri="{FF2B5EF4-FFF2-40B4-BE49-F238E27FC236}">
                <a16:creationId xmlns:a16="http://schemas.microsoft.com/office/drawing/2014/main" id="{9EFDEEEB-D443-49FB-9101-0C8E7352728D}"/>
              </a:ext>
            </a:extLst>
          </p:cNvPr>
          <p:cNvSpPr>
            <a:spLocks xmlns:a="http://schemas.openxmlformats.org/drawingml/2006/main" noGrp="1"/>
          </p:cNvSpPr>
          <p:nvPr>
            <p:ph type="dt" idx="10"/>
          </p:nvPr>
        </p:nvSpPr>
        <p:spPr>
          <a:xfrm xmlns:a="http://schemas.openxmlformats.org/drawingml/2006/main">
            <a:off x="838200" y="6356350"/>
            <a:ext cx="2743200" cy="365125"/>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fld id="{57020DAE-7ED0-4B17-B656-7E9590772B44}" type="datetimeFigureOut">
              <a:t>7/31/2026</a:t>
            </a:fld>
            <a:endParaRPr/>
          </a:p>
        </p:txBody>
      </p:sp>
      <p:sp>
        <p:nvSpPr>
          <p:cNvPr id="6" name="Footer Placeholder 5">
            <a:extLst xmlns:a="http://schemas.openxmlformats.org/drawingml/2006/main">
              <a:ext uri="{FF2B5EF4-FFF2-40B4-BE49-F238E27FC236}">
                <a16:creationId xmlns:a16="http://schemas.microsoft.com/office/drawing/2014/main" id="{D6DE1063-9834-412A-843C-13786E05A9FA}"/>
              </a:ext>
            </a:extLst>
          </p:cNvPr>
          <p:cNvSpPr>
            <a:spLocks xmlns:a="http://schemas.openxmlformats.org/drawingml/2006/main" noGrp="1"/>
          </p:cNvSpPr>
          <p:nvPr>
            <p:ph type="ftr" idx="11"/>
          </p:nvPr>
        </p:nvSpPr>
        <p:spPr>
          <a:xfrm xmlns:a="http://schemas.openxmlformats.org/drawingml/2006/main">
            <a:off x="4038600" y="6356350"/>
            <a:ext cx="4114800" cy="365125"/>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endParaRPr/>
          </a:p>
        </p:txBody>
      </p:sp>
      <p:sp>
        <p:nvSpPr>
          <p:cNvPr id="7" name="Slide Number Placeholder 6">
            <a:extLst xmlns:a="http://schemas.openxmlformats.org/drawingml/2006/main">
              <a:ext uri="{FF2B5EF4-FFF2-40B4-BE49-F238E27FC236}">
                <a16:creationId xmlns:a16="http://schemas.microsoft.com/office/drawing/2014/main" id="{AEDD8C41-1B06-43D3-AE95-4DD8FFEC4B3A}"/>
              </a:ext>
            </a:extLst>
          </p:cNvPr>
          <p:cNvSpPr>
            <a:spLocks xmlns:a="http://schemas.openxmlformats.org/drawingml/2006/main" noGrp="1"/>
          </p:cNvSpPr>
          <p:nvPr>
            <p:ph type="sldNum" idx="12"/>
          </p:nvPr>
        </p:nvSpPr>
        <p:spPr>
          <a:xfrm xmlns:a="http://schemas.openxmlformats.org/drawingml/2006/main">
            <a:off x="8610600" y="6356350"/>
            <a:ext cx="2743200" cy="365125"/>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fld id="{A74DB8E4-0DF9-4658-8AF8-1D74F81145F2}" type="slidenum">
              <a:t>‹#›</a:t>
            </a:fld>
            <a:endParaRPr/>
          </a:p>
        </p:txBody>
      </p:sp>
      <p:sp>
        <p:nvSpPr>
          <p:cNvPr id="16" name="Picture Placeholder 15">
            <a:extLst xmlns:a="http://schemas.openxmlformats.org/drawingml/2006/main">
              <a:ext uri="{FF2B5EF4-FFF2-40B4-BE49-F238E27FC236}">
                <a16:creationId xmlns:a16="http://schemas.microsoft.com/office/drawing/2014/main" id="{B806DCE7-B9F8-4618-ADD8-9B85E11212B8}"/>
              </a:ext>
            </a:extLst>
          </p:cNvPr>
          <p:cNvSpPr>
            <a:spLocks xmlns:a="http://schemas.openxmlformats.org/drawingml/2006/main" noGrp="1"/>
          </p:cNvSpPr>
          <p:nvPr>
            <p:ph type="pic" idx="13"/>
          </p:nvPr>
        </p:nvSpPr>
        <p:spPr>
          <a:xfrm xmlns:a="http://schemas.openxmlformats.org/drawingml/2006/main">
            <a:off x="0" y="987424"/>
            <a:ext cx="5183188" cy="4873625"/>
          </a:xfrm>
          <a:custGeom xmlns:a="http://schemas.openxmlformats.org/drawingml/2006/main">
            <a:gdLst>
              <a:gd name="connsiteX0" fmla="*/ 976445 w 5183188"/>
              <a:gd name="connsiteY0" fmla="*/ 0 h 4873625"/>
              <a:gd name="connsiteX1" fmla="*/ 2746376 w 5183188"/>
              <a:gd name="connsiteY1" fmla="*/ 0 h 4873625"/>
              <a:gd name="connsiteX2" fmla="*/ 5170608 w 5183188"/>
              <a:gd name="connsiteY2" fmla="*/ 2187663 h 4873625"/>
              <a:gd name="connsiteX3" fmla="*/ 5183188 w 5183188"/>
              <a:gd name="connsiteY3" fmla="*/ 2436794 h 4873625"/>
              <a:gd name="connsiteX4" fmla="*/ 5183188 w 5183188"/>
              <a:gd name="connsiteY4" fmla="*/ 2436813 h 4873625"/>
              <a:gd name="connsiteX5" fmla="*/ 2995525 w 5183188"/>
              <a:gd name="connsiteY5" fmla="*/ 4861045 h 4873625"/>
              <a:gd name="connsiteX6" fmla="*/ 2746395 w 5183188"/>
              <a:gd name="connsiteY6" fmla="*/ 4873625 h 4873625"/>
              <a:gd name="connsiteX7" fmla="*/ 976445 w 5183188"/>
              <a:gd name="connsiteY7" fmla="*/ 4873625 h 4873625"/>
              <a:gd name="connsiteX8" fmla="*/ 27927 w 5183188"/>
              <a:gd name="connsiteY8" fmla="*/ 4682128 h 4873625"/>
              <a:gd name="connsiteX9" fmla="*/ 0 w 5183188"/>
              <a:gd name="connsiteY9" fmla="*/ 4668675 h 4873625"/>
              <a:gd name="connsiteX10" fmla="*/ 0 w 5183188"/>
              <a:gd name="connsiteY10" fmla="*/ 204950 h 4873625"/>
              <a:gd name="connsiteX11" fmla="*/ 27927 w 5183188"/>
              <a:gd name="connsiteY11" fmla="*/ 191497 h 4873625"/>
              <a:gd name="connsiteX12" fmla="*/ 976445 w 5183188"/>
              <a:gd name="connsiteY12" fmla="*/ 0 h 4873625"/>
            </a:gdLst>
            <a:rect l="l" t="t" r="r" b="b"/>
            <a:pathLst>
              <a:path w="5183188" h="4873625">
                <a:moveTo>
                  <a:pt x="976445" y="0"/>
                </a:moveTo>
                <a:lnTo>
                  <a:pt x="2746376" y="0"/>
                </a:lnTo>
                <a:cubicBezTo>
                  <a:pt x="4008078" y="0"/>
                  <a:pt x="5045819" y="958885"/>
                  <a:pt x="5170608" y="2187663"/>
                </a:cubicBezTo>
                <a:lnTo>
                  <a:pt x="5183188" y="2436794"/>
                </a:lnTo>
                <a:lnTo>
                  <a:pt x="5183188" y="2436813"/>
                </a:lnTo>
                <a:cubicBezTo>
                  <a:pt x="5183188" y="3698515"/>
                  <a:pt x="4224303" y="4736256"/>
                  <a:pt x="2995525" y="4861045"/>
                </a:cubicBezTo>
                <a:lnTo>
                  <a:pt x="2746395" y="4873625"/>
                </a:lnTo>
                <a:lnTo>
                  <a:pt x="976445" y="4873625"/>
                </a:lnTo>
                <a:cubicBezTo>
                  <a:pt x="639991" y="4873625"/>
                  <a:pt x="319464" y="4805438"/>
                  <a:pt x="27927" y="4682128"/>
                </a:cubicBezTo>
                <a:lnTo>
                  <a:pt x="0" y="4668675"/>
                </a:lnTo>
                <a:lnTo>
                  <a:pt x="0" y="204950"/>
                </a:lnTo>
                <a:lnTo>
                  <a:pt x="27927" y="191497"/>
                </a:lnTo>
                <a:cubicBezTo>
                  <a:pt x="319464" y="68188"/>
                  <a:pt x="639991" y="0"/>
                  <a:pt x="976445" y="0"/>
                </a:cubicBezTo>
                <a:close/>
              </a:path>
            </a:pathLst>
          </a:custGeom>
        </p:spPr>
        <p:txBody>
          <a:bodyPr xmlns:a="http://schemas.openxmlformats.org/drawingml/2006/main" wrap="square">
            <a:noAutofit/>
          </a:bodyPr>
          <a:lstStyle xmlns:a="http://schemas.openxmlformats.org/drawingml/2006/main"/>
          <a:p xmlns:a="http://schemas.openxmlformats.org/drawingml/2006/main">
            <a:r>
              <a:t>Click icon to add picture</a:t>
            </a:r>
          </a:p>
        </p:txBody>
      </p:sp>
      <p:sp>
        <p:nvSpPr>
          <p:cNvPr id="9" name="Title 1">
            <a:extLst xmlns:a="http://schemas.openxmlformats.org/drawingml/2006/main">
              <a:ext uri="{FF2B5EF4-FFF2-40B4-BE49-F238E27FC236}">
                <a16:creationId xmlns:a16="http://schemas.microsoft.com/office/drawing/2014/main" id="{AC13498D-B979-4F12-9A9E-A53211BD71D8}"/>
              </a:ext>
            </a:extLst>
          </p:cNvPr>
          <p:cNvSpPr>
            <a:spLocks xmlns:a="http://schemas.openxmlformats.org/drawingml/2006/main" noGrp="1"/>
          </p:cNvSpPr>
          <p:nvPr>
            <p:ph type="title" idx="0"/>
          </p:nvPr>
        </p:nvSpPr>
        <p:spPr>
          <a:xfrm xmlns:a="http://schemas.openxmlformats.org/drawingml/2006/main">
            <a:off x="838200" y="22009"/>
            <a:ext cx="10515600" cy="1325563"/>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r>
              <a:t>Click to edit Master title style</a:t>
            </a:r>
          </a:p>
        </p:txBody>
      </p:sp>
    </p:spTree>
  </p:cSld>
</p:sldLayout>
</file>

<file path=ppt/slideLayouts/slideLayout12.xml><?xml version="1.0" encoding="utf-8"?>
<p:sldLayout xmlns:p="http://schemas.openxmlformats.org/presentationml/2006/main" preserve="1">
  <p:cSld name="3_Content with Caption">
    <p:bg>
      <p:bgPr>
        <a:blipFill xmlns:a="http://schemas.openxmlformats.org/drawingml/2006/main" rotWithShape="1">
          <a:blip xmlns:r="http://schemas.openxmlformats.org/officeDocument/2006/relationships" r:embed="Refac41e45f2d4d5d">
            <a:lum/>
          </a:blip>
          <a:srcRect l="0" t="0" r="0" b="0"/>
          <a:stretch>
            <a:fillRect l="0" t="0" r="0" b="0"/>
          </a:stretch>
        </a:blipFill>
      </p:bgPr>
    </p:bg>
    <p:spTree>
      <p:nvGrpSpPr>
        <p:cNvPr id="1" name=""/>
        <p:cNvGrpSpPr/>
        <p:nvPr/>
      </p:nvGrpSpPr>
      <p:grpSpPr>
        <a:xfrm xmlns:a="http://schemas.openxmlformats.org/drawingml/2006/main"/>
      </p:grpSpPr>
      <p:sp>
        <p:nvSpPr>
          <p:cNvPr id="3" name="Content Placeholder 2">
            <a:extLst xmlns:a="http://schemas.openxmlformats.org/drawingml/2006/main">
              <a:ext uri="{FF2B5EF4-FFF2-40B4-BE49-F238E27FC236}">
                <a16:creationId xmlns:a16="http://schemas.microsoft.com/office/drawing/2014/main" id="{CACF0CB0-D0E8-427D-ADE3-EAD40C37CFEF}"/>
              </a:ext>
            </a:extLst>
          </p:cNvPr>
          <p:cNvSpPr>
            <a:spLocks xmlns:a="http://schemas.openxmlformats.org/drawingml/2006/main" noGrp="1"/>
          </p:cNvSpPr>
          <p:nvPr>
            <p:ph idx="1"/>
          </p:nvPr>
        </p:nvSpPr>
        <p:spPr>
          <a:xfrm xmlns:a="http://schemas.openxmlformats.org/drawingml/2006/main">
            <a:off x="4779390" y="987424"/>
            <a:ext cx="6896510" cy="4873625"/>
          </a:xfrm>
          <a:prstGeom xmlns:a="http://schemas.openxmlformats.org/drawingml/2006/main" prst="rect">
            <a:avLst/>
          </a:prstGeom>
        </p:spPr>
        <p:txBody>
          <a:bodyPr xmlns:a="http://schemas.openxmlformats.org/drawingml/2006/main"/>
          <a:lstStyle xmlns:a="http://schemas.openxmlformats.org/drawingml/2006/main">
            <a:lvl1pPr>
              <a:buNone/>
              <a:defRPr sz="3200"/>
            </a:lvl1pPr>
            <a:lvl2pPr>
              <a:buNone/>
              <a:defRPr sz="2800"/>
            </a:lvl2pPr>
            <a:lvl3pPr>
              <a:buNone/>
              <a:defRPr sz="2400"/>
            </a:lvl3pPr>
            <a:lvl4pPr>
              <a:buNone/>
              <a:defRPr sz="2000"/>
            </a:lvl4pPr>
            <a:lvl5pPr>
              <a:buNone/>
              <a:defRPr sz="2000"/>
            </a:lvl5pPr>
            <a:lvl6pPr>
              <a:buNone/>
              <a:defRPr sz="2000"/>
            </a:lvl6pPr>
            <a:lvl7pPr>
              <a:buNone/>
              <a:defRPr sz="2000"/>
            </a:lvl7pPr>
            <a:lvl8pPr>
              <a:buNone/>
              <a:defRPr sz="2000"/>
            </a:lvl8pPr>
            <a:lvl9pPr>
              <a:buNone/>
              <a:defRPr sz="2000"/>
            </a:lvl9pPr>
          </a:lstStyle>
          <a:p xmlns:a="http://schemas.openxmlformats.org/drawingml/2006/main">
            <a:pPr lvl="0">
              <a:buNone/>
            </a:pPr>
            <a:r>
              <a:t>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5" name="Date Placeholder 4">
            <a:extLst xmlns:a="http://schemas.openxmlformats.org/drawingml/2006/main">
              <a:ext uri="{FF2B5EF4-FFF2-40B4-BE49-F238E27FC236}">
                <a16:creationId xmlns:a16="http://schemas.microsoft.com/office/drawing/2014/main" id="{A008E6E9-BC2B-40DF-8E4E-1101FAA31C43}"/>
              </a:ext>
            </a:extLst>
          </p:cNvPr>
          <p:cNvSpPr>
            <a:spLocks xmlns:a="http://schemas.openxmlformats.org/drawingml/2006/main" noGrp="1"/>
          </p:cNvSpPr>
          <p:nvPr>
            <p:ph type="dt" idx="10"/>
          </p:nvPr>
        </p:nvSpPr>
        <p:spPr>
          <a:xfrm xmlns:a="http://schemas.openxmlformats.org/drawingml/2006/main">
            <a:off x="838200" y="6356350"/>
            <a:ext cx="2743200" cy="365125"/>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fld id="{57020DAE-7ED0-4B17-B656-7E9590772B44}" type="datetimeFigureOut">
              <a:t>7/31/2026</a:t>
            </a:fld>
            <a:endParaRPr/>
          </a:p>
        </p:txBody>
      </p:sp>
      <p:sp>
        <p:nvSpPr>
          <p:cNvPr id="6" name="Footer Placeholder 5">
            <a:extLst xmlns:a="http://schemas.openxmlformats.org/drawingml/2006/main">
              <a:ext uri="{FF2B5EF4-FFF2-40B4-BE49-F238E27FC236}">
                <a16:creationId xmlns:a16="http://schemas.microsoft.com/office/drawing/2014/main" id="{703B4ACF-9116-4AEF-9CAE-9D394550DDA8}"/>
              </a:ext>
            </a:extLst>
          </p:cNvPr>
          <p:cNvSpPr>
            <a:spLocks xmlns:a="http://schemas.openxmlformats.org/drawingml/2006/main" noGrp="1"/>
          </p:cNvSpPr>
          <p:nvPr>
            <p:ph type="ftr" idx="11"/>
          </p:nvPr>
        </p:nvSpPr>
        <p:spPr>
          <a:xfrm xmlns:a="http://schemas.openxmlformats.org/drawingml/2006/main">
            <a:off x="4038600" y="6356350"/>
            <a:ext cx="4114800" cy="365125"/>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endParaRPr/>
          </a:p>
        </p:txBody>
      </p:sp>
      <p:sp>
        <p:nvSpPr>
          <p:cNvPr id="7" name="Slide Number Placeholder 6">
            <a:extLst xmlns:a="http://schemas.openxmlformats.org/drawingml/2006/main">
              <a:ext uri="{FF2B5EF4-FFF2-40B4-BE49-F238E27FC236}">
                <a16:creationId xmlns:a16="http://schemas.microsoft.com/office/drawing/2014/main" id="{37D69506-A77D-4568-80FC-F9424CA915FA}"/>
              </a:ext>
            </a:extLst>
          </p:cNvPr>
          <p:cNvSpPr>
            <a:spLocks xmlns:a="http://schemas.openxmlformats.org/drawingml/2006/main" noGrp="1"/>
          </p:cNvSpPr>
          <p:nvPr>
            <p:ph type="sldNum" idx="12"/>
          </p:nvPr>
        </p:nvSpPr>
        <p:spPr>
          <a:xfrm xmlns:a="http://schemas.openxmlformats.org/drawingml/2006/main">
            <a:off x="8610600" y="6356350"/>
            <a:ext cx="2743200" cy="365125"/>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fld id="{A74DB8E4-0DF9-4658-8AF8-1D74F81145F2}" type="slidenum">
              <a:t>‹#›</a:t>
            </a:fld>
            <a:endParaRPr/>
          </a:p>
        </p:txBody>
      </p:sp>
      <p:sp>
        <p:nvSpPr>
          <p:cNvPr id="16" name="Picture Placeholder 15">
            <a:extLst xmlns:a="http://schemas.openxmlformats.org/drawingml/2006/main">
              <a:ext uri="{FF2B5EF4-FFF2-40B4-BE49-F238E27FC236}">
                <a16:creationId xmlns:a16="http://schemas.microsoft.com/office/drawing/2014/main" id="{22DD5475-7134-4A67-86F6-CAD111F6FC26}"/>
              </a:ext>
            </a:extLst>
          </p:cNvPr>
          <p:cNvSpPr>
            <a:spLocks xmlns:a="http://schemas.openxmlformats.org/drawingml/2006/main" noGrp="1"/>
          </p:cNvSpPr>
          <p:nvPr>
            <p:ph type="pic" idx="13"/>
          </p:nvPr>
        </p:nvSpPr>
        <p:spPr>
          <a:xfrm xmlns:a="http://schemas.openxmlformats.org/drawingml/2006/main">
            <a:off x="0" y="987424"/>
            <a:ext cx="5183188" cy="4873625"/>
          </a:xfrm>
          <a:custGeom xmlns:a="http://schemas.openxmlformats.org/drawingml/2006/main">
            <a:gdLst>
              <a:gd name="connsiteX0" fmla="*/ 976445 w 5183188"/>
              <a:gd name="connsiteY0" fmla="*/ 0 h 4873625"/>
              <a:gd name="connsiteX1" fmla="*/ 2746376 w 5183188"/>
              <a:gd name="connsiteY1" fmla="*/ 0 h 4873625"/>
              <a:gd name="connsiteX2" fmla="*/ 5170608 w 5183188"/>
              <a:gd name="connsiteY2" fmla="*/ 2187663 h 4873625"/>
              <a:gd name="connsiteX3" fmla="*/ 5183188 w 5183188"/>
              <a:gd name="connsiteY3" fmla="*/ 2436794 h 4873625"/>
              <a:gd name="connsiteX4" fmla="*/ 5183188 w 5183188"/>
              <a:gd name="connsiteY4" fmla="*/ 2436813 h 4873625"/>
              <a:gd name="connsiteX5" fmla="*/ 2995525 w 5183188"/>
              <a:gd name="connsiteY5" fmla="*/ 4861045 h 4873625"/>
              <a:gd name="connsiteX6" fmla="*/ 2746395 w 5183188"/>
              <a:gd name="connsiteY6" fmla="*/ 4873625 h 4873625"/>
              <a:gd name="connsiteX7" fmla="*/ 976445 w 5183188"/>
              <a:gd name="connsiteY7" fmla="*/ 4873625 h 4873625"/>
              <a:gd name="connsiteX8" fmla="*/ 27927 w 5183188"/>
              <a:gd name="connsiteY8" fmla="*/ 4682128 h 4873625"/>
              <a:gd name="connsiteX9" fmla="*/ 0 w 5183188"/>
              <a:gd name="connsiteY9" fmla="*/ 4668675 h 4873625"/>
              <a:gd name="connsiteX10" fmla="*/ 0 w 5183188"/>
              <a:gd name="connsiteY10" fmla="*/ 204950 h 4873625"/>
              <a:gd name="connsiteX11" fmla="*/ 27927 w 5183188"/>
              <a:gd name="connsiteY11" fmla="*/ 191497 h 4873625"/>
              <a:gd name="connsiteX12" fmla="*/ 976445 w 5183188"/>
              <a:gd name="connsiteY12" fmla="*/ 0 h 4873625"/>
            </a:gdLst>
            <a:rect l="l" t="t" r="r" b="b"/>
            <a:pathLst>
              <a:path w="5183188" h="4873625">
                <a:moveTo>
                  <a:pt x="976445" y="0"/>
                </a:moveTo>
                <a:lnTo>
                  <a:pt x="2746376" y="0"/>
                </a:lnTo>
                <a:cubicBezTo>
                  <a:pt x="4008078" y="0"/>
                  <a:pt x="5045819" y="958885"/>
                  <a:pt x="5170608" y="2187663"/>
                </a:cubicBezTo>
                <a:lnTo>
                  <a:pt x="5183188" y="2436794"/>
                </a:lnTo>
                <a:lnTo>
                  <a:pt x="5183188" y="2436813"/>
                </a:lnTo>
                <a:cubicBezTo>
                  <a:pt x="5183188" y="3698515"/>
                  <a:pt x="4224303" y="4736256"/>
                  <a:pt x="2995525" y="4861045"/>
                </a:cubicBezTo>
                <a:lnTo>
                  <a:pt x="2746395" y="4873625"/>
                </a:lnTo>
                <a:lnTo>
                  <a:pt x="976445" y="4873625"/>
                </a:lnTo>
                <a:cubicBezTo>
                  <a:pt x="639991" y="4873625"/>
                  <a:pt x="319464" y="4805438"/>
                  <a:pt x="27927" y="4682128"/>
                </a:cubicBezTo>
                <a:lnTo>
                  <a:pt x="0" y="4668675"/>
                </a:lnTo>
                <a:lnTo>
                  <a:pt x="0" y="204950"/>
                </a:lnTo>
                <a:lnTo>
                  <a:pt x="27927" y="191497"/>
                </a:lnTo>
                <a:cubicBezTo>
                  <a:pt x="319464" y="68188"/>
                  <a:pt x="639991" y="0"/>
                  <a:pt x="976445" y="0"/>
                </a:cubicBezTo>
                <a:close/>
              </a:path>
            </a:pathLst>
          </a:custGeom>
        </p:spPr>
        <p:txBody>
          <a:bodyPr xmlns:a="http://schemas.openxmlformats.org/drawingml/2006/main" wrap="square">
            <a:noAutofit/>
          </a:bodyPr>
          <a:lstStyle xmlns:a="http://schemas.openxmlformats.org/drawingml/2006/main"/>
          <a:p xmlns:a="http://schemas.openxmlformats.org/drawingml/2006/main">
            <a:r>
              <a:t>Click icon to add picture</a:t>
            </a:r>
          </a:p>
        </p:txBody>
      </p:sp>
      <p:sp>
        <p:nvSpPr>
          <p:cNvPr id="9" name="Title 1">
            <a:extLst xmlns:a="http://schemas.openxmlformats.org/drawingml/2006/main">
              <a:ext uri="{FF2B5EF4-FFF2-40B4-BE49-F238E27FC236}">
                <a16:creationId xmlns:a16="http://schemas.microsoft.com/office/drawing/2014/main" id="{B2EF367B-E0DA-4A97-9EAF-3E1205BD214D}"/>
              </a:ext>
            </a:extLst>
          </p:cNvPr>
          <p:cNvSpPr>
            <a:spLocks xmlns:a="http://schemas.openxmlformats.org/drawingml/2006/main" noGrp="1"/>
          </p:cNvSpPr>
          <p:nvPr>
            <p:ph type="title" idx="0"/>
          </p:nvPr>
        </p:nvSpPr>
        <p:spPr>
          <a:xfrm xmlns:a="http://schemas.openxmlformats.org/drawingml/2006/main">
            <a:off x="838200" y="22009"/>
            <a:ext cx="10515600" cy="1325563"/>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r>
              <a:t>Click to edit Master title style</a:t>
            </a:r>
          </a:p>
        </p:txBody>
      </p:sp>
    </p:spTree>
  </p:cSld>
</p:sldLayout>
</file>

<file path=ppt/slideLayouts/slideLayout13.xml><?xml version="1.0" encoding="utf-8"?>
<p:sldLayout xmlns:p="http://schemas.openxmlformats.org/presentationml/2006/main" matchingName="Title.Content Slide">
  <p:cSld name="Title.Content Slide">
    <p:spTree>
      <p:nvGrpSpPr>
        <p:cNvPr id="1" name=""/>
        <p:cNvGrpSpPr/>
        <p:nvPr/>
      </p:nvGrpSpPr>
      <p:grpSpPr>
        <a:xfrm xmlns:a="http://schemas.openxmlformats.org/drawingml/2006/main"/>
      </p:grpSpPr>
      <p:sp>
        <p:nvSpPr>
          <p:cNvPr id="85" name="Google Shape;85;g2893b70371c_0_647">
            <a:extLst xmlns:a="http://schemas.openxmlformats.org/drawingml/2006/main">
              <a:ext uri="{FF2B5EF4-FFF2-40B4-BE49-F238E27FC236}">
                <a16:creationId xmlns:a16="http://schemas.microsoft.com/office/drawing/2014/main" id="{D0EA4B69-0A31-4580-81DA-89FC157C41B6}"/>
              </a:ext>
            </a:extLst>
          </p:cNvPr>
          <p:cNvSpPr>
            <a:spLocks xmlns:a="http://schemas.openxmlformats.org/drawingml/2006/main" noGrp="1"/>
          </p:cNvSpPr>
          <p:nvPr>
            <p:ph type="title" idx="0"/>
          </p:nvPr>
        </p:nvSpPr>
        <p:spPr>
          <a:xfrm xmlns:a="http://schemas.openxmlformats.org/drawingml/2006/main">
            <a:off x="60359" y="198323"/>
            <a:ext cx="12071100" cy="3597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360000" tIns="0" rIns="1440000" bIns="0" anchor="t">
            <a:noAutofit/>
          </a:bodyPr>
          <a:lstStyle xmlns:a="http://schemas.openxmlformats.org/drawingml/2006/main">
            <a:lvl1pPr algn="l">
              <a:spcBef>
                <a:spcPts val="0"/>
              </a:spcBef>
              <a:spcAft>
                <a:spcPts val="0"/>
              </a:spcAft>
              <a:buSzPts val="4400"/>
              <a:buNone/>
              <a:defRPr/>
            </a:lvl1pPr>
            <a:lvl2pPr>
              <a:spcBef>
                <a:spcPts val="0"/>
              </a:spcBef>
              <a:spcAft>
                <a:spcPts val="0"/>
              </a:spcAft>
              <a:buSzPts val="1400"/>
              <a:buNone/>
              <a:defRPr/>
            </a:lvl2pPr>
            <a:lvl3pPr>
              <a:spcBef>
                <a:spcPts val="0"/>
              </a:spcBef>
              <a:spcAft>
                <a:spcPts val="0"/>
              </a:spcAft>
              <a:buSzPts val="1400"/>
              <a:buNone/>
              <a:defRPr/>
            </a:lvl3pPr>
            <a:lvl4pPr>
              <a:spcBef>
                <a:spcPts val="0"/>
              </a:spcBef>
              <a:spcAft>
                <a:spcPts val="0"/>
              </a:spcAft>
              <a:buSzPts val="1400"/>
              <a:buNone/>
              <a:defRPr/>
            </a:lvl4pPr>
            <a:lvl5pPr>
              <a:spcBef>
                <a:spcPts val="0"/>
              </a:spcBef>
              <a:spcAft>
                <a:spcPts val="0"/>
              </a:spcAft>
              <a:buSzPts val="1400"/>
              <a:buNone/>
              <a:defRPr/>
            </a:lvl5pPr>
            <a:lvl6pPr>
              <a:spcBef>
                <a:spcPts val="0"/>
              </a:spcBef>
              <a:spcAft>
                <a:spcPts val="0"/>
              </a:spcAft>
              <a:buSzPts val="1400"/>
              <a:buNone/>
              <a:defRPr/>
            </a:lvl6pPr>
            <a:lvl7pPr>
              <a:spcBef>
                <a:spcPts val="0"/>
              </a:spcBef>
              <a:spcAft>
                <a:spcPts val="0"/>
              </a:spcAft>
              <a:buSzPts val="1400"/>
              <a:buNone/>
              <a:defRPr/>
            </a:lvl7pPr>
            <a:lvl8pPr>
              <a:spcBef>
                <a:spcPts val="0"/>
              </a:spcBef>
              <a:spcAft>
                <a:spcPts val="0"/>
              </a:spcAft>
              <a:buSzPts val="1400"/>
              <a:buNone/>
              <a:defRPr/>
            </a:lvl8pPr>
            <a:lvl9pPr>
              <a:spcBef>
                <a:spcPts val="0"/>
              </a:spcBef>
              <a:spcAft>
                <a:spcPts val="0"/>
              </a:spcAft>
              <a:buSzPts val="1400"/>
              <a:buNone/>
              <a:defRPr/>
            </a:lvl9pPr>
          </a:lstStyle>
          <a:p xmlns:a="http://schemas.openxmlformats.org/drawingml/2006/main">
            <a:r>
              <a:t>Click to edit Master title style</a:t>
            </a:r>
            <a:endParaRPr/>
          </a:p>
        </p:txBody>
      </p:sp>
      <p:sp>
        <p:nvSpPr>
          <p:cNvPr id="86" name="Google Shape;86;g2893b70371c_0_647">
            <a:extLst xmlns:a="http://schemas.openxmlformats.org/drawingml/2006/main">
              <a:ext uri="{FF2B5EF4-FFF2-40B4-BE49-F238E27FC236}">
                <a16:creationId xmlns:a16="http://schemas.microsoft.com/office/drawing/2014/main" id="{41460F0C-4233-4C14-A28C-68A6BDF809F4}"/>
              </a:ext>
            </a:extLst>
          </p:cNvPr>
          <p:cNvSpPr>
            <a:spLocks xmlns:a="http://schemas.openxmlformats.org/drawingml/2006/main" noGrp="1"/>
          </p:cNvSpPr>
          <p:nvPr>
            <p:ph type="body" idx="1"/>
          </p:nvPr>
        </p:nvSpPr>
        <p:spPr>
          <a:xfrm xmlns:a="http://schemas.openxmlformats.org/drawingml/2006/main">
            <a:off x="1" y="789405"/>
            <a:ext cx="12192000" cy="5283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720000" tIns="45700" rIns="648000" bIns="45700" anchor="t">
            <a:normAutofit/>
          </a:bodyPr>
          <a:lstStyle xmlns:a="http://schemas.openxmlformats.org/drawingml/2006/main">
            <a:lvl1pPr marL="457200" indent="-323786" algn="l">
              <a:lnSpc>
                <a:spcPct val="100000"/>
              </a:lnSpc>
              <a:spcBef>
                <a:spcPts val="300"/>
              </a:spcBef>
              <a:spcAft>
                <a:spcPts val="0"/>
              </a:spcAft>
              <a:buSzPts val="1499"/>
              <a:buChar char="•"/>
              <a:defRPr sz="1499">
                <a:latin typeface="Verdana"/>
                <a:ea typeface="Verdana"/>
                <a:cs typeface="Verdana"/>
              </a:defRPr>
            </a:lvl1pPr>
            <a:lvl2pPr marL="914400" indent="-323786" algn="l">
              <a:lnSpc>
                <a:spcPct val="100000"/>
              </a:lnSpc>
              <a:spcBef>
                <a:spcPts val="449"/>
              </a:spcBef>
              <a:spcAft>
                <a:spcPts val="0"/>
              </a:spcAft>
              <a:buSzPts val="1499"/>
              <a:buChar char="•"/>
              <a:defRPr sz="1499">
                <a:latin typeface="Verdana"/>
                <a:ea typeface="Verdana"/>
                <a:cs typeface="Verdana"/>
              </a:defRPr>
            </a:lvl2pPr>
            <a:lvl3pPr marL="1371600" indent="-314261" algn="l">
              <a:lnSpc>
                <a:spcPct val="100000"/>
              </a:lnSpc>
              <a:spcBef>
                <a:spcPts val="449"/>
              </a:spcBef>
              <a:spcAft>
                <a:spcPts val="0"/>
              </a:spcAft>
              <a:buSzPts val="1349"/>
              <a:buChar char="•"/>
              <a:defRPr sz="1349">
                <a:latin typeface="Verdana"/>
                <a:ea typeface="Verdana"/>
                <a:cs typeface="Verdana"/>
              </a:defRPr>
            </a:lvl3pPr>
            <a:lvl4pPr marL="1828800" indent="-304736" algn="l">
              <a:lnSpc>
                <a:spcPct val="100000"/>
              </a:lnSpc>
              <a:spcBef>
                <a:spcPts val="449"/>
              </a:spcBef>
              <a:spcAft>
                <a:spcPts val="0"/>
              </a:spcAft>
              <a:buSzPts val="1199"/>
              <a:buChar char="•"/>
              <a:defRPr sz="1199">
                <a:latin typeface="Verdana"/>
                <a:ea typeface="Verdana"/>
                <a:cs typeface="Verdana"/>
              </a:defRPr>
            </a:lvl4pPr>
            <a:lvl5pPr marL="2286000" indent="-266636" algn="l">
              <a:lnSpc>
                <a:spcPct val="100000"/>
              </a:lnSpc>
              <a:spcBef>
                <a:spcPts val="449"/>
              </a:spcBef>
              <a:spcAft>
                <a:spcPts val="0"/>
              </a:spcAft>
              <a:buSzPts val="599"/>
              <a:buChar char="•"/>
              <a:defRPr sz="599">
                <a:latin typeface="Verdana"/>
                <a:ea typeface="Verdana"/>
                <a:cs typeface="Verdana"/>
              </a:defRPr>
            </a:lvl5pPr>
            <a:lvl6pPr marL="2743200" indent="-228600" algn="l">
              <a:spcBef>
                <a:spcPts val="500"/>
              </a:spcBef>
              <a:spcAft>
                <a:spcPts val="0"/>
              </a:spcAft>
              <a:buSzPts val="1800"/>
              <a:buNone/>
              <a:defRPr/>
            </a:lvl6pPr>
            <a:lvl7pPr marL="3200400" indent="-228600" algn="l">
              <a:spcBef>
                <a:spcPts val="500"/>
              </a:spcBef>
              <a:spcAft>
                <a:spcPts val="0"/>
              </a:spcAft>
              <a:buSzPts val="1800"/>
              <a:buNone/>
              <a:defRPr/>
            </a:lvl7pPr>
            <a:lvl8pPr marL="3657600" indent="-228600" algn="l">
              <a:spcBef>
                <a:spcPts val="500"/>
              </a:spcBef>
              <a:spcAft>
                <a:spcPts val="0"/>
              </a:spcAft>
              <a:buSzPts val="1800"/>
              <a:buNone/>
              <a:defRPr/>
            </a:lvl8pPr>
            <a:lvl9pPr marL="4114800" indent="-228600" algn="l">
              <a:spcBef>
                <a:spcPts val="500"/>
              </a:spcBef>
              <a:spcAft>
                <a:spcPts val="0"/>
              </a:spcAft>
              <a:buSzPts val="1800"/>
              <a:buNone/>
              <a:defRPr/>
            </a:lvl9pPr>
          </a:lstStyle>
          <a:p xmlns:a="http://schemas.openxmlformats.org/drawingml/2006/main">
            <a:pPr lvl="0">
              <a:buNone/>
            </a:pPr>
            <a:r>
              <a:t>Edit Master text styles</a:t>
            </a:r>
          </a:p>
        </p:txBody>
      </p:sp>
      <p:sp>
        <p:nvSpPr>
          <p:cNvPr id="87" name="Google Shape;87;g2893b70371c_0_647">
            <a:extLst xmlns:a="http://schemas.openxmlformats.org/drawingml/2006/main">
              <a:ext uri="{FF2B5EF4-FFF2-40B4-BE49-F238E27FC236}">
                <a16:creationId xmlns:a16="http://schemas.microsoft.com/office/drawing/2014/main" id="{60C3D171-0F21-47B0-8FFC-25E5D686D366}"/>
              </a:ext>
            </a:extLst>
          </p:cNvPr>
          <p:cNvSpPr>
            <a:spLocks xmlns:a="http://schemas.openxmlformats.org/drawingml/2006/main" noGrp="1"/>
          </p:cNvSpPr>
          <p:nvPr>
            <p:ph type="sldNum" idx="12"/>
          </p:nvPr>
        </p:nvSpPr>
        <p:spPr>
          <a:xfrm xmlns:a="http://schemas.openxmlformats.org/drawingml/2006/main">
            <a:off x="10872225" y="18168"/>
            <a:ext cx="1316700" cy="3507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marL="0" indent="0" algn="r">
              <a:spcBef>
                <a:spcPts val="0"/>
              </a:spcBef>
              <a:buNone/>
              <a:defRPr/>
            </a:lvl1pPr>
            <a:lvl2pPr marL="0" indent="0" algn="r">
              <a:spcBef>
                <a:spcPts val="0"/>
              </a:spcBef>
              <a:buNone/>
              <a:defRPr/>
            </a:lvl2pPr>
            <a:lvl3pPr marL="0" indent="0" algn="r">
              <a:spcBef>
                <a:spcPts val="0"/>
              </a:spcBef>
              <a:buNone/>
              <a:defRPr/>
            </a:lvl3pPr>
            <a:lvl4pPr marL="0" indent="0" algn="r">
              <a:spcBef>
                <a:spcPts val="0"/>
              </a:spcBef>
              <a:buNone/>
              <a:defRPr/>
            </a:lvl4pPr>
            <a:lvl5pPr marL="0" indent="0" algn="r">
              <a:spcBef>
                <a:spcPts val="0"/>
              </a:spcBef>
              <a:buNone/>
              <a:defRPr/>
            </a:lvl5pPr>
            <a:lvl6pPr marL="0" indent="0" algn="r">
              <a:spcBef>
                <a:spcPts val="0"/>
              </a:spcBef>
              <a:buNone/>
              <a:defRPr/>
            </a:lvl6pPr>
            <a:lvl7pPr marL="0" indent="0" algn="r">
              <a:spcBef>
                <a:spcPts val="0"/>
              </a:spcBef>
              <a:buNone/>
              <a:defRPr/>
            </a:lvl7pPr>
            <a:lvl8pPr marL="0" indent="0" algn="r">
              <a:spcBef>
                <a:spcPts val="0"/>
              </a:spcBef>
              <a:buNone/>
              <a:defRPr/>
            </a:lvl8pPr>
            <a:lvl9pPr marL="0" indent="0" algn="r">
              <a:spcBef>
                <a:spcPts val="0"/>
              </a:spcBef>
              <a:buNone/>
              <a:defRPr/>
            </a:lvl9pPr>
          </a:lstStyle>
          <a:p xmlns:a="http://schemas.openxmlformats.org/drawingml/2006/main">
            <a:fld id="{A74DB8E4-0DF9-4658-8AF8-1D74F81145F2}" type="slidenum">
              <a:t>‹#›</a:t>
            </a:fld>
            <a:endParaRPr/>
          </a:p>
        </p:txBody>
      </p:sp>
    </p:spTree>
  </p:cSld>
</p:sldLayout>
</file>

<file path=ppt/slideLayouts/slideLayout14.xml><?xml version="1.0" encoding="utf-8"?>
<p:sldLayout xmlns:p="http://schemas.openxmlformats.org/presentationml/2006/main" preserve="1">
  <p:cSld name="Custom Layout">
    <p:spTree>
      <p:nvGrpSpPr>
        <p:cNvPr id="1" name=""/>
        <p:cNvGrpSpPr/>
        <p:nvPr/>
      </p:nvGrpSpPr>
      <p:grpSpPr>
        <a:xfrm xmlns:a="http://schemas.openxmlformats.org/drawingml/2006/main"/>
      </p:grpSpPr>
      <p:pic>
        <p:nvPicPr>
          <p:cNvPr id="4" name="Picture 3">
            <a:extLst xmlns:a="http://schemas.openxmlformats.org/drawingml/2006/main">
              <a:ext uri="{FF2B5EF4-FFF2-40B4-BE49-F238E27FC236}">
                <a16:creationId xmlns:a16="http://schemas.microsoft.com/office/drawing/2014/main" id="{64DD1AB7-17C4-4C8C-BAA4-EFCE776751E6}"/>
              </a:ext>
            </a:extLst>
          </p:cNvPr>
          <p:cNvPicPr>
            <a:picLocks xmlns:a="http://schemas.openxmlformats.org/drawingml/2006/main" noChangeAspect="1"/>
          </p:cNvPicPr>
          <p:nvPr/>
        </p:nvPicPr>
        <p:blipFill>
          <a:blip xmlns:r="http://schemas.openxmlformats.org/officeDocument/2006/relationships" xmlns:a="http://schemas.openxmlformats.org/drawingml/2006/main" r:embed="Ra5b757c9ef5b42ec"/>
          <a:stretch xmlns:a="http://schemas.openxmlformats.org/drawingml/2006/main">
            <a:fillRect l="0" t="0" r="0" b="0"/>
          </a:stretch>
        </p:blipFill>
        <p:spPr>
          <a:xfrm xmlns:a="http://schemas.openxmlformats.org/drawingml/2006/main">
            <a:off x="68090" y="1411497"/>
            <a:ext cx="12036357" cy="5342089"/>
          </a:xfrm>
          <a:prstGeom xmlns:a="http://schemas.openxmlformats.org/drawingml/2006/main" prst="rect">
            <a:avLst/>
          </a:prstGeom>
        </p:spPr>
      </p:pic>
      <p:sp>
        <p:nvSpPr>
          <p:cNvPr id="2" name="Title 1">
            <a:extLst xmlns:a="http://schemas.openxmlformats.org/drawingml/2006/main">
              <a:ext uri="{FF2B5EF4-FFF2-40B4-BE49-F238E27FC236}">
                <a16:creationId xmlns:a16="http://schemas.microsoft.com/office/drawing/2014/main" id="{8BAA14FF-C458-48D1-B8F8-E3ED67E34064}"/>
              </a:ext>
            </a:extLst>
          </p:cNvPr>
          <p:cNvSpPr>
            <a:spLocks xmlns:a="http://schemas.openxmlformats.org/drawingml/2006/main" noGrp="1"/>
          </p:cNvSpPr>
          <p:nvPr>
            <p:ph type="title" idx="0"/>
          </p:nvPr>
        </p:nvSpPr>
        <p:spPr>
          <a:xfrm xmlns:a="http://schemas.openxmlformats.org/drawingml/2006/main">
            <a:off x="838200" y="365125"/>
            <a:ext cx="10515600" cy="1325563"/>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r>
              <a:t>Click to edit Master title style</a:t>
            </a:r>
          </a:p>
        </p:txBody>
      </p:sp>
      <p:sp>
        <p:nvSpPr>
          <p:cNvPr id="3" name="正方形/長方形 5">
            <a:extLst xmlns:a="http://schemas.openxmlformats.org/drawingml/2006/main">
              <a:ext uri="{FF2B5EF4-FFF2-40B4-BE49-F238E27FC236}">
                <a16:creationId xmlns:a16="http://schemas.microsoft.com/office/drawing/2014/main" id="{2E7483FB-6091-4DAF-9AEE-C7FA49D6313B}"/>
              </a:ext>
            </a:extLst>
          </p:cNvPr>
          <p:cNvSpPr>
            <a:spLocks xmlns:a="http://schemas.openxmlformats.org/drawingml/2006/main" noGrp="1"/>
          </p:cNvSpPr>
          <p:nvPr/>
        </p:nvSpPr>
        <p:spPr>
          <a:xfrm xmlns:a="http://schemas.openxmlformats.org/drawingml/2006/main">
            <a:off x="-18943" y="1303507"/>
            <a:ext cx="12304976" cy="5564221"/>
          </a:xfrm>
          <a:prstGeom xmlns:a="http://schemas.openxmlformats.org/drawingml/2006/main" prst="rect">
            <a:avLst/>
          </a:prstGeom>
          <a:solidFill xmlns:a="http://schemas.openxmlformats.org/drawingml/2006/main">
            <a:schemeClr val="bg1">
              <a:alpha val="30000"/>
            </a:schemeClr>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defTabSz="684543">
              <a:buNone/>
            </a:pPr>
            <a:endParaRPr sz="1348">
              <a:solidFill>
                <a:prstClr val="white"/>
              </a:solidFill>
              <a:latin typeface="Calibri"/>
              <a:ea typeface="Calibri"/>
              <a:cs typeface="Calibri"/>
            </a:endParaRPr>
          </a:p>
        </p:txBody>
      </p:sp>
    </p:spTree>
  </p:cSld>
</p:sldLayout>
</file>

<file path=ppt/slideLayouts/slideLayout15.xml><?xml version="1.0" encoding="utf-8"?>
<p:sldLayout xmlns:p="http://schemas.openxmlformats.org/presentationml/2006/main" matchingName="フッターなし">
  <p:cSld name="フッターなし">
    <p:spTree>
      <p:nvGrpSpPr>
        <p:cNvPr id="1" name=""/>
        <p:cNvGrpSpPr/>
        <p:nvPr/>
      </p:nvGrpSpPr>
      <p:grpSpPr>
        <a:xfrm xmlns:a="http://schemas.openxmlformats.org/drawingml/2006/main"/>
      </p:grpSpPr>
      <p:sp>
        <p:nvSpPr>
          <p:cNvPr id="89" name="Google Shape;89;g2893b70371c_0_712">
            <a:extLst xmlns:a="http://schemas.openxmlformats.org/drawingml/2006/main">
              <a:ext uri="{FF2B5EF4-FFF2-40B4-BE49-F238E27FC236}">
                <a16:creationId xmlns:a16="http://schemas.microsoft.com/office/drawing/2014/main" id="{FC2C0015-89D0-4F06-9642-3C8F20B779B2}"/>
              </a:ext>
            </a:extLst>
          </p:cNvPr>
          <p:cNvSpPr>
            <a:spLocks xmlns:a="http://schemas.openxmlformats.org/drawingml/2006/main" noGrp="1"/>
          </p:cNvSpPr>
          <p:nvPr>
            <p:ph type="sldNum" idx="12"/>
          </p:nvPr>
        </p:nvSpPr>
        <p:spPr>
          <a:xfrm xmlns:a="http://schemas.openxmlformats.org/drawingml/2006/main">
            <a:off x="10872225" y="18168"/>
            <a:ext cx="1316700" cy="3507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marL="0" indent="0" algn="r">
              <a:spcBef>
                <a:spcPts val="0"/>
              </a:spcBef>
              <a:buNone/>
              <a:defRPr sz="1050" b="0" i="0" u="none" strike="noStrike" cap="none">
                <a:solidFill>
                  <a:srgbClr val="828282"/>
                </a:solidFill>
                <a:latin typeface="Verdana"/>
                <a:ea typeface="Verdana"/>
                <a:cs typeface="Verdana"/>
              </a:defRPr>
            </a:lvl1pPr>
            <a:lvl2pPr marL="0" indent="0" algn="r">
              <a:spcBef>
                <a:spcPts val="0"/>
              </a:spcBef>
              <a:buNone/>
              <a:defRPr sz="1050" b="0" i="0" u="none" strike="noStrike" cap="none">
                <a:solidFill>
                  <a:srgbClr val="828282"/>
                </a:solidFill>
                <a:latin typeface="Verdana"/>
                <a:ea typeface="Verdana"/>
                <a:cs typeface="Verdana"/>
              </a:defRPr>
            </a:lvl2pPr>
            <a:lvl3pPr marL="0" indent="0" algn="r">
              <a:spcBef>
                <a:spcPts val="0"/>
              </a:spcBef>
              <a:buNone/>
              <a:defRPr sz="1050" b="0" i="0" u="none" strike="noStrike" cap="none">
                <a:solidFill>
                  <a:srgbClr val="828282"/>
                </a:solidFill>
                <a:latin typeface="Verdana"/>
                <a:ea typeface="Verdana"/>
                <a:cs typeface="Verdana"/>
              </a:defRPr>
            </a:lvl3pPr>
            <a:lvl4pPr marL="0" indent="0" algn="r">
              <a:spcBef>
                <a:spcPts val="0"/>
              </a:spcBef>
              <a:buNone/>
              <a:defRPr sz="1050" b="0" i="0" u="none" strike="noStrike" cap="none">
                <a:solidFill>
                  <a:srgbClr val="828282"/>
                </a:solidFill>
                <a:latin typeface="Verdana"/>
                <a:ea typeface="Verdana"/>
                <a:cs typeface="Verdana"/>
              </a:defRPr>
            </a:lvl4pPr>
            <a:lvl5pPr marL="0" indent="0" algn="r">
              <a:spcBef>
                <a:spcPts val="0"/>
              </a:spcBef>
              <a:buNone/>
              <a:defRPr sz="1050" b="0" i="0" u="none" strike="noStrike" cap="none">
                <a:solidFill>
                  <a:srgbClr val="828282"/>
                </a:solidFill>
                <a:latin typeface="Verdana"/>
                <a:ea typeface="Verdana"/>
                <a:cs typeface="Verdana"/>
              </a:defRPr>
            </a:lvl5pPr>
            <a:lvl6pPr marL="0" indent="0" algn="r">
              <a:spcBef>
                <a:spcPts val="0"/>
              </a:spcBef>
              <a:buNone/>
              <a:defRPr sz="1050" b="0" i="0" u="none" strike="noStrike" cap="none">
                <a:solidFill>
                  <a:srgbClr val="828282"/>
                </a:solidFill>
                <a:latin typeface="Verdana"/>
                <a:ea typeface="Verdana"/>
                <a:cs typeface="Verdana"/>
              </a:defRPr>
            </a:lvl6pPr>
            <a:lvl7pPr marL="0" indent="0" algn="r">
              <a:spcBef>
                <a:spcPts val="0"/>
              </a:spcBef>
              <a:buNone/>
              <a:defRPr sz="1050" b="0" i="0" u="none" strike="noStrike" cap="none">
                <a:solidFill>
                  <a:srgbClr val="828282"/>
                </a:solidFill>
                <a:latin typeface="Verdana"/>
                <a:ea typeface="Verdana"/>
                <a:cs typeface="Verdana"/>
              </a:defRPr>
            </a:lvl7pPr>
            <a:lvl8pPr marL="0" indent="0" algn="r">
              <a:spcBef>
                <a:spcPts val="0"/>
              </a:spcBef>
              <a:buNone/>
              <a:defRPr sz="1050" b="0" i="0" u="none" strike="noStrike" cap="none">
                <a:solidFill>
                  <a:srgbClr val="828282"/>
                </a:solidFill>
                <a:latin typeface="Verdana"/>
                <a:ea typeface="Verdana"/>
                <a:cs typeface="Verdana"/>
              </a:defRPr>
            </a:lvl8pPr>
            <a:lvl9pPr marL="0" indent="0" algn="r">
              <a:spcBef>
                <a:spcPts val="0"/>
              </a:spcBef>
              <a:buNone/>
              <a:defRPr sz="1050" b="0" i="0" u="none" strike="noStrike" cap="none">
                <a:solidFill>
                  <a:srgbClr val="828282"/>
                </a:solidFill>
                <a:latin typeface="Verdana"/>
                <a:ea typeface="Verdana"/>
                <a:cs typeface="Verdana"/>
              </a:defRPr>
            </a:lvl9pPr>
          </a:lstStyle>
          <a:p xmlns:a="http://schemas.openxmlformats.org/drawingml/2006/main">
            <a:fld id="{A74DB8E4-0DF9-4658-8AF8-1D74F81145F2}" type="slidenum">
              <a:t>‹#›</a:t>
            </a:fld>
            <a:endParaRPr/>
          </a:p>
        </p:txBody>
      </p:sp>
      <p:pic>
        <p:nvPicPr>
          <p:cNvPr id="5" name="Google Shape;405;g2893b70371c_0_1188">
            <a:extLst xmlns:a="http://schemas.openxmlformats.org/drawingml/2006/main">
              <a:ext uri="{FF2B5EF4-FFF2-40B4-BE49-F238E27FC236}">
                <a16:creationId xmlns:a16="http://schemas.microsoft.com/office/drawing/2014/main" id="{47DFA1C0-87BF-4F2C-98B6-FE3DED1A1144}"/>
              </a:ext>
            </a:extLst>
          </p:cNvPr>
          <p:cNvPicPr>
            <a:picLocks xmlns:a="http://schemas.openxmlformats.org/drawingml/2006/main" noChangeAspect="1"/>
          </p:cNvPicPr>
          <p:nvPr/>
        </p:nvPicPr>
        <p:blipFill rotWithShape="1">
          <a:blip xmlns:r="http://schemas.openxmlformats.org/officeDocument/2006/relationships" xmlns:a="http://schemas.openxmlformats.org/drawingml/2006/main" r:embed="R5d04d6d763624931">
            <a:alphaModFix/>
          </a:blip>
          <a:srcRect xmlns:a="http://schemas.openxmlformats.org/drawingml/2006/main" l="0" t="0" r="0" b="0"/>
          <a:stretch xmlns:a="http://schemas.openxmlformats.org/drawingml/2006/main"/>
        </p:blipFill>
        <p:spPr>
          <a:xfrm xmlns:a="http://schemas.openxmlformats.org/drawingml/2006/main">
            <a:off x="0" y="1361872"/>
            <a:ext cx="12192000" cy="5555878"/>
          </a:xfrm>
          <a:prstGeom xmlns:a="http://schemas.openxmlformats.org/drawingml/2006/main" prst="rect">
            <a:avLst/>
          </a:prstGeom>
          <a:ln xmlns:a="http://schemas.openxmlformats.org/drawingml/2006/main">
            <a:noFill/>
          </a:ln>
        </p:spPr>
      </p:pic>
    </p:spTree>
  </p:cSld>
</p:sldLayout>
</file>

<file path=ppt/slideLayouts/slideLayout16.xml><?xml version="1.0" encoding="utf-8"?>
<p:sldLayout xmlns:p="http://schemas.openxmlformats.org/presentationml/2006/main" matchingName="フッターなし" preserve="1">
  <p:cSld name="1_フッターなし">
    <p:spTree>
      <p:nvGrpSpPr>
        <p:cNvPr id="1" name=""/>
        <p:cNvGrpSpPr/>
        <p:nvPr/>
      </p:nvGrpSpPr>
      <p:grpSpPr>
        <a:xfrm xmlns:a="http://schemas.openxmlformats.org/drawingml/2006/main"/>
      </p:grpSpPr>
      <p:sp>
        <p:nvSpPr>
          <p:cNvPr id="89" name="Google Shape;89;g2893b70371c_0_712">
            <a:extLst xmlns:a="http://schemas.openxmlformats.org/drawingml/2006/main">
              <a:ext uri="{FF2B5EF4-FFF2-40B4-BE49-F238E27FC236}">
                <a16:creationId xmlns:a16="http://schemas.microsoft.com/office/drawing/2014/main" id="{18C3FDD3-8DAA-4397-BAFE-E677C57AF383}"/>
              </a:ext>
            </a:extLst>
          </p:cNvPr>
          <p:cNvSpPr>
            <a:spLocks xmlns:a="http://schemas.openxmlformats.org/drawingml/2006/main" noGrp="1"/>
          </p:cNvSpPr>
          <p:nvPr>
            <p:ph type="sldNum" idx="12"/>
          </p:nvPr>
        </p:nvSpPr>
        <p:spPr>
          <a:xfrm xmlns:a="http://schemas.openxmlformats.org/drawingml/2006/main">
            <a:off x="10872225" y="18168"/>
            <a:ext cx="1316700" cy="3507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marL="0" indent="0" algn="r">
              <a:spcBef>
                <a:spcPts val="0"/>
              </a:spcBef>
              <a:buNone/>
              <a:defRPr sz="1050" b="0" i="0" u="none" strike="noStrike" cap="none">
                <a:solidFill>
                  <a:srgbClr val="828282"/>
                </a:solidFill>
                <a:latin typeface="Verdana"/>
                <a:ea typeface="Verdana"/>
                <a:cs typeface="Verdana"/>
              </a:defRPr>
            </a:lvl1pPr>
            <a:lvl2pPr marL="0" indent="0" algn="r">
              <a:spcBef>
                <a:spcPts val="0"/>
              </a:spcBef>
              <a:buNone/>
              <a:defRPr sz="1050" b="0" i="0" u="none" strike="noStrike" cap="none">
                <a:solidFill>
                  <a:srgbClr val="828282"/>
                </a:solidFill>
                <a:latin typeface="Verdana"/>
                <a:ea typeface="Verdana"/>
                <a:cs typeface="Verdana"/>
              </a:defRPr>
            </a:lvl2pPr>
            <a:lvl3pPr marL="0" indent="0" algn="r">
              <a:spcBef>
                <a:spcPts val="0"/>
              </a:spcBef>
              <a:buNone/>
              <a:defRPr sz="1050" b="0" i="0" u="none" strike="noStrike" cap="none">
                <a:solidFill>
                  <a:srgbClr val="828282"/>
                </a:solidFill>
                <a:latin typeface="Verdana"/>
                <a:ea typeface="Verdana"/>
                <a:cs typeface="Verdana"/>
              </a:defRPr>
            </a:lvl3pPr>
            <a:lvl4pPr marL="0" indent="0" algn="r">
              <a:spcBef>
                <a:spcPts val="0"/>
              </a:spcBef>
              <a:buNone/>
              <a:defRPr sz="1050" b="0" i="0" u="none" strike="noStrike" cap="none">
                <a:solidFill>
                  <a:srgbClr val="828282"/>
                </a:solidFill>
                <a:latin typeface="Verdana"/>
                <a:ea typeface="Verdana"/>
                <a:cs typeface="Verdana"/>
              </a:defRPr>
            </a:lvl4pPr>
            <a:lvl5pPr marL="0" indent="0" algn="r">
              <a:spcBef>
                <a:spcPts val="0"/>
              </a:spcBef>
              <a:buNone/>
              <a:defRPr sz="1050" b="0" i="0" u="none" strike="noStrike" cap="none">
                <a:solidFill>
                  <a:srgbClr val="828282"/>
                </a:solidFill>
                <a:latin typeface="Verdana"/>
                <a:ea typeface="Verdana"/>
                <a:cs typeface="Verdana"/>
              </a:defRPr>
            </a:lvl5pPr>
            <a:lvl6pPr marL="0" indent="0" algn="r">
              <a:spcBef>
                <a:spcPts val="0"/>
              </a:spcBef>
              <a:buNone/>
              <a:defRPr sz="1050" b="0" i="0" u="none" strike="noStrike" cap="none">
                <a:solidFill>
                  <a:srgbClr val="828282"/>
                </a:solidFill>
                <a:latin typeface="Verdana"/>
                <a:ea typeface="Verdana"/>
                <a:cs typeface="Verdana"/>
              </a:defRPr>
            </a:lvl6pPr>
            <a:lvl7pPr marL="0" indent="0" algn="r">
              <a:spcBef>
                <a:spcPts val="0"/>
              </a:spcBef>
              <a:buNone/>
              <a:defRPr sz="1050" b="0" i="0" u="none" strike="noStrike" cap="none">
                <a:solidFill>
                  <a:srgbClr val="828282"/>
                </a:solidFill>
                <a:latin typeface="Verdana"/>
                <a:ea typeface="Verdana"/>
                <a:cs typeface="Verdana"/>
              </a:defRPr>
            </a:lvl7pPr>
            <a:lvl8pPr marL="0" indent="0" algn="r">
              <a:spcBef>
                <a:spcPts val="0"/>
              </a:spcBef>
              <a:buNone/>
              <a:defRPr sz="1050" b="0" i="0" u="none" strike="noStrike" cap="none">
                <a:solidFill>
                  <a:srgbClr val="828282"/>
                </a:solidFill>
                <a:latin typeface="Verdana"/>
                <a:ea typeface="Verdana"/>
                <a:cs typeface="Verdana"/>
              </a:defRPr>
            </a:lvl8pPr>
            <a:lvl9pPr marL="0" indent="0" algn="r">
              <a:spcBef>
                <a:spcPts val="0"/>
              </a:spcBef>
              <a:buNone/>
              <a:defRPr sz="1050" b="0" i="0" u="none" strike="noStrike" cap="none">
                <a:solidFill>
                  <a:srgbClr val="828282"/>
                </a:solidFill>
                <a:latin typeface="Verdana"/>
                <a:ea typeface="Verdana"/>
                <a:cs typeface="Verdana"/>
              </a:defRPr>
            </a:lvl9pPr>
          </a:lstStyle>
          <a:p xmlns:a="http://schemas.openxmlformats.org/drawingml/2006/main">
            <a:pPr marL="0" lvl="0" indent="0" algn="r">
              <a:spcBef>
                <a:spcPts val="0"/>
              </a:spcBef>
              <a:spcAft>
                <a:spcPts val="0"/>
              </a:spcAft>
              <a:buNone/>
            </a:pPr>
            <a:r>
              <a:t> </a:t>
            </a:r>
          </a:p>
        </p:txBody>
      </p:sp>
      <p:sp>
        <p:nvSpPr>
          <p:cNvPr id="7" name="Google Shape;271;g2893b70371c_0_651">
            <a:extLst xmlns:a="http://schemas.openxmlformats.org/drawingml/2006/main">
              <a:ext uri="{FF2B5EF4-FFF2-40B4-BE49-F238E27FC236}">
                <a16:creationId xmlns:a16="http://schemas.microsoft.com/office/drawing/2014/main" id="{4ED6AF15-6CD1-44C5-950C-329DC8D0BE20}"/>
              </a:ext>
            </a:extLst>
          </p:cNvPr>
          <p:cNvSpPr>
            <a:spLocks xmlns:a="http://schemas.openxmlformats.org/drawingml/2006/main" noGrp="1"/>
          </p:cNvSpPr>
          <p:nvPr/>
        </p:nvSpPr>
        <p:spPr>
          <a:xfrm xmlns:a="http://schemas.openxmlformats.org/drawingml/2006/main">
            <a:off x="0" y="1066800"/>
            <a:ext cx="12188925" cy="5791200"/>
          </a:xfrm>
          <a:prstGeom xmlns:a="http://schemas.openxmlformats.org/drawingml/2006/main" prst="rect">
            <a:avLst/>
          </a:prstGeom>
          <a:solidFill xmlns:a="http://schemas.openxmlformats.org/drawingml/2006/main">
            <a:schemeClr val="bg1">
              <a:alpha val="59000"/>
            </a:schemeClr>
          </a:solidFill>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marR="0" lvl="0" indent="0" algn="ctr">
              <a:spcBef>
                <a:spcPts val="0"/>
              </a:spcBef>
              <a:spcAft>
                <a:spcPts val="0"/>
              </a:spcAft>
              <a:buNone/>
            </a:pPr>
            <a:endParaRPr sz="1348" b="0" i="0" u="none" strike="noStrike" cap="none">
              <a:solidFill>
                <a:srgbClr val="FFFFFF"/>
              </a:solidFill>
              <a:latin typeface="Calibri"/>
              <a:ea typeface="Calibri"/>
              <a:cs typeface="Calibri"/>
            </a:endParaRPr>
          </a:p>
        </p:txBody>
      </p:sp>
    </p:spTree>
  </p:cSld>
</p:sldLayout>
</file>

<file path=ppt/slideLayouts/slideLayout17.xml><?xml version="1.0" encoding="utf-8"?>
<p:sldLayout xmlns:p="http://schemas.openxmlformats.org/presentationml/2006/main" matchingName="フッターなし" preserve="1" userDrawn="1">
  <p:cSld name="1_フッターなし">
    <p:bg>
      <p:bgPr>
        <a:blipFill xmlns:a="http://schemas.openxmlformats.org/drawingml/2006/main" rotWithShape="1">
          <a:blip xmlns:r="http://schemas.openxmlformats.org/officeDocument/2006/relationships" r:embed="Rbf16a8ec021b4554">
            <a:lum/>
          </a:blip>
          <a:srcRect l="0" t="0" r="0" b="0"/>
          <a:stretch>
            <a:fillRect l="0" t="0" r="0" b="0"/>
          </a:stretch>
        </a:blipFill>
      </p:bgPr>
    </p:bg>
    <p:spTree>
      <p:nvGrpSpPr>
        <p:cNvPr id="1" name=""/>
        <p:cNvGrpSpPr/>
        <p:nvPr/>
      </p:nvGrpSpPr>
      <p:grpSpPr>
        <a:xfrm xmlns:a="http://schemas.openxmlformats.org/drawingml/2006/main"/>
      </p:grpSpPr>
      <p:sp>
        <p:nvSpPr>
          <p:cNvPr id="7" name="Google Shape;271;g2893b70371c_0_651">
            <a:extLst xmlns:a="http://schemas.openxmlformats.org/drawingml/2006/main">
              <a:ext uri="{FF2B5EF4-FFF2-40B4-BE49-F238E27FC236}">
                <a16:creationId xmlns:a16="http://schemas.microsoft.com/office/drawing/2014/main" id="{B9BF5516-A194-4844-B11F-682E89327D37}"/>
              </a:ext>
            </a:extLst>
          </p:cNvPr>
          <p:cNvSpPr>
            <a:spLocks xmlns:a="http://schemas.openxmlformats.org/drawingml/2006/main" noGrp="1"/>
          </p:cNvSpPr>
          <p:nvPr/>
        </p:nvSpPr>
        <p:spPr>
          <a:xfrm xmlns:a="http://schemas.openxmlformats.org/drawingml/2006/main">
            <a:off x="0" y="1241729"/>
            <a:ext cx="12188925" cy="5791200"/>
          </a:xfrm>
          <a:prstGeom xmlns:a="http://schemas.openxmlformats.org/drawingml/2006/main" prst="rect">
            <a:avLst/>
          </a:prstGeom>
          <a:solidFill xmlns:a="http://schemas.openxmlformats.org/drawingml/2006/main">
            <a:schemeClr val="bg1"/>
          </a:solidFill>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marR="0" lvl="0" indent="0" algn="ctr">
              <a:spcBef>
                <a:spcPts val="0"/>
              </a:spcBef>
              <a:spcAft>
                <a:spcPts val="0"/>
              </a:spcAft>
              <a:buNone/>
            </a:pPr>
            <a:endParaRPr sz="1348" b="0" i="0" u="none" strike="noStrike" cap="none">
              <a:solidFill>
                <a:srgbClr val="FFFFFF"/>
              </a:solidFill>
              <a:latin typeface="Calibri"/>
              <a:ea typeface="Calibri"/>
              <a:cs typeface="Calibri"/>
            </a:endParaRPr>
          </a:p>
        </p:txBody>
      </p:sp>
      <p:sp>
        <p:nvSpPr>
          <p:cNvPr id="2" name="Title 1">
            <a:extLst xmlns:a="http://schemas.openxmlformats.org/drawingml/2006/main">
              <a:ext uri="{FF2B5EF4-FFF2-40B4-BE49-F238E27FC236}">
                <a16:creationId xmlns:a16="http://schemas.microsoft.com/office/drawing/2014/main" id="{BDAB0302-15D1-423B-8DBF-639C6E53A679}"/>
              </a:ext>
            </a:extLst>
          </p:cNvPr>
          <p:cNvSpPr>
            <a:spLocks xmlns:a="http://schemas.openxmlformats.org/drawingml/2006/main" noGrp="1"/>
          </p:cNvSpPr>
          <p:nvPr>
            <p:ph type="title" idx="0"/>
          </p:nvPr>
        </p:nvSpPr>
        <p:spPr>
          <a:xfrm xmlns:a="http://schemas.openxmlformats.org/drawingml/2006/main">
            <a:off x="5911133" y="237903"/>
            <a:ext cx="10515600" cy="1325563"/>
          </a:xfrm>
          <a:prstGeom xmlns:a="http://schemas.openxmlformats.org/drawingml/2006/main" prst="rect">
            <a:avLst/>
          </a:prstGeom>
        </p:spPr>
        <p:txBody>
          <a:bodyPr xmlns:a="http://schemas.openxmlformats.org/drawingml/2006/main"/>
          <a:lstStyle xmlns:a="http://schemas.openxmlformats.org/drawingml/2006/main">
            <a:lvl1pPr>
              <a:buNone/>
              <a:defRPr sz="3600">
                <a:latin typeface="Times New Roman"/>
                <a:ea typeface="Times New Roman"/>
                <a:cs typeface="Times New Roman"/>
              </a:defRPr>
            </a:lvl1pPr>
          </a:lstStyle>
          <a:p xmlns:a="http://schemas.openxmlformats.org/drawingml/2006/main">
            <a:r>
              <a:t>Click to edit Master title style</a:t>
            </a:r>
          </a:p>
        </p:txBody>
      </p:sp>
    </p:spTree>
  </p:cSld>
</p:sldLayout>
</file>

<file path=ppt/slideLayouts/slideLayout18.xml><?xml version="1.0" encoding="utf-8"?>
<p:sldLayout xmlns:p="http://schemas.openxmlformats.org/presentationml/2006/main" matchingName="3_タイトルとコンテンツ">
  <p:cSld name="3_タイトルとコンテンツ">
    <p:spTree>
      <p:nvGrpSpPr>
        <p:cNvPr id="1" name=""/>
        <p:cNvGrpSpPr/>
        <p:nvPr/>
      </p:nvGrpSpPr>
      <p:grpSpPr>
        <a:xfrm xmlns:a="http://schemas.openxmlformats.org/drawingml/2006/main"/>
      </p:grpSpPr>
      <p:sp>
        <p:nvSpPr>
          <p:cNvPr id="94" name="Google Shape;94;g2893b70371c_0_1057">
            <a:extLst xmlns:a="http://schemas.openxmlformats.org/drawingml/2006/main">
              <a:ext uri="{FF2B5EF4-FFF2-40B4-BE49-F238E27FC236}">
                <a16:creationId xmlns:a16="http://schemas.microsoft.com/office/drawing/2014/main" id="{B3F204B9-3FE9-44FD-9AF8-E96074B5D0C6}"/>
              </a:ext>
            </a:extLst>
          </p:cNvPr>
          <p:cNvSpPr>
            <a:spLocks xmlns:a="http://schemas.openxmlformats.org/drawingml/2006/main" noGrp="1"/>
          </p:cNvSpPr>
          <p:nvPr>
            <p:ph type="dt" idx="10"/>
          </p:nvPr>
        </p:nvSpPr>
        <p:spPr>
          <a:xfrm xmlns:a="http://schemas.openxmlformats.org/drawingml/2006/main">
            <a:off x="609601" y="6356355"/>
            <a:ext cx="2844900" cy="3651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lvl1pPr marR="0" algn="l">
              <a:spcBef>
                <a:spcPts val="0"/>
              </a:spcBef>
              <a:spcAft>
                <a:spcPts val="0"/>
              </a:spcAft>
              <a:buSzPts val="1400"/>
              <a:buNone/>
              <a:defRPr sz="1800">
                <a:solidFill>
                  <a:schemeClr val="dk1"/>
                </a:solidFill>
                <a:latin typeface="Verdana"/>
                <a:ea typeface="Verdana"/>
                <a:cs typeface="Verdana"/>
              </a:defRPr>
            </a:lvl1pPr>
            <a:lvl2pPr marR="0" algn="l">
              <a:spcBef>
                <a:spcPts val="0"/>
              </a:spcBef>
              <a:spcAft>
                <a:spcPts val="0"/>
              </a:spcAft>
              <a:buSzPts val="1400"/>
              <a:buNone/>
              <a:defRPr sz="1800" b="0" i="0" u="none" strike="noStrike" cap="none">
                <a:solidFill>
                  <a:schemeClr val="dk1"/>
                </a:solidFill>
                <a:latin typeface="Verdana"/>
                <a:ea typeface="Verdana"/>
                <a:cs typeface="Verdana"/>
              </a:defRPr>
            </a:lvl2pPr>
            <a:lvl3pPr marR="0" algn="l">
              <a:spcBef>
                <a:spcPts val="0"/>
              </a:spcBef>
              <a:spcAft>
                <a:spcPts val="0"/>
              </a:spcAft>
              <a:buSzPts val="1400"/>
              <a:buNone/>
              <a:defRPr sz="1800" b="0" i="0" u="none" strike="noStrike" cap="none">
                <a:solidFill>
                  <a:schemeClr val="dk1"/>
                </a:solidFill>
                <a:latin typeface="Verdana"/>
                <a:ea typeface="Verdana"/>
                <a:cs typeface="Verdana"/>
              </a:defRPr>
            </a:lvl3pPr>
            <a:lvl4pPr marR="0" algn="l">
              <a:spcBef>
                <a:spcPts val="0"/>
              </a:spcBef>
              <a:spcAft>
                <a:spcPts val="0"/>
              </a:spcAft>
              <a:buSzPts val="1400"/>
              <a:buNone/>
              <a:defRPr sz="1800" b="0" i="0" u="none" strike="noStrike" cap="none">
                <a:solidFill>
                  <a:schemeClr val="dk1"/>
                </a:solidFill>
                <a:latin typeface="Verdana"/>
                <a:ea typeface="Verdana"/>
                <a:cs typeface="Verdana"/>
              </a:defRPr>
            </a:lvl4pPr>
            <a:lvl5pPr marR="0" algn="l">
              <a:spcBef>
                <a:spcPts val="0"/>
              </a:spcBef>
              <a:spcAft>
                <a:spcPts val="0"/>
              </a:spcAft>
              <a:buSzPts val="1400"/>
              <a:buNone/>
              <a:defRPr sz="1800" b="0" i="0" u="none" strike="noStrike" cap="none">
                <a:solidFill>
                  <a:schemeClr val="dk1"/>
                </a:solidFill>
                <a:latin typeface="Verdana"/>
                <a:ea typeface="Verdana"/>
                <a:cs typeface="Verdana"/>
              </a:defRPr>
            </a:lvl5pPr>
            <a:lvl6pPr marR="0" algn="l">
              <a:spcBef>
                <a:spcPts val="0"/>
              </a:spcBef>
              <a:spcAft>
                <a:spcPts val="0"/>
              </a:spcAft>
              <a:buSzPts val="1400"/>
              <a:buNone/>
              <a:defRPr sz="1800" b="0" i="0" u="none" strike="noStrike" cap="none">
                <a:solidFill>
                  <a:schemeClr val="dk1"/>
                </a:solidFill>
                <a:latin typeface="Verdana"/>
                <a:ea typeface="Verdana"/>
                <a:cs typeface="Verdana"/>
              </a:defRPr>
            </a:lvl6pPr>
            <a:lvl7pPr marR="0" algn="l">
              <a:spcBef>
                <a:spcPts val="0"/>
              </a:spcBef>
              <a:spcAft>
                <a:spcPts val="0"/>
              </a:spcAft>
              <a:buSzPts val="1400"/>
              <a:buNone/>
              <a:defRPr sz="1800" b="0" i="0" u="none" strike="noStrike" cap="none">
                <a:solidFill>
                  <a:schemeClr val="dk1"/>
                </a:solidFill>
                <a:latin typeface="Verdana"/>
                <a:ea typeface="Verdana"/>
                <a:cs typeface="Verdana"/>
              </a:defRPr>
            </a:lvl7pPr>
            <a:lvl8pPr marR="0" algn="l">
              <a:spcBef>
                <a:spcPts val="0"/>
              </a:spcBef>
              <a:spcAft>
                <a:spcPts val="0"/>
              </a:spcAft>
              <a:buSzPts val="1400"/>
              <a:buNone/>
              <a:defRPr sz="1800" b="0" i="0" u="none" strike="noStrike" cap="none">
                <a:solidFill>
                  <a:schemeClr val="dk1"/>
                </a:solidFill>
                <a:latin typeface="Verdana"/>
                <a:ea typeface="Verdana"/>
                <a:cs typeface="Verdana"/>
              </a:defRPr>
            </a:lvl8pPr>
            <a:lvl9pPr marR="0" algn="l">
              <a:spcBef>
                <a:spcPts val="0"/>
              </a:spcBef>
              <a:spcAft>
                <a:spcPts val="0"/>
              </a:spcAft>
              <a:buSzPts val="1400"/>
              <a:buNone/>
              <a:defRPr sz="1800" b="0" i="0" u="none" strike="noStrike" cap="none">
                <a:solidFill>
                  <a:schemeClr val="dk1"/>
                </a:solidFill>
                <a:latin typeface="Verdana"/>
                <a:ea typeface="Verdana"/>
                <a:cs typeface="Verdana"/>
              </a:defRPr>
            </a:lvl9pPr>
          </a:lstStyle>
          <a:p xmlns:a="http://schemas.openxmlformats.org/drawingml/2006/main">
            <a:fld id="{57020DAE-7ED0-4B17-B656-7E9590772B44}" type="datetimeFigureOut">
              <a:t>7/31/2026</a:t>
            </a:fld>
            <a:endParaRPr/>
          </a:p>
        </p:txBody>
      </p:sp>
      <p:sp>
        <p:nvSpPr>
          <p:cNvPr id="95" name="Google Shape;95;g2893b70371c_0_1057">
            <a:extLst xmlns:a="http://schemas.openxmlformats.org/drawingml/2006/main">
              <a:ext uri="{FF2B5EF4-FFF2-40B4-BE49-F238E27FC236}">
                <a16:creationId xmlns:a16="http://schemas.microsoft.com/office/drawing/2014/main" id="{C866BF19-90FB-4EDA-A917-01FFA77D66A8}"/>
              </a:ext>
            </a:extLst>
          </p:cNvPr>
          <p:cNvSpPr>
            <a:spLocks xmlns:a="http://schemas.openxmlformats.org/drawingml/2006/main" noGrp="1"/>
          </p:cNvSpPr>
          <p:nvPr>
            <p:ph type="ftr" idx="11"/>
          </p:nvPr>
        </p:nvSpPr>
        <p:spPr>
          <a:xfrm xmlns:a="http://schemas.openxmlformats.org/drawingml/2006/main">
            <a:off x="4165600" y="6356355"/>
            <a:ext cx="3860700" cy="3651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lvl1pPr marR="0" algn="l">
              <a:spcBef>
                <a:spcPts val="0"/>
              </a:spcBef>
              <a:spcAft>
                <a:spcPts val="0"/>
              </a:spcAft>
              <a:buSzPts val="1400"/>
              <a:buNone/>
              <a:defRPr sz="1800">
                <a:solidFill>
                  <a:schemeClr val="dk1"/>
                </a:solidFill>
                <a:latin typeface="Verdana"/>
                <a:ea typeface="Verdana"/>
                <a:cs typeface="Verdana"/>
              </a:defRPr>
            </a:lvl1pPr>
            <a:lvl2pPr marR="0" algn="l">
              <a:spcBef>
                <a:spcPts val="0"/>
              </a:spcBef>
              <a:spcAft>
                <a:spcPts val="0"/>
              </a:spcAft>
              <a:buSzPts val="1400"/>
              <a:buNone/>
              <a:defRPr sz="1800" b="0" i="0" u="none" strike="noStrike" cap="none">
                <a:solidFill>
                  <a:schemeClr val="dk1"/>
                </a:solidFill>
                <a:latin typeface="Verdana"/>
                <a:ea typeface="Verdana"/>
                <a:cs typeface="Verdana"/>
              </a:defRPr>
            </a:lvl2pPr>
            <a:lvl3pPr marR="0" algn="l">
              <a:spcBef>
                <a:spcPts val="0"/>
              </a:spcBef>
              <a:spcAft>
                <a:spcPts val="0"/>
              </a:spcAft>
              <a:buSzPts val="1400"/>
              <a:buNone/>
              <a:defRPr sz="1800" b="0" i="0" u="none" strike="noStrike" cap="none">
                <a:solidFill>
                  <a:schemeClr val="dk1"/>
                </a:solidFill>
                <a:latin typeface="Verdana"/>
                <a:ea typeface="Verdana"/>
                <a:cs typeface="Verdana"/>
              </a:defRPr>
            </a:lvl3pPr>
            <a:lvl4pPr marR="0" algn="l">
              <a:spcBef>
                <a:spcPts val="0"/>
              </a:spcBef>
              <a:spcAft>
                <a:spcPts val="0"/>
              </a:spcAft>
              <a:buSzPts val="1400"/>
              <a:buNone/>
              <a:defRPr sz="1800" b="0" i="0" u="none" strike="noStrike" cap="none">
                <a:solidFill>
                  <a:schemeClr val="dk1"/>
                </a:solidFill>
                <a:latin typeface="Verdana"/>
                <a:ea typeface="Verdana"/>
                <a:cs typeface="Verdana"/>
              </a:defRPr>
            </a:lvl4pPr>
            <a:lvl5pPr marR="0" algn="l">
              <a:spcBef>
                <a:spcPts val="0"/>
              </a:spcBef>
              <a:spcAft>
                <a:spcPts val="0"/>
              </a:spcAft>
              <a:buSzPts val="1400"/>
              <a:buNone/>
              <a:defRPr sz="1800" b="0" i="0" u="none" strike="noStrike" cap="none">
                <a:solidFill>
                  <a:schemeClr val="dk1"/>
                </a:solidFill>
                <a:latin typeface="Verdana"/>
                <a:ea typeface="Verdana"/>
                <a:cs typeface="Verdana"/>
              </a:defRPr>
            </a:lvl5pPr>
            <a:lvl6pPr marR="0" algn="l">
              <a:spcBef>
                <a:spcPts val="0"/>
              </a:spcBef>
              <a:spcAft>
                <a:spcPts val="0"/>
              </a:spcAft>
              <a:buSzPts val="1400"/>
              <a:buNone/>
              <a:defRPr sz="1800" b="0" i="0" u="none" strike="noStrike" cap="none">
                <a:solidFill>
                  <a:schemeClr val="dk1"/>
                </a:solidFill>
                <a:latin typeface="Verdana"/>
                <a:ea typeface="Verdana"/>
                <a:cs typeface="Verdana"/>
              </a:defRPr>
            </a:lvl6pPr>
            <a:lvl7pPr marR="0" algn="l">
              <a:spcBef>
                <a:spcPts val="0"/>
              </a:spcBef>
              <a:spcAft>
                <a:spcPts val="0"/>
              </a:spcAft>
              <a:buSzPts val="1400"/>
              <a:buNone/>
              <a:defRPr sz="1800" b="0" i="0" u="none" strike="noStrike" cap="none">
                <a:solidFill>
                  <a:schemeClr val="dk1"/>
                </a:solidFill>
                <a:latin typeface="Verdana"/>
                <a:ea typeface="Verdana"/>
                <a:cs typeface="Verdana"/>
              </a:defRPr>
            </a:lvl7pPr>
            <a:lvl8pPr marR="0" algn="l">
              <a:spcBef>
                <a:spcPts val="0"/>
              </a:spcBef>
              <a:spcAft>
                <a:spcPts val="0"/>
              </a:spcAft>
              <a:buSzPts val="1400"/>
              <a:buNone/>
              <a:defRPr sz="1800" b="0" i="0" u="none" strike="noStrike" cap="none">
                <a:solidFill>
                  <a:schemeClr val="dk1"/>
                </a:solidFill>
                <a:latin typeface="Verdana"/>
                <a:ea typeface="Verdana"/>
                <a:cs typeface="Verdana"/>
              </a:defRPr>
            </a:lvl8pPr>
            <a:lvl9pPr marR="0" algn="l">
              <a:spcBef>
                <a:spcPts val="0"/>
              </a:spcBef>
              <a:spcAft>
                <a:spcPts val="0"/>
              </a:spcAft>
              <a:buSzPts val="1400"/>
              <a:buNone/>
              <a:defRPr sz="1800" b="0" i="0" u="none" strike="noStrike" cap="none">
                <a:solidFill>
                  <a:schemeClr val="dk1"/>
                </a:solidFill>
                <a:latin typeface="Verdana"/>
                <a:ea typeface="Verdana"/>
                <a:cs typeface="Verdana"/>
              </a:defRPr>
            </a:lvl9pPr>
          </a:lstStyle>
          <a:p xmlns:a="http://schemas.openxmlformats.org/drawingml/2006/main">
            <a:endParaRPr/>
          </a:p>
        </p:txBody>
      </p:sp>
      <p:sp>
        <p:nvSpPr>
          <p:cNvPr id="96" name="Google Shape;96;g2893b70371c_0_1057">
            <a:extLst xmlns:a="http://schemas.openxmlformats.org/drawingml/2006/main">
              <a:ext uri="{FF2B5EF4-FFF2-40B4-BE49-F238E27FC236}">
                <a16:creationId xmlns:a16="http://schemas.microsoft.com/office/drawing/2014/main" id="{330B81E2-908C-4ED9-98C1-C273161CFD23}"/>
              </a:ext>
            </a:extLst>
          </p:cNvPr>
          <p:cNvSpPr>
            <a:spLocks xmlns:a="http://schemas.openxmlformats.org/drawingml/2006/main" noGrp="1"/>
          </p:cNvSpPr>
          <p:nvPr>
            <p:ph type="sldNum" idx="12"/>
          </p:nvPr>
        </p:nvSpPr>
        <p:spPr>
          <a:xfrm xmlns:a="http://schemas.openxmlformats.org/drawingml/2006/main">
            <a:off x="8737600" y="6356355"/>
            <a:ext cx="2844900" cy="3651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marL="0" marR="0" indent="0" algn="r">
              <a:spcBef>
                <a:spcPts val="0"/>
              </a:spcBef>
              <a:buNone/>
              <a:defRPr sz="787">
                <a:solidFill>
                  <a:srgbClr val="828282"/>
                </a:solidFill>
                <a:latin typeface="Verdana"/>
                <a:ea typeface="Verdana"/>
                <a:cs typeface="Verdana"/>
              </a:defRPr>
            </a:lvl1pPr>
            <a:lvl2pPr marL="0" marR="0" indent="0" algn="r">
              <a:spcBef>
                <a:spcPts val="0"/>
              </a:spcBef>
              <a:buNone/>
              <a:defRPr sz="787">
                <a:solidFill>
                  <a:srgbClr val="828282"/>
                </a:solidFill>
                <a:latin typeface="Verdana"/>
                <a:ea typeface="Verdana"/>
                <a:cs typeface="Verdana"/>
              </a:defRPr>
            </a:lvl2pPr>
            <a:lvl3pPr marL="0" marR="0" indent="0" algn="r">
              <a:spcBef>
                <a:spcPts val="0"/>
              </a:spcBef>
              <a:buNone/>
              <a:defRPr sz="787">
                <a:solidFill>
                  <a:srgbClr val="828282"/>
                </a:solidFill>
                <a:latin typeface="Verdana"/>
                <a:ea typeface="Verdana"/>
                <a:cs typeface="Verdana"/>
              </a:defRPr>
            </a:lvl3pPr>
            <a:lvl4pPr marL="0" marR="0" indent="0" algn="r">
              <a:spcBef>
                <a:spcPts val="0"/>
              </a:spcBef>
              <a:buNone/>
              <a:defRPr sz="787">
                <a:solidFill>
                  <a:srgbClr val="828282"/>
                </a:solidFill>
                <a:latin typeface="Verdana"/>
                <a:ea typeface="Verdana"/>
                <a:cs typeface="Verdana"/>
              </a:defRPr>
            </a:lvl4pPr>
            <a:lvl5pPr marL="0" marR="0" indent="0" algn="r">
              <a:spcBef>
                <a:spcPts val="0"/>
              </a:spcBef>
              <a:buNone/>
              <a:defRPr sz="787">
                <a:solidFill>
                  <a:srgbClr val="828282"/>
                </a:solidFill>
                <a:latin typeface="Verdana"/>
                <a:ea typeface="Verdana"/>
                <a:cs typeface="Verdana"/>
              </a:defRPr>
            </a:lvl5pPr>
            <a:lvl6pPr marL="0" marR="0" indent="0" algn="r">
              <a:spcBef>
                <a:spcPts val="0"/>
              </a:spcBef>
              <a:buNone/>
              <a:defRPr sz="787">
                <a:solidFill>
                  <a:srgbClr val="828282"/>
                </a:solidFill>
                <a:latin typeface="Verdana"/>
                <a:ea typeface="Verdana"/>
                <a:cs typeface="Verdana"/>
              </a:defRPr>
            </a:lvl6pPr>
            <a:lvl7pPr marL="0" marR="0" indent="0" algn="r">
              <a:spcBef>
                <a:spcPts val="0"/>
              </a:spcBef>
              <a:buNone/>
              <a:defRPr sz="787">
                <a:solidFill>
                  <a:srgbClr val="828282"/>
                </a:solidFill>
                <a:latin typeface="Verdana"/>
                <a:ea typeface="Verdana"/>
                <a:cs typeface="Verdana"/>
              </a:defRPr>
            </a:lvl7pPr>
            <a:lvl8pPr marL="0" marR="0" indent="0" algn="r">
              <a:spcBef>
                <a:spcPts val="0"/>
              </a:spcBef>
              <a:buNone/>
              <a:defRPr sz="787">
                <a:solidFill>
                  <a:srgbClr val="828282"/>
                </a:solidFill>
                <a:latin typeface="Verdana"/>
                <a:ea typeface="Verdana"/>
                <a:cs typeface="Verdana"/>
              </a:defRPr>
            </a:lvl8pPr>
            <a:lvl9pPr marL="0" marR="0" indent="0" algn="r">
              <a:spcBef>
                <a:spcPts val="0"/>
              </a:spcBef>
              <a:buNone/>
              <a:defRPr sz="787">
                <a:solidFill>
                  <a:srgbClr val="828282"/>
                </a:solidFill>
                <a:latin typeface="Verdana"/>
                <a:ea typeface="Verdana"/>
                <a:cs typeface="Verdana"/>
              </a:defRPr>
            </a:lvl9pPr>
          </a:lstStyle>
          <a:p xmlns:a="http://schemas.openxmlformats.org/drawingml/2006/main">
            <a:fld id="{A74DB8E4-0DF9-4658-8AF8-1D74F81145F2}" type="slidenum">
              <a:t>‹#›</a:t>
            </a:fld>
            <a:endParaRPr/>
          </a:p>
        </p:txBody>
      </p:sp>
      <p:pic>
        <p:nvPicPr>
          <p:cNvPr id="7" name="Google Shape;270;g2893b70371c_0_651">
            <a:extLst xmlns:a="http://schemas.openxmlformats.org/drawingml/2006/main">
              <a:ext uri="{FF2B5EF4-FFF2-40B4-BE49-F238E27FC236}">
                <a16:creationId xmlns:a16="http://schemas.microsoft.com/office/drawing/2014/main" id="{D0E4DFCF-8BE6-43F7-B87E-C99DD70AD308}"/>
              </a:ext>
            </a:extLst>
          </p:cNvPr>
          <p:cNvPicPr>
            <a:picLocks xmlns:a="http://schemas.openxmlformats.org/drawingml/2006/main" noChangeAspect="1"/>
          </p:cNvPicPr>
          <p:nvPr/>
        </p:nvPicPr>
        <p:blipFill rotWithShape="1">
          <a:blip xmlns:r="http://schemas.openxmlformats.org/officeDocument/2006/relationships" xmlns:a="http://schemas.openxmlformats.org/drawingml/2006/main" r:embed="R56ba7b3a429d4cc0">
            <a:alphaModFix/>
          </a:blip>
          <a:srcRect xmlns:a="http://schemas.openxmlformats.org/drawingml/2006/main" l="0" t="0" r="0" b="24477"/>
          <a:stretch xmlns:a="http://schemas.openxmlformats.org/drawingml/2006/main"/>
        </p:blipFill>
        <p:spPr>
          <a:xfrm xmlns:a="http://schemas.openxmlformats.org/drawingml/2006/main" rot="0" flipH="0" flipV="0">
            <a:off x="0" y="1322962"/>
            <a:ext cx="12188925" cy="5535038"/>
          </a:xfrm>
          <a:prstGeom xmlns:a="http://schemas.openxmlformats.org/drawingml/2006/main" prst="rect">
            <a:avLst/>
          </a:prstGeom>
          <a:ln xmlns:a="http://schemas.openxmlformats.org/drawingml/2006/main">
            <a:noFill/>
          </a:ln>
        </p:spPr>
      </p:pic>
      <p:sp>
        <p:nvSpPr>
          <p:cNvPr id="8" name="Google Shape;271;g2893b70371c_0_651">
            <a:extLst xmlns:a="http://schemas.openxmlformats.org/drawingml/2006/main">
              <a:ext uri="{FF2B5EF4-FFF2-40B4-BE49-F238E27FC236}">
                <a16:creationId xmlns:a16="http://schemas.microsoft.com/office/drawing/2014/main" id="{CDB9B359-E7F8-44A3-8259-EAD0C99B648F}"/>
              </a:ext>
            </a:extLst>
          </p:cNvPr>
          <p:cNvSpPr>
            <a:spLocks xmlns:a="http://schemas.openxmlformats.org/drawingml/2006/main" noGrp="1"/>
          </p:cNvSpPr>
          <p:nvPr/>
        </p:nvSpPr>
        <p:spPr>
          <a:xfrm xmlns:a="http://schemas.openxmlformats.org/drawingml/2006/main" rot="0" flipH="0" flipV="0">
            <a:off x="214009" y="1554254"/>
            <a:ext cx="11799651" cy="5054572"/>
          </a:xfrm>
          <a:prstGeom xmlns:a="http://schemas.openxmlformats.org/drawingml/2006/main" prst="rect">
            <a:avLst/>
          </a:prstGeom>
          <a:solidFill xmlns:a="http://schemas.openxmlformats.org/drawingml/2006/main">
            <a:schemeClr val="lt1">
              <a:alpha val="29800"/>
            </a:schemeClr>
          </a:solidFill>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marR="0" lvl="0" indent="0" algn="ctr">
              <a:spcBef>
                <a:spcPts val="0"/>
              </a:spcBef>
              <a:spcAft>
                <a:spcPts val="0"/>
              </a:spcAft>
              <a:buNone/>
            </a:pPr>
            <a:endParaRPr sz="1348" b="0" i="0" u="none" strike="noStrike" cap="none">
              <a:solidFill>
                <a:srgbClr val="FFFFFF"/>
              </a:solidFill>
              <a:latin typeface="Calibri"/>
              <a:ea typeface="Calibri"/>
              <a:cs typeface="Calibri"/>
            </a:endParaRPr>
          </a:p>
        </p:txBody>
      </p:sp>
    </p:spTree>
  </p:cSld>
</p:sldLayout>
</file>

<file path=ppt/slideLayouts/slideLayout19.xml><?xml version="1.0" encoding="utf-8"?>
<p:sldLayout xmlns:p="http://schemas.openxmlformats.org/presentationml/2006/main" matchingName="Agenda Slide">
  <p:cSld name="Agenda Slide">
    <p:spTree>
      <p:nvGrpSpPr>
        <p:cNvPr id="1" name=""/>
        <p:cNvGrpSpPr/>
        <p:nvPr/>
      </p:nvGrpSpPr>
      <p:grpSpPr>
        <a:xfrm xmlns:a="http://schemas.openxmlformats.org/drawingml/2006/main"/>
      </p:grpSpPr>
      <p:sp>
        <p:nvSpPr>
          <p:cNvPr id="102" name="Google Shape;102;g2893b70371c_0_1754">
            <a:extLst xmlns:a="http://schemas.openxmlformats.org/drawingml/2006/main">
              <a:ext uri="{FF2B5EF4-FFF2-40B4-BE49-F238E27FC236}">
                <a16:creationId xmlns:a16="http://schemas.microsoft.com/office/drawing/2014/main" id="{A1FDD126-BB13-4098-8DAF-E50CEDA883D5}"/>
              </a:ext>
            </a:extLst>
          </p:cNvPr>
          <p:cNvSpPr>
            <a:spLocks xmlns:a="http://schemas.openxmlformats.org/drawingml/2006/main" noGrp="1"/>
          </p:cNvSpPr>
          <p:nvPr>
            <p:ph type="title" idx="0"/>
          </p:nvPr>
        </p:nvSpPr>
        <p:spPr>
          <a:xfrm xmlns:a="http://schemas.openxmlformats.org/drawingml/2006/main">
            <a:off x="60359" y="198323"/>
            <a:ext cx="12071100" cy="3597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360000" tIns="0" rIns="1440000" bIns="0" anchor="t">
            <a:noAutofit/>
          </a:bodyPr>
          <a:lstStyle xmlns:a="http://schemas.openxmlformats.org/drawingml/2006/main">
            <a:lvl1pPr algn="l">
              <a:spcBef>
                <a:spcPts val="0"/>
              </a:spcBef>
              <a:spcAft>
                <a:spcPts val="0"/>
              </a:spcAft>
              <a:buSzPts val="4400"/>
              <a:buNone/>
              <a:defRPr/>
            </a:lvl1pPr>
            <a:lvl2pPr>
              <a:spcBef>
                <a:spcPts val="0"/>
              </a:spcBef>
              <a:spcAft>
                <a:spcPts val="0"/>
              </a:spcAft>
              <a:buSzPts val="1400"/>
              <a:buNone/>
              <a:defRPr/>
            </a:lvl2pPr>
            <a:lvl3pPr>
              <a:spcBef>
                <a:spcPts val="0"/>
              </a:spcBef>
              <a:spcAft>
                <a:spcPts val="0"/>
              </a:spcAft>
              <a:buSzPts val="1400"/>
              <a:buNone/>
              <a:defRPr/>
            </a:lvl3pPr>
            <a:lvl4pPr>
              <a:spcBef>
                <a:spcPts val="0"/>
              </a:spcBef>
              <a:spcAft>
                <a:spcPts val="0"/>
              </a:spcAft>
              <a:buSzPts val="1400"/>
              <a:buNone/>
              <a:defRPr/>
            </a:lvl4pPr>
            <a:lvl5pPr>
              <a:spcBef>
                <a:spcPts val="0"/>
              </a:spcBef>
              <a:spcAft>
                <a:spcPts val="0"/>
              </a:spcAft>
              <a:buSzPts val="1400"/>
              <a:buNone/>
              <a:defRPr/>
            </a:lvl5pPr>
            <a:lvl6pPr>
              <a:spcBef>
                <a:spcPts val="0"/>
              </a:spcBef>
              <a:spcAft>
                <a:spcPts val="0"/>
              </a:spcAft>
              <a:buSzPts val="1400"/>
              <a:buNone/>
              <a:defRPr/>
            </a:lvl6pPr>
            <a:lvl7pPr>
              <a:spcBef>
                <a:spcPts val="0"/>
              </a:spcBef>
              <a:spcAft>
                <a:spcPts val="0"/>
              </a:spcAft>
              <a:buSzPts val="1400"/>
              <a:buNone/>
              <a:defRPr/>
            </a:lvl7pPr>
            <a:lvl8pPr>
              <a:spcBef>
                <a:spcPts val="0"/>
              </a:spcBef>
              <a:spcAft>
                <a:spcPts val="0"/>
              </a:spcAft>
              <a:buSzPts val="1400"/>
              <a:buNone/>
              <a:defRPr/>
            </a:lvl8pPr>
            <a:lvl9pPr>
              <a:spcBef>
                <a:spcPts val="0"/>
              </a:spcBef>
              <a:spcAft>
                <a:spcPts val="0"/>
              </a:spcAft>
              <a:buSzPts val="1400"/>
              <a:buNone/>
              <a:defRPr/>
            </a:lvl9pPr>
          </a:lstStyle>
          <a:p xmlns:a="http://schemas.openxmlformats.org/drawingml/2006/main">
            <a:r>
              <a:t>Click to edit Master title style</a:t>
            </a:r>
            <a:endParaRPr/>
          </a:p>
        </p:txBody>
      </p:sp>
      <p:sp>
        <p:nvSpPr>
          <p:cNvPr id="103" name="Google Shape;103;g2893b70371c_0_1754">
            <a:extLst xmlns:a="http://schemas.openxmlformats.org/drawingml/2006/main">
              <a:ext uri="{FF2B5EF4-FFF2-40B4-BE49-F238E27FC236}">
                <a16:creationId xmlns:a16="http://schemas.microsoft.com/office/drawing/2014/main" id="{1F7C0E5F-912B-42A2-B67E-271080CEA210}"/>
              </a:ext>
            </a:extLst>
          </p:cNvPr>
          <p:cNvSpPr>
            <a:spLocks xmlns:a="http://schemas.openxmlformats.org/drawingml/2006/main" noGrp="1"/>
          </p:cNvSpPr>
          <p:nvPr>
            <p:ph type="body" idx="1"/>
          </p:nvPr>
        </p:nvSpPr>
        <p:spPr>
          <a:xfrm xmlns:a="http://schemas.openxmlformats.org/drawingml/2006/main">
            <a:off x="7" y="839011"/>
            <a:ext cx="12192000" cy="50337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144000" tIns="396000" rIns="648000" bIns="45700" anchor="t">
            <a:normAutofit/>
          </a:bodyPr>
          <a:lstStyle xmlns:a="http://schemas.openxmlformats.org/drawingml/2006/main">
            <a:lvl1pPr marL="457200" marR="0" indent="-228600" algn="l">
              <a:lnSpc>
                <a:spcPct val="120000"/>
              </a:lnSpc>
              <a:spcBef>
                <a:spcPts val="0"/>
              </a:spcBef>
              <a:spcAft>
                <a:spcPts val="0"/>
              </a:spcAft>
              <a:buSzPts val="3400"/>
              <a:buFont typeface="verdana"/>
              <a:buNone/>
              <a:defRPr sz="3400">
                <a:latin typeface="Verdana"/>
                <a:ea typeface="Verdana"/>
                <a:cs typeface="Verdana"/>
              </a:defRPr>
            </a:lvl1pPr>
            <a:lvl2pPr marL="914400" indent="-323786" algn="l">
              <a:lnSpc>
                <a:spcPct val="100000"/>
              </a:lnSpc>
              <a:spcBef>
                <a:spcPts val="600"/>
              </a:spcBef>
              <a:spcAft>
                <a:spcPts val="0"/>
              </a:spcAft>
              <a:buSzPts val="1499"/>
              <a:buFont typeface="verdana"/>
              <a:buAutoNum type="arabicPeriod"/>
              <a:defRPr/>
            </a:lvl2pPr>
            <a:lvl3pPr marL="1371600" indent="-314261" algn="l">
              <a:lnSpc>
                <a:spcPct val="100000"/>
              </a:lnSpc>
              <a:spcBef>
                <a:spcPts val="449"/>
              </a:spcBef>
              <a:spcAft>
                <a:spcPts val="0"/>
              </a:spcAft>
              <a:buSzPts val="1349"/>
              <a:buFont typeface="verdana"/>
              <a:buAutoNum type="arabicPeriod"/>
              <a:defRPr/>
            </a:lvl3pPr>
            <a:lvl4pPr marL="1828800" indent="-304736" algn="l">
              <a:lnSpc>
                <a:spcPct val="100000"/>
              </a:lnSpc>
              <a:spcBef>
                <a:spcPts val="449"/>
              </a:spcBef>
              <a:spcAft>
                <a:spcPts val="0"/>
              </a:spcAft>
              <a:buSzPts val="1199"/>
              <a:buFont typeface="verdana"/>
              <a:buAutoNum type="arabicPeriod"/>
              <a:defRPr/>
            </a:lvl4pPr>
            <a:lvl5pPr marL="2286000" indent="-266636" algn="l">
              <a:lnSpc>
                <a:spcPct val="100000"/>
              </a:lnSpc>
              <a:spcBef>
                <a:spcPts val="449"/>
              </a:spcBef>
              <a:spcAft>
                <a:spcPts val="0"/>
              </a:spcAft>
              <a:buSzPts val="599"/>
              <a:buFont typeface="verdana"/>
              <a:buAutoNum type="arabicPeriod"/>
              <a:defRPr/>
            </a:lvl5pPr>
            <a:lvl6pPr marL="2743200" indent="-228600" algn="l">
              <a:spcBef>
                <a:spcPts val="500"/>
              </a:spcBef>
              <a:spcAft>
                <a:spcPts val="0"/>
              </a:spcAft>
              <a:buSzPts val="1800"/>
              <a:buNone/>
              <a:defRPr/>
            </a:lvl6pPr>
            <a:lvl7pPr marL="3200400" indent="-228600" algn="l">
              <a:spcBef>
                <a:spcPts val="500"/>
              </a:spcBef>
              <a:spcAft>
                <a:spcPts val="0"/>
              </a:spcAft>
              <a:buSzPts val="1800"/>
              <a:buNone/>
              <a:defRPr/>
            </a:lvl7pPr>
            <a:lvl8pPr marL="3657600" indent="-228600" algn="l">
              <a:spcBef>
                <a:spcPts val="500"/>
              </a:spcBef>
              <a:spcAft>
                <a:spcPts val="0"/>
              </a:spcAft>
              <a:buSzPts val="1800"/>
              <a:buNone/>
              <a:defRPr/>
            </a:lvl8pPr>
            <a:lvl9pPr marL="4114800" indent="-228600" algn="l">
              <a:spcBef>
                <a:spcPts val="500"/>
              </a:spcBef>
              <a:spcAft>
                <a:spcPts val="0"/>
              </a:spcAft>
              <a:buSzPts val="1800"/>
              <a:buNone/>
              <a:defRPr/>
            </a:lvl9pPr>
          </a:lstStyle>
          <a:p xmlns:a="http://schemas.openxmlformats.org/drawingml/2006/main">
            <a:pPr lvl="0">
              <a:buNone/>
            </a:pPr>
            <a:r>
              <a:t>Edit Master text styles</a:t>
            </a:r>
          </a:p>
        </p:txBody>
      </p:sp>
      <p:sp>
        <p:nvSpPr>
          <p:cNvPr id="104" name="Google Shape;104;g2893b70371c_0_1754">
            <a:extLst xmlns:a="http://schemas.openxmlformats.org/drawingml/2006/main">
              <a:ext uri="{FF2B5EF4-FFF2-40B4-BE49-F238E27FC236}">
                <a16:creationId xmlns:a16="http://schemas.microsoft.com/office/drawing/2014/main" id="{F5ED28D4-1C77-4623-AE7A-36A6AF8911E9}"/>
              </a:ext>
            </a:extLst>
          </p:cNvPr>
          <p:cNvSpPr>
            <a:spLocks xmlns:a="http://schemas.openxmlformats.org/drawingml/2006/main" noGrp="1"/>
          </p:cNvSpPr>
          <p:nvPr>
            <p:ph type="sldNum" idx="12"/>
          </p:nvPr>
        </p:nvSpPr>
        <p:spPr>
          <a:xfrm xmlns:a="http://schemas.openxmlformats.org/drawingml/2006/main">
            <a:off x="8797384" y="6302718"/>
            <a:ext cx="2743200" cy="4854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marL="0" marR="0" indent="0" algn="r">
              <a:lnSpc>
                <a:spcPct val="100000"/>
              </a:lnSpc>
              <a:spcBef>
                <a:spcPts val="0"/>
              </a:spcBef>
              <a:spcAft>
                <a:spcPts val="0"/>
              </a:spcAft>
              <a:buClr>
                <a:srgbClr val="828282"/>
              </a:buClr>
              <a:buSzPts val="1400"/>
              <a:buFont typeface="Verdana"/>
              <a:buNone/>
              <a:defRPr sz="1400" b="0" i="0" u="none" strike="noStrike" cap="none">
                <a:solidFill>
                  <a:srgbClr val="828282"/>
                </a:solidFill>
                <a:latin typeface="Verdana"/>
                <a:ea typeface="Verdana"/>
                <a:cs typeface="Verdana"/>
              </a:defRPr>
            </a:lvl1pPr>
            <a:lvl2pPr marL="0" marR="0" indent="0" algn="r">
              <a:lnSpc>
                <a:spcPct val="100000"/>
              </a:lnSpc>
              <a:spcBef>
                <a:spcPts val="0"/>
              </a:spcBef>
              <a:spcAft>
                <a:spcPts val="0"/>
              </a:spcAft>
              <a:buClr>
                <a:srgbClr val="828282"/>
              </a:buClr>
              <a:buSzPts val="1400"/>
              <a:buFont typeface="Verdana"/>
              <a:buNone/>
              <a:defRPr sz="1400" b="0" i="0" u="none" strike="noStrike" cap="none">
                <a:solidFill>
                  <a:srgbClr val="828282"/>
                </a:solidFill>
                <a:latin typeface="Verdana"/>
                <a:ea typeface="Verdana"/>
                <a:cs typeface="Verdana"/>
              </a:defRPr>
            </a:lvl2pPr>
            <a:lvl3pPr marL="0" marR="0" indent="0" algn="r">
              <a:lnSpc>
                <a:spcPct val="100000"/>
              </a:lnSpc>
              <a:spcBef>
                <a:spcPts val="0"/>
              </a:spcBef>
              <a:spcAft>
                <a:spcPts val="0"/>
              </a:spcAft>
              <a:buClr>
                <a:srgbClr val="828282"/>
              </a:buClr>
              <a:buSzPts val="1400"/>
              <a:buFont typeface="Verdana"/>
              <a:buNone/>
              <a:defRPr sz="1400" b="0" i="0" u="none" strike="noStrike" cap="none">
                <a:solidFill>
                  <a:srgbClr val="828282"/>
                </a:solidFill>
                <a:latin typeface="Verdana"/>
                <a:ea typeface="Verdana"/>
                <a:cs typeface="Verdana"/>
              </a:defRPr>
            </a:lvl3pPr>
            <a:lvl4pPr marL="0" marR="0" indent="0" algn="r">
              <a:lnSpc>
                <a:spcPct val="100000"/>
              </a:lnSpc>
              <a:spcBef>
                <a:spcPts val="0"/>
              </a:spcBef>
              <a:spcAft>
                <a:spcPts val="0"/>
              </a:spcAft>
              <a:buClr>
                <a:srgbClr val="828282"/>
              </a:buClr>
              <a:buSzPts val="1400"/>
              <a:buFont typeface="Verdana"/>
              <a:buNone/>
              <a:defRPr sz="1400" b="0" i="0" u="none" strike="noStrike" cap="none">
                <a:solidFill>
                  <a:srgbClr val="828282"/>
                </a:solidFill>
                <a:latin typeface="Verdana"/>
                <a:ea typeface="Verdana"/>
                <a:cs typeface="Verdana"/>
              </a:defRPr>
            </a:lvl4pPr>
            <a:lvl5pPr marL="0" marR="0" indent="0" algn="r">
              <a:lnSpc>
                <a:spcPct val="100000"/>
              </a:lnSpc>
              <a:spcBef>
                <a:spcPts val="0"/>
              </a:spcBef>
              <a:spcAft>
                <a:spcPts val="0"/>
              </a:spcAft>
              <a:buClr>
                <a:srgbClr val="828282"/>
              </a:buClr>
              <a:buSzPts val="1400"/>
              <a:buFont typeface="Verdana"/>
              <a:buNone/>
              <a:defRPr sz="1400" b="0" i="0" u="none" strike="noStrike" cap="none">
                <a:solidFill>
                  <a:srgbClr val="828282"/>
                </a:solidFill>
                <a:latin typeface="Verdana"/>
                <a:ea typeface="Verdana"/>
                <a:cs typeface="Verdana"/>
              </a:defRPr>
            </a:lvl5pPr>
            <a:lvl6pPr marL="0" marR="0" indent="0" algn="r">
              <a:lnSpc>
                <a:spcPct val="100000"/>
              </a:lnSpc>
              <a:spcBef>
                <a:spcPts val="0"/>
              </a:spcBef>
              <a:spcAft>
                <a:spcPts val="0"/>
              </a:spcAft>
              <a:buClr>
                <a:srgbClr val="828282"/>
              </a:buClr>
              <a:buSzPts val="1400"/>
              <a:buFont typeface="Verdana"/>
              <a:buNone/>
              <a:defRPr sz="1400" b="0" i="0" u="none" strike="noStrike" cap="none">
                <a:solidFill>
                  <a:srgbClr val="828282"/>
                </a:solidFill>
                <a:latin typeface="Verdana"/>
                <a:ea typeface="Verdana"/>
                <a:cs typeface="Verdana"/>
              </a:defRPr>
            </a:lvl6pPr>
            <a:lvl7pPr marL="0" marR="0" indent="0" algn="r">
              <a:lnSpc>
                <a:spcPct val="100000"/>
              </a:lnSpc>
              <a:spcBef>
                <a:spcPts val="0"/>
              </a:spcBef>
              <a:spcAft>
                <a:spcPts val="0"/>
              </a:spcAft>
              <a:buClr>
                <a:srgbClr val="828282"/>
              </a:buClr>
              <a:buSzPts val="1400"/>
              <a:buFont typeface="Verdana"/>
              <a:buNone/>
              <a:defRPr sz="1400" b="0" i="0" u="none" strike="noStrike" cap="none">
                <a:solidFill>
                  <a:srgbClr val="828282"/>
                </a:solidFill>
                <a:latin typeface="Verdana"/>
                <a:ea typeface="Verdana"/>
                <a:cs typeface="Verdana"/>
              </a:defRPr>
            </a:lvl7pPr>
            <a:lvl8pPr marL="0" marR="0" indent="0" algn="r">
              <a:lnSpc>
                <a:spcPct val="100000"/>
              </a:lnSpc>
              <a:spcBef>
                <a:spcPts val="0"/>
              </a:spcBef>
              <a:spcAft>
                <a:spcPts val="0"/>
              </a:spcAft>
              <a:buClr>
                <a:srgbClr val="828282"/>
              </a:buClr>
              <a:buSzPts val="1400"/>
              <a:buFont typeface="Verdana"/>
              <a:buNone/>
              <a:defRPr sz="1400" b="0" i="0" u="none" strike="noStrike" cap="none">
                <a:solidFill>
                  <a:srgbClr val="828282"/>
                </a:solidFill>
                <a:latin typeface="Verdana"/>
                <a:ea typeface="Verdana"/>
                <a:cs typeface="Verdana"/>
              </a:defRPr>
            </a:lvl8pPr>
            <a:lvl9pPr marL="0" marR="0" indent="0" algn="r">
              <a:lnSpc>
                <a:spcPct val="100000"/>
              </a:lnSpc>
              <a:spcBef>
                <a:spcPts val="0"/>
              </a:spcBef>
              <a:spcAft>
                <a:spcPts val="0"/>
              </a:spcAft>
              <a:buClr>
                <a:srgbClr val="828282"/>
              </a:buClr>
              <a:buSzPts val="1400"/>
              <a:buFont typeface="Verdana"/>
              <a:buNone/>
              <a:defRPr sz="1400" b="0" i="0" u="none" strike="noStrike" cap="none">
                <a:solidFill>
                  <a:srgbClr val="828282"/>
                </a:solidFill>
                <a:latin typeface="Verdana"/>
                <a:ea typeface="Verdana"/>
                <a:cs typeface="Verdana"/>
              </a:defRPr>
            </a:lvl9pPr>
          </a:lstStyle>
          <a:p xmlns:a="http://schemas.openxmlformats.org/drawingml/2006/main">
            <a:fld id="{A74DB8E4-0DF9-4658-8AF8-1D74F81145F2}" type="slidenum">
              <a:t>‹#›</a:t>
            </a:fld>
            <a:endParaRPr/>
          </a:p>
        </p:txBody>
      </p:sp>
    </p:spTree>
  </p:cSld>
</p:sldLayout>
</file>

<file path=ppt/slideLayouts/slideLayout20.xml><?xml version="1.0" encoding="utf-8"?>
<p:sldLayout xmlns:p="http://schemas.openxmlformats.org/presentationml/2006/main" matchingName="Section header" type="secHead">
  <p:cSld name="1_Section header">
    <p:spTree>
      <p:nvGrpSpPr>
        <p:cNvPr id="1" name=""/>
        <p:cNvGrpSpPr/>
        <p:nvPr/>
      </p:nvGrpSpPr>
      <p:grpSpPr>
        <a:xfrm xmlns:a="http://schemas.openxmlformats.org/drawingml/2006/main"/>
      </p:grpSpPr>
      <p:sp>
        <p:nvSpPr>
          <p:cNvPr id="114" name="Google Shape;114;p17">
            <a:extLst xmlns:a="http://schemas.openxmlformats.org/drawingml/2006/main">
              <a:ext uri="{FF2B5EF4-FFF2-40B4-BE49-F238E27FC236}">
                <a16:creationId xmlns:a16="http://schemas.microsoft.com/office/drawing/2014/main" id="{571FCA18-ADA3-4EA0-ABFF-8BFDB681B93C}"/>
              </a:ext>
            </a:extLst>
          </p:cNvPr>
          <p:cNvSpPr>
            <a:spLocks xmlns:a="http://schemas.openxmlformats.org/drawingml/2006/main" noGrp="1"/>
          </p:cNvSpPr>
          <p:nvPr>
            <p:ph type="title" idx="0"/>
          </p:nvPr>
        </p:nvSpPr>
        <p:spPr>
          <a:xfrm xmlns:a="http://schemas.openxmlformats.org/drawingml/2006/main">
            <a:off x="415600" y="2867800"/>
            <a:ext cx="11360800" cy="11224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ctr">
            <a:normAutofit/>
          </a:bodyPr>
          <a:lstStyle xmlns:a="http://schemas.openxmlformats.org/drawingml/2006/main">
            <a:lvl1pPr algn="ctr">
              <a:lnSpc>
                <a:spcPct val="100000"/>
              </a:lnSpc>
              <a:spcBef>
                <a:spcPts val="0"/>
              </a:spcBef>
              <a:spcAft>
                <a:spcPts val="0"/>
              </a:spcAft>
              <a:buSzPts val="3600"/>
              <a:buNone/>
              <a:defRPr sz="4800"/>
            </a:lvl1pPr>
            <a:lvl2pPr algn="ctr">
              <a:lnSpc>
                <a:spcPct val="100000"/>
              </a:lnSpc>
              <a:spcBef>
                <a:spcPts val="0"/>
              </a:spcBef>
              <a:spcAft>
                <a:spcPts val="0"/>
              </a:spcAft>
              <a:buSzPts val="3600"/>
              <a:buNone/>
              <a:defRPr sz="4800"/>
            </a:lvl2pPr>
            <a:lvl3pPr algn="ctr">
              <a:lnSpc>
                <a:spcPct val="100000"/>
              </a:lnSpc>
              <a:spcBef>
                <a:spcPts val="0"/>
              </a:spcBef>
              <a:spcAft>
                <a:spcPts val="0"/>
              </a:spcAft>
              <a:buSzPts val="3600"/>
              <a:buNone/>
              <a:defRPr sz="4800"/>
            </a:lvl3pPr>
            <a:lvl4pPr algn="ctr">
              <a:lnSpc>
                <a:spcPct val="100000"/>
              </a:lnSpc>
              <a:spcBef>
                <a:spcPts val="0"/>
              </a:spcBef>
              <a:spcAft>
                <a:spcPts val="0"/>
              </a:spcAft>
              <a:buSzPts val="3600"/>
              <a:buNone/>
              <a:defRPr sz="4800"/>
            </a:lvl4pPr>
            <a:lvl5pPr algn="ctr">
              <a:lnSpc>
                <a:spcPct val="100000"/>
              </a:lnSpc>
              <a:spcBef>
                <a:spcPts val="0"/>
              </a:spcBef>
              <a:spcAft>
                <a:spcPts val="0"/>
              </a:spcAft>
              <a:buSzPts val="3600"/>
              <a:buNone/>
              <a:defRPr sz="4800"/>
            </a:lvl5pPr>
            <a:lvl6pPr algn="ctr">
              <a:lnSpc>
                <a:spcPct val="100000"/>
              </a:lnSpc>
              <a:spcBef>
                <a:spcPts val="0"/>
              </a:spcBef>
              <a:spcAft>
                <a:spcPts val="0"/>
              </a:spcAft>
              <a:buSzPts val="3600"/>
              <a:buNone/>
              <a:defRPr sz="4800"/>
            </a:lvl6pPr>
            <a:lvl7pPr algn="ctr">
              <a:lnSpc>
                <a:spcPct val="100000"/>
              </a:lnSpc>
              <a:spcBef>
                <a:spcPts val="0"/>
              </a:spcBef>
              <a:spcAft>
                <a:spcPts val="0"/>
              </a:spcAft>
              <a:buSzPts val="3600"/>
              <a:buNone/>
              <a:defRPr sz="4800"/>
            </a:lvl7pPr>
            <a:lvl8pPr algn="ctr">
              <a:lnSpc>
                <a:spcPct val="100000"/>
              </a:lnSpc>
              <a:spcBef>
                <a:spcPts val="0"/>
              </a:spcBef>
              <a:spcAft>
                <a:spcPts val="0"/>
              </a:spcAft>
              <a:buSzPts val="3600"/>
              <a:buNone/>
              <a:defRPr sz="4800"/>
            </a:lvl8pPr>
            <a:lvl9pPr algn="ctr">
              <a:lnSpc>
                <a:spcPct val="100000"/>
              </a:lnSpc>
              <a:spcBef>
                <a:spcPts val="0"/>
              </a:spcBef>
              <a:spcAft>
                <a:spcPts val="0"/>
              </a:spcAft>
              <a:buSzPts val="3600"/>
              <a:buNone/>
              <a:defRPr sz="4800"/>
            </a:lvl9pPr>
          </a:lstStyle>
          <a:p xmlns:a="http://schemas.openxmlformats.org/drawingml/2006/main">
            <a:r>
              <a:t>Click to edit Master title style</a:t>
            </a:r>
            <a:endParaRPr/>
          </a:p>
        </p:txBody>
      </p:sp>
      <p:sp>
        <p:nvSpPr>
          <p:cNvPr id="115" name="Google Shape;115;p17">
            <a:extLst xmlns:a="http://schemas.openxmlformats.org/drawingml/2006/main">
              <a:ext uri="{FF2B5EF4-FFF2-40B4-BE49-F238E27FC236}">
                <a16:creationId xmlns:a16="http://schemas.microsoft.com/office/drawing/2014/main" id="{CB1B4142-C3B5-4CEA-A5EB-0321DB05B260}"/>
              </a:ext>
            </a:extLst>
          </p:cNvPr>
          <p:cNvSpPr>
            <a:spLocks xmlns:a="http://schemas.openxmlformats.org/drawingml/2006/main" noGrp="1"/>
          </p:cNvSpPr>
          <p:nvPr>
            <p:ph type="sldNum" idx="12"/>
          </p:nvPr>
        </p:nvSpPr>
        <p:spPr>
          <a:xfrm xmlns:a="http://schemas.openxmlformats.org/drawingml/2006/main">
            <a:off x="11296611" y="6217623"/>
            <a:ext cx="731600" cy="524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ctr">
            <a:normAutofit/>
          </a:bodyPr>
          <a:lstStyle xmlns:a="http://schemas.openxmlformats.org/drawingml/2006/main">
            <a:lvl1pPr marL="0" marR="0" indent="0" algn="r">
              <a:buClr>
                <a:srgbClr val="000000"/>
              </a:buClr>
              <a:buSzPts val="1333"/>
              <a:buFont typeface="Arial"/>
              <a:buNone/>
              <a:defRPr sz="1333" b="0" i="0" u="none" strike="noStrike" cap="none">
                <a:solidFill>
                  <a:srgbClr val="595959"/>
                </a:solidFill>
                <a:latin typeface="Arial"/>
                <a:ea typeface="Arial"/>
                <a:cs typeface="Arial"/>
              </a:defRPr>
            </a:lvl1pPr>
            <a:lvl2pPr marL="0" marR="0" indent="0" algn="r">
              <a:buClr>
                <a:srgbClr val="000000"/>
              </a:buClr>
              <a:buSzPts val="1333"/>
              <a:buFont typeface="Arial"/>
              <a:buNone/>
              <a:defRPr sz="1333" b="0" i="0" u="none" strike="noStrike" cap="none">
                <a:solidFill>
                  <a:srgbClr val="595959"/>
                </a:solidFill>
                <a:latin typeface="Arial"/>
                <a:ea typeface="Arial"/>
                <a:cs typeface="Arial"/>
              </a:defRPr>
            </a:lvl2pPr>
            <a:lvl3pPr marL="0" marR="0" indent="0" algn="r">
              <a:buClr>
                <a:srgbClr val="000000"/>
              </a:buClr>
              <a:buSzPts val="1333"/>
              <a:buFont typeface="Arial"/>
              <a:buNone/>
              <a:defRPr sz="1333" b="0" i="0" u="none" strike="noStrike" cap="none">
                <a:solidFill>
                  <a:srgbClr val="595959"/>
                </a:solidFill>
                <a:latin typeface="Arial"/>
                <a:ea typeface="Arial"/>
                <a:cs typeface="Arial"/>
              </a:defRPr>
            </a:lvl3pPr>
            <a:lvl4pPr marL="0" marR="0" indent="0" algn="r">
              <a:buClr>
                <a:srgbClr val="000000"/>
              </a:buClr>
              <a:buSzPts val="1333"/>
              <a:buFont typeface="Arial"/>
              <a:buNone/>
              <a:defRPr sz="1333" b="0" i="0" u="none" strike="noStrike" cap="none">
                <a:solidFill>
                  <a:srgbClr val="595959"/>
                </a:solidFill>
                <a:latin typeface="Arial"/>
                <a:ea typeface="Arial"/>
                <a:cs typeface="Arial"/>
              </a:defRPr>
            </a:lvl4pPr>
            <a:lvl5pPr marL="0" marR="0" indent="0" algn="r">
              <a:buClr>
                <a:srgbClr val="000000"/>
              </a:buClr>
              <a:buSzPts val="1333"/>
              <a:buFont typeface="Arial"/>
              <a:buNone/>
              <a:defRPr sz="1333" b="0" i="0" u="none" strike="noStrike" cap="none">
                <a:solidFill>
                  <a:srgbClr val="595959"/>
                </a:solidFill>
                <a:latin typeface="Arial"/>
                <a:ea typeface="Arial"/>
                <a:cs typeface="Arial"/>
              </a:defRPr>
            </a:lvl5pPr>
            <a:lvl6pPr marL="0" marR="0" indent="0" algn="r">
              <a:buClr>
                <a:srgbClr val="000000"/>
              </a:buClr>
              <a:buSzPts val="1333"/>
              <a:buFont typeface="Arial"/>
              <a:buNone/>
              <a:defRPr sz="1333" b="0" i="0" u="none" strike="noStrike" cap="none">
                <a:solidFill>
                  <a:srgbClr val="595959"/>
                </a:solidFill>
                <a:latin typeface="Arial"/>
                <a:ea typeface="Arial"/>
                <a:cs typeface="Arial"/>
              </a:defRPr>
            </a:lvl6pPr>
            <a:lvl7pPr marL="0" marR="0" indent="0" algn="r">
              <a:buClr>
                <a:srgbClr val="000000"/>
              </a:buClr>
              <a:buSzPts val="1333"/>
              <a:buFont typeface="Arial"/>
              <a:buNone/>
              <a:defRPr sz="1333" b="0" i="0" u="none" strike="noStrike" cap="none">
                <a:solidFill>
                  <a:srgbClr val="595959"/>
                </a:solidFill>
                <a:latin typeface="Arial"/>
                <a:ea typeface="Arial"/>
                <a:cs typeface="Arial"/>
              </a:defRPr>
            </a:lvl7pPr>
            <a:lvl8pPr marL="0" marR="0" indent="0" algn="r">
              <a:buClr>
                <a:srgbClr val="000000"/>
              </a:buClr>
              <a:buSzPts val="1333"/>
              <a:buFont typeface="Arial"/>
              <a:buNone/>
              <a:defRPr sz="1333" b="0" i="0" u="none" strike="noStrike" cap="none">
                <a:solidFill>
                  <a:srgbClr val="595959"/>
                </a:solidFill>
                <a:latin typeface="Arial"/>
                <a:ea typeface="Arial"/>
                <a:cs typeface="Arial"/>
              </a:defRPr>
            </a:lvl8pPr>
            <a:lvl9pPr marL="0" marR="0" indent="0" algn="r">
              <a:buClr>
                <a:srgbClr val="000000"/>
              </a:buClr>
              <a:buSzPts val="1333"/>
              <a:buFont typeface="Arial"/>
              <a:buNone/>
              <a:defRPr sz="1333" b="0" i="0" u="none" strike="noStrike" cap="none">
                <a:solidFill>
                  <a:srgbClr val="595959"/>
                </a:solidFill>
                <a:latin typeface="Arial"/>
                <a:ea typeface="Arial"/>
                <a:cs typeface="Arial"/>
              </a:defRPr>
            </a:lvl9pPr>
          </a:lstStyle>
          <a:p xmlns:a="http://schemas.openxmlformats.org/drawingml/2006/main">
            <a:fld id="{A74DB8E4-0DF9-4658-8AF8-1D74F81145F2}" type="slidenum">
              <a:t>‹#›</a:t>
            </a:fld>
            <a:endParaRPr/>
          </a:p>
        </p:txBody>
      </p:sp>
    </p:spTree>
  </p:cSld>
</p:sldLayout>
</file>

<file path=ppt/slideLayouts/slideLayout21.xml><?xml version="1.0" encoding="utf-8"?>
<p:sldLayout xmlns:p="http://schemas.openxmlformats.org/presentationml/2006/main" preserve="1">
  <p:cSld name="1_Blank">
    <p:spTree>
      <p:nvGrpSpPr>
        <p:cNvPr id="1" name=""/>
        <p:cNvGrpSpPr/>
        <p:nvPr/>
      </p:nvGrpSpPr>
      <p:grpSpPr>
        <a:xfrm xmlns:a="http://schemas.openxmlformats.org/drawingml/2006/main"/>
      </p:grpSpPr>
      <p:sp>
        <p:nvSpPr>
          <p:cNvPr id="2" name="Date Placeholder 1">
            <a:extLst xmlns:a="http://schemas.openxmlformats.org/drawingml/2006/main">
              <a:ext uri="{FF2B5EF4-FFF2-40B4-BE49-F238E27FC236}">
                <a16:creationId xmlns:a16="http://schemas.microsoft.com/office/drawing/2014/main" id="{289C96F6-CD4C-48E9-81AC-8D69A3A383FA}"/>
              </a:ext>
            </a:extLst>
          </p:cNvPr>
          <p:cNvSpPr>
            <a:spLocks xmlns:a="http://schemas.openxmlformats.org/drawingml/2006/main" noGrp="1"/>
          </p:cNvSpPr>
          <p:nvPr>
            <p:ph type="dt" idx="10"/>
          </p:nvPr>
        </p:nvSpPr>
        <p:spPr>
          <a:xfrm xmlns:a="http://schemas.openxmlformats.org/drawingml/2006/main">
            <a:off x="838200" y="6356350"/>
            <a:ext cx="2743200" cy="365125"/>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fld id="{57020DAE-7ED0-4B17-B656-7E9590772B44}" type="datetimeFigureOut">
              <a:t>7/31/2026</a:t>
            </a:fld>
            <a:endParaRPr/>
          </a:p>
        </p:txBody>
      </p:sp>
      <p:sp>
        <p:nvSpPr>
          <p:cNvPr id="3" name="Footer Placeholder 2">
            <a:extLst xmlns:a="http://schemas.openxmlformats.org/drawingml/2006/main">
              <a:ext uri="{FF2B5EF4-FFF2-40B4-BE49-F238E27FC236}">
                <a16:creationId xmlns:a16="http://schemas.microsoft.com/office/drawing/2014/main" id="{BCA25975-0074-4477-A238-42605563AA73}"/>
              </a:ext>
            </a:extLst>
          </p:cNvPr>
          <p:cNvSpPr>
            <a:spLocks xmlns:a="http://schemas.openxmlformats.org/drawingml/2006/main" noGrp="1"/>
          </p:cNvSpPr>
          <p:nvPr>
            <p:ph type="ftr" idx="11"/>
          </p:nvPr>
        </p:nvSpPr>
        <p:spPr>
          <a:xfrm xmlns:a="http://schemas.openxmlformats.org/drawingml/2006/main">
            <a:off x="4038600" y="6356350"/>
            <a:ext cx="4114800" cy="365125"/>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endParaRPr/>
          </a:p>
        </p:txBody>
      </p:sp>
      <p:sp>
        <p:nvSpPr>
          <p:cNvPr id="4" name="Slide Number Placeholder 3">
            <a:extLst xmlns:a="http://schemas.openxmlformats.org/drawingml/2006/main">
              <a:ext uri="{FF2B5EF4-FFF2-40B4-BE49-F238E27FC236}">
                <a16:creationId xmlns:a16="http://schemas.microsoft.com/office/drawing/2014/main" id="{85AC3F10-E95C-432B-B735-78F98DF197D1}"/>
              </a:ext>
            </a:extLst>
          </p:cNvPr>
          <p:cNvSpPr>
            <a:spLocks xmlns:a="http://schemas.openxmlformats.org/drawingml/2006/main" noGrp="1"/>
          </p:cNvSpPr>
          <p:nvPr>
            <p:ph type="sldNum" idx="12"/>
          </p:nvPr>
        </p:nvSpPr>
        <p:spPr>
          <a:xfrm xmlns:a="http://schemas.openxmlformats.org/drawingml/2006/main">
            <a:off x="8610600" y="6356350"/>
            <a:ext cx="2743200" cy="365125"/>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fld id="{A74DB8E4-0DF9-4658-8AF8-1D74F81145F2}" type="slidenum">
              <a:t>‹#›</a:t>
            </a:fld>
            <a:endParaRPr/>
          </a:p>
        </p:txBody>
      </p:sp>
    </p:spTree>
  </p:cSld>
</p:sldLayout>
</file>

<file path=ppt/slideLayouts/slideLayout22.xml><?xml version="1.0" encoding="utf-8"?>
<p:sldLayout xmlns:p="http://schemas.openxmlformats.org/presentationml/2006/main" type="twoTxTwoObj">
  <p:cSld name="Comparison">
    <p:bg>
      <p:bgPr>
        <a:blipFill xmlns:a="http://schemas.openxmlformats.org/drawingml/2006/main" rotWithShape="1">
          <a:blip xmlns:r="http://schemas.openxmlformats.org/officeDocument/2006/relationships" r:embed="Rcdc526811e454449">
            <a:lum/>
          </a:blip>
          <a:srcRect l="0" t="0" r="0" b="0"/>
          <a:stretch>
            <a:fillRect l="0" t="0" r="0" b="0"/>
          </a:stretch>
        </a:blipFill>
      </p:bgPr>
    </p:bg>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FE93515E-B9B9-49C6-A7FE-3C2B39E27761}"/>
              </a:ext>
            </a:extLst>
          </p:cNvPr>
          <p:cNvSpPr>
            <a:spLocks xmlns:a="http://schemas.openxmlformats.org/drawingml/2006/main" noGrp="1"/>
          </p:cNvSpPr>
          <p:nvPr>
            <p:ph type="title" idx="0"/>
          </p:nvPr>
        </p:nvSpPr>
        <p:spPr>
          <a:xfrm xmlns:a="http://schemas.openxmlformats.org/drawingml/2006/main">
            <a:off x="839788" y="365125"/>
            <a:ext cx="10515600" cy="1325563"/>
          </a:xfrm>
        </p:spPr>
        <p:txBody>
          <a:bodyPr xmlns:a="http://schemas.openxmlformats.org/drawingml/2006/main"/>
          <a:lstStyle xmlns:a="http://schemas.openxmlformats.org/drawingml/2006/main">
            <a:lvl1pPr>
              <a:buNone/>
              <a:defRPr>
                <a:solidFill>
                  <a:schemeClr val="bg1"/>
                </a:solidFill>
              </a:defRPr>
            </a:lvl1pPr>
          </a:lstStyle>
          <a:p xmlns:a="http://schemas.openxmlformats.org/drawingml/2006/main">
            <a:r>
              <a:t>Click to edit Master title style</a:t>
            </a:r>
          </a:p>
        </p:txBody>
      </p:sp>
      <p:sp>
        <p:nvSpPr>
          <p:cNvPr id="3" name="Text Placeholder 2">
            <a:extLst xmlns:a="http://schemas.openxmlformats.org/drawingml/2006/main">
              <a:ext uri="{FF2B5EF4-FFF2-40B4-BE49-F238E27FC236}">
                <a16:creationId xmlns:a16="http://schemas.microsoft.com/office/drawing/2014/main" id="{99A71D97-F170-4998-8CC9-5015D7FC0070}"/>
              </a:ext>
            </a:extLst>
          </p:cNvPr>
          <p:cNvSpPr>
            <a:spLocks xmlns:a="http://schemas.openxmlformats.org/drawingml/2006/main" noGrp="1"/>
          </p:cNvSpPr>
          <p:nvPr>
            <p:ph type="body" idx="1"/>
          </p:nvPr>
        </p:nvSpPr>
        <p:spPr>
          <a:xfrm xmlns:a="http://schemas.openxmlformats.org/drawingml/2006/main">
            <a:off x="839788" y="1681163"/>
            <a:ext cx="5157787" cy="823912"/>
          </a:xfrm>
        </p:spPr>
        <p:txBody>
          <a:bodyPr xmlns:a="http://schemas.openxmlformats.org/drawingml/2006/main" anchor="b"/>
          <a:lstStyle xmlns:a="http://schemas.openxmlformats.org/drawingml/2006/main">
            <a:lvl1pPr marL="0" indent="0">
              <a:buNone/>
              <a:defRPr sz="2400" b="1">
                <a:solidFill>
                  <a:schemeClr val="bg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xmlns:a="http://schemas.openxmlformats.org/drawingml/2006/main">
            <a:pPr lvl="0">
              <a:buNone/>
            </a:pPr>
            <a:r>
              <a:t>Edit Master text styles</a:t>
            </a:r>
          </a:p>
        </p:txBody>
      </p:sp>
      <p:sp>
        <p:nvSpPr>
          <p:cNvPr id="4" name="Content Placeholder 3">
            <a:extLst xmlns:a="http://schemas.openxmlformats.org/drawingml/2006/main">
              <a:ext uri="{FF2B5EF4-FFF2-40B4-BE49-F238E27FC236}">
                <a16:creationId xmlns:a16="http://schemas.microsoft.com/office/drawing/2014/main" id="{27C74C06-BF31-4BD3-B4C8-2FE6BACDF784}"/>
              </a:ext>
            </a:extLst>
          </p:cNvPr>
          <p:cNvSpPr>
            <a:spLocks xmlns:a="http://schemas.openxmlformats.org/drawingml/2006/main" noGrp="1"/>
          </p:cNvSpPr>
          <p:nvPr>
            <p:ph idx="2"/>
          </p:nvPr>
        </p:nvSpPr>
        <p:spPr>
          <a:xfrm xmlns:a="http://schemas.openxmlformats.org/drawingml/2006/main">
            <a:off x="839788" y="2505075"/>
            <a:ext cx="5157787" cy="3684588"/>
          </a:xfrm>
        </p:spPr>
        <p:txBody>
          <a:bodyPr xmlns:a="http://schemas.openxmlformats.org/drawingml/2006/main"/>
          <a:lstStyle xmlns:a="http://schemas.openxmlformats.org/drawingml/2006/main">
            <a:lvl1pPr>
              <a:buNone/>
              <a:defRPr>
                <a:solidFill>
                  <a:schemeClr val="bg1"/>
                </a:solidFill>
              </a:defRPr>
            </a:lvl1pPr>
            <a:lvl2pPr>
              <a:buNone/>
              <a:defRPr>
                <a:solidFill>
                  <a:schemeClr val="bg1"/>
                </a:solidFill>
              </a:defRPr>
            </a:lvl2pPr>
            <a:lvl3pPr>
              <a:buNone/>
              <a:defRPr>
                <a:solidFill>
                  <a:schemeClr val="bg1"/>
                </a:solidFill>
              </a:defRPr>
            </a:lvl3pPr>
            <a:lvl4pPr>
              <a:buNone/>
              <a:defRPr>
                <a:solidFill>
                  <a:schemeClr val="bg1"/>
                </a:solidFill>
              </a:defRPr>
            </a:lvl4pPr>
            <a:lvl5pPr>
              <a:buNone/>
              <a:defRPr>
                <a:solidFill>
                  <a:schemeClr val="bg1"/>
                </a:solidFill>
              </a:defRPr>
            </a:lvl5pPr>
          </a:lstStyle>
          <a:p xmlns:a="http://schemas.openxmlformats.org/drawingml/2006/main">
            <a:pPr lvl="0">
              <a:buNone/>
            </a:pPr>
            <a:r>
              <a:t>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5" name="Text Placeholder 4">
            <a:extLst xmlns:a="http://schemas.openxmlformats.org/drawingml/2006/main">
              <a:ext uri="{FF2B5EF4-FFF2-40B4-BE49-F238E27FC236}">
                <a16:creationId xmlns:a16="http://schemas.microsoft.com/office/drawing/2014/main" id="{B03CF8E6-64B5-4784-B784-F0E3BB5B9BEB}"/>
              </a:ext>
            </a:extLst>
          </p:cNvPr>
          <p:cNvSpPr>
            <a:spLocks xmlns:a="http://schemas.openxmlformats.org/drawingml/2006/main" noGrp="1"/>
          </p:cNvSpPr>
          <p:nvPr>
            <p:ph type="body" idx="3"/>
          </p:nvPr>
        </p:nvSpPr>
        <p:spPr>
          <a:xfrm xmlns:a="http://schemas.openxmlformats.org/drawingml/2006/main">
            <a:off x="6172200" y="1681163"/>
            <a:ext cx="5183188" cy="823912"/>
          </a:xfrm>
        </p:spPr>
        <p:txBody>
          <a:bodyPr xmlns:a="http://schemas.openxmlformats.org/drawingml/2006/main" anchor="b"/>
          <a:lstStyle xmlns:a="http://schemas.openxmlformats.org/drawingml/2006/main">
            <a:lvl1pPr marL="0" indent="0">
              <a:buNone/>
              <a:defRPr sz="2400" b="1">
                <a:solidFill>
                  <a:schemeClr val="bg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xmlns:a="http://schemas.openxmlformats.org/drawingml/2006/main">
            <a:pPr lvl="0">
              <a:buNone/>
            </a:pPr>
            <a:r>
              <a:t>Edit Master text styles</a:t>
            </a:r>
          </a:p>
        </p:txBody>
      </p:sp>
      <p:sp>
        <p:nvSpPr>
          <p:cNvPr id="6" name="Content Placeholder 5">
            <a:extLst xmlns:a="http://schemas.openxmlformats.org/drawingml/2006/main">
              <a:ext uri="{FF2B5EF4-FFF2-40B4-BE49-F238E27FC236}">
                <a16:creationId xmlns:a16="http://schemas.microsoft.com/office/drawing/2014/main" id="{1041E5C1-0481-43AC-8B17-3F5519DDF836}"/>
              </a:ext>
            </a:extLst>
          </p:cNvPr>
          <p:cNvSpPr>
            <a:spLocks xmlns:a="http://schemas.openxmlformats.org/drawingml/2006/main" noGrp="1"/>
          </p:cNvSpPr>
          <p:nvPr>
            <p:ph idx="4"/>
          </p:nvPr>
        </p:nvSpPr>
        <p:spPr>
          <a:xfrm xmlns:a="http://schemas.openxmlformats.org/drawingml/2006/main">
            <a:off x="6172200" y="2505075"/>
            <a:ext cx="5183188" cy="3684588"/>
          </a:xfrm>
        </p:spPr>
        <p:txBody>
          <a:bodyPr xmlns:a="http://schemas.openxmlformats.org/drawingml/2006/main"/>
          <a:lstStyle xmlns:a="http://schemas.openxmlformats.org/drawingml/2006/main">
            <a:lvl1pPr>
              <a:buNone/>
              <a:defRPr>
                <a:solidFill>
                  <a:schemeClr val="bg1"/>
                </a:solidFill>
              </a:defRPr>
            </a:lvl1pPr>
            <a:lvl2pPr>
              <a:buNone/>
              <a:defRPr>
                <a:solidFill>
                  <a:schemeClr val="bg1"/>
                </a:solidFill>
              </a:defRPr>
            </a:lvl2pPr>
            <a:lvl3pPr>
              <a:buNone/>
              <a:defRPr>
                <a:solidFill>
                  <a:schemeClr val="bg1"/>
                </a:solidFill>
              </a:defRPr>
            </a:lvl3pPr>
            <a:lvl4pPr>
              <a:buNone/>
              <a:defRPr>
                <a:solidFill>
                  <a:schemeClr val="bg1"/>
                </a:solidFill>
              </a:defRPr>
            </a:lvl4pPr>
            <a:lvl5pPr>
              <a:buNone/>
              <a:defRPr>
                <a:solidFill>
                  <a:schemeClr val="bg1"/>
                </a:solidFill>
              </a:defRPr>
            </a:lvl5pPr>
          </a:lstStyle>
          <a:p xmlns:a="http://schemas.openxmlformats.org/drawingml/2006/main">
            <a:pPr lvl="0">
              <a:buNone/>
            </a:pPr>
            <a:r>
              <a:t>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7" name="Date Placeholder 6">
            <a:extLst xmlns:a="http://schemas.openxmlformats.org/drawingml/2006/main">
              <a:ext uri="{FF2B5EF4-FFF2-40B4-BE49-F238E27FC236}">
                <a16:creationId xmlns:a16="http://schemas.microsoft.com/office/drawing/2014/main" id="{177966E1-6AA1-4628-A134-43508D0B897D}"/>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lvl1pPr>
              <a:buNone/>
              <a:defRPr>
                <a:solidFill>
                  <a:schemeClr val="bg1">
                    <a:lumMod val="75000"/>
                  </a:schemeClr>
                </a:solidFill>
              </a:defRPr>
            </a:lvl1pPr>
          </a:lstStyle>
          <a:p xmlns:a="http://schemas.openxmlformats.org/drawingml/2006/main">
            <a:fld id="{57020DAE-7ED0-4B17-B656-7E9590772B44}" type="datetimeFigureOut">
              <a:t>7/31/2026</a:t>
            </a:fld>
            <a:endParaRPr/>
          </a:p>
        </p:txBody>
      </p:sp>
      <p:sp>
        <p:nvSpPr>
          <p:cNvPr id="8" name="Footer Placeholder 7">
            <a:extLst xmlns:a="http://schemas.openxmlformats.org/drawingml/2006/main">
              <a:ext uri="{FF2B5EF4-FFF2-40B4-BE49-F238E27FC236}">
                <a16:creationId xmlns:a16="http://schemas.microsoft.com/office/drawing/2014/main" id="{2D7E6F2C-63EA-4C48-B101-CAD00E3C2126}"/>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lvl1pPr>
              <a:buNone/>
              <a:defRPr>
                <a:solidFill>
                  <a:schemeClr val="bg1">
                    <a:lumMod val="75000"/>
                  </a:schemeClr>
                </a:solidFill>
              </a:defRPr>
            </a:lvl1pPr>
          </a:lstStyle>
          <a:p xmlns:a="http://schemas.openxmlformats.org/drawingml/2006/main">
            <a:endParaRPr/>
          </a:p>
        </p:txBody>
      </p:sp>
      <p:sp>
        <p:nvSpPr>
          <p:cNvPr id="9" name="Slide Number Placeholder 8">
            <a:extLst xmlns:a="http://schemas.openxmlformats.org/drawingml/2006/main">
              <a:ext uri="{FF2B5EF4-FFF2-40B4-BE49-F238E27FC236}">
                <a16:creationId xmlns:a16="http://schemas.microsoft.com/office/drawing/2014/main" id="{6E8D73E8-9357-43BF-B46A-3F952B57F037}"/>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lvl1pPr>
              <a:buNone/>
              <a:defRPr>
                <a:solidFill>
                  <a:schemeClr val="bg1">
                    <a:lumMod val="75000"/>
                  </a:schemeClr>
                </a:solidFill>
              </a:defRPr>
            </a:lvl1pPr>
          </a:lstStyle>
          <a:p xmlns:a="http://schemas.openxmlformats.org/drawingml/2006/main">
            <a:fld id="{A74DB8E4-0DF9-4658-8AF8-1D74F81145F2}" type="slidenum">
              <a:t>‹#›</a:t>
            </a:fld>
            <a:endParaRPr/>
          </a:p>
        </p:txBody>
      </p:sp>
    </p:spTree>
  </p:cSld>
</p:sldLayout>
</file>

<file path=ppt/slideLayouts/slideLayout23.xml><?xml version="1.0" encoding="utf-8"?>
<p:sldLayout xmlns:p="http://schemas.openxmlformats.org/presentationml/2006/main">
  <p:cSld name="DEFAULT">
    <p:bg>
      <p:bgRef idx="1001">
        <a:schemeClr xmlns:a="http://schemas.openxmlformats.org/drawingml/2006/main" val="bg1"/>
      </p:bgRef>
    </p:bg>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image" Target="/ppt/media/image.png" Id="R24391992a5b94ba0" /><Relationship Type="http://schemas.openxmlformats.org/officeDocument/2006/relationships/theme" Target="/ppt/slideMasters/theme/theme2.xml" Id="Rab36a498d64e4cb1" /><Relationship Type="http://schemas.openxmlformats.org/officeDocument/2006/relationships/slideLayout" Target="/ppt/slideLayouts/slideLayout1.xml" Id="R4ed53fed02ca4b97" /><Relationship Type="http://schemas.openxmlformats.org/officeDocument/2006/relationships/slideLayout" Target="/ppt/slideLayouts/slideLayout2.xml" Id="R307e11f9f3d94c12" /><Relationship Type="http://schemas.openxmlformats.org/officeDocument/2006/relationships/slideLayout" Target="/ppt/slideLayouts/slideLayout3.xml" Id="R4cc65516491c4d44" /><Relationship Type="http://schemas.openxmlformats.org/officeDocument/2006/relationships/slideLayout" Target="/ppt/slideLayouts/slideLayout4.xml" Id="R10a2d1ad04304632" /><Relationship Type="http://schemas.openxmlformats.org/officeDocument/2006/relationships/slideLayout" Target="/ppt/slideLayouts/slideLayout5.xml" Id="R60665d89414e43e7" /><Relationship Type="http://schemas.openxmlformats.org/officeDocument/2006/relationships/slideLayout" Target="/ppt/slideLayouts/slideLayout6.xml" Id="Ree21e21db8e04649" /><Relationship Type="http://schemas.openxmlformats.org/officeDocument/2006/relationships/slideLayout" Target="/ppt/slideLayouts/slideLayout7.xml" Id="R077767426e894e77" /><Relationship Type="http://schemas.openxmlformats.org/officeDocument/2006/relationships/slideLayout" Target="/ppt/slideLayouts/slideLayout8.xml" Id="Rf19fb46a9aa54bb0" /><Relationship Type="http://schemas.openxmlformats.org/officeDocument/2006/relationships/slideLayout" Target="/ppt/slideLayouts/slideLayout9.xml" Id="Rbeecc0295bfc49b7" /><Relationship Type="http://schemas.openxmlformats.org/officeDocument/2006/relationships/slideLayout" Target="/ppt/slideLayouts/slideLayout10.xml" Id="R4f6bb9cc791f4640" /><Relationship Type="http://schemas.openxmlformats.org/officeDocument/2006/relationships/slideLayout" Target="/ppt/slideLayouts/slideLayout11.xml" Id="R272400e3eb184a26" /><Relationship Type="http://schemas.openxmlformats.org/officeDocument/2006/relationships/slideLayout" Target="/ppt/slideLayouts/slideLayout12.xml" Id="R861e2bf92dcb428a" /><Relationship Type="http://schemas.openxmlformats.org/officeDocument/2006/relationships/slideLayout" Target="/ppt/slideLayouts/slideLayout13.xml" Id="R6aeb167d0ae3496d" /><Relationship Type="http://schemas.openxmlformats.org/officeDocument/2006/relationships/slideLayout" Target="/ppt/slideLayouts/slideLayout14.xml" Id="Ra8b7c0e38eff4a38" /><Relationship Type="http://schemas.openxmlformats.org/officeDocument/2006/relationships/slideLayout" Target="/ppt/slideLayouts/slideLayout15.xml" Id="R3fb3b51d998a4163" /><Relationship Type="http://schemas.openxmlformats.org/officeDocument/2006/relationships/slideLayout" Target="/ppt/slideLayouts/slideLayout16.xml" Id="Rb8d54cae22464604" /><Relationship Type="http://schemas.openxmlformats.org/officeDocument/2006/relationships/slideLayout" Target="/ppt/slideLayouts/slideLayout17.xml" Id="R49690c2066324b3a" /><Relationship Type="http://schemas.openxmlformats.org/officeDocument/2006/relationships/slideLayout" Target="/ppt/slideLayouts/slideLayout18.xml" Id="Rc78856f6df164160" /><Relationship Type="http://schemas.openxmlformats.org/officeDocument/2006/relationships/slideLayout" Target="/ppt/slideLayouts/slideLayout19.xml" Id="Rb8d6799b69c549e1" /><Relationship Type="http://schemas.openxmlformats.org/officeDocument/2006/relationships/slideLayout" Target="/ppt/slideLayouts/slideLayout20.xml" Id="R2ffaa716f7804c20" /><Relationship Type="http://schemas.openxmlformats.org/officeDocument/2006/relationships/slideLayout" Target="/ppt/slideLayouts/slideLayout21.xml" Id="R582c5326a4e34c51" /><Relationship Type="http://schemas.openxmlformats.org/officeDocument/2006/relationships/slideLayout" Target="/ppt/slideLayouts/slideLayout22.xml" Id="R146fb44ca1894043" /><Relationship Type="http://schemas.openxmlformats.org/officeDocument/2006/relationships/slideLayout" Target="/ppt/slideLayouts/slideLayout23.xml" Id="R7e72d2ee301040fb" /></Relationships>
</file>

<file path=ppt/slideMasters/slideMaster1.xml><?xml version="1.0" encoding="utf-8"?>
<p:sldMaster xmlns:p="http://schemas.openxmlformats.org/presentationml/2006/main">
  <p:cSld>
    <p:bg>
      <p:bgPr>
        <a:blipFill xmlns:a="http://schemas.openxmlformats.org/drawingml/2006/main" rotWithShape="1">
          <a:blip xmlns:r="http://schemas.openxmlformats.org/officeDocument/2006/relationships" r:embed="R24391992a5b94ba0">
            <a:lum/>
          </a:blip>
          <a:srcRect l="0" t="0" r="0" b="0"/>
          <a:stretch>
            <a:fillRect l="0" t="0" r="0" b="0"/>
          </a:stretch>
        </a:blipFill>
      </p:bgPr>
    </p:bg>
    <p:spTree>
      <p:nvGrpSpPr>
        <p:cNvPr id="1" name=""/>
        <p:cNvGrpSpPr/>
        <p:nvPr/>
      </p:nvGrpSpPr>
      <p:grpSpPr>
        <a:xfrm xmlns:a="http://schemas.openxmlformats.org/drawingml/2006/main"/>
      </p:grpSpPr>
      <p:sp>
        <p:nvSpPr>
          <p:cNvPr id="3" name="TextBox 2">
            <a:extLst xmlns:a="http://schemas.openxmlformats.org/drawingml/2006/main">
              <a:ext uri="{FF2B5EF4-FFF2-40B4-BE49-F238E27FC236}">
                <a16:creationId xmlns:a16="http://schemas.microsoft.com/office/drawing/2014/main" id="{F547C7B6-1650-658B-2731-3089BD1BDEEB}"/>
              </a:ext>
            </a:extLst>
          </p:cNvPr>
          <p:cNvSpPr>
            <a:spLocks xmlns:a="http://schemas.openxmlformats.org/drawingml/2006/main" noGrp="1"/>
          </p:cNvSpPr>
          <p:nvPr/>
        </p:nvSpPr>
        <p:spPr>
          <a:xfrm xmlns:a="http://schemas.openxmlformats.org/drawingml/2006/main">
            <a:off x="5672138" y="63500"/>
            <a:ext cx="1714500" cy="209550"/>
          </a:xfrm>
          <a:prstGeom xmlns:a="http://schemas.openxmlformats.org/drawingml/2006/main" prst="rect">
            <a:avLst/>
          </a:prstGeom>
        </p:spPr>
        <p:txBody>
          <a:bodyPr xmlns:a="http://schemas.openxmlformats.org/drawingml/2006/main" lIns="0" tIns="0" rIns="0" bIns="0">
            <a:spAutoFit/>
          </a:bodyPr>
          <a:lstStyle xmlns:a="http://schemas.openxmlformats.org/drawingml/2006/main"/>
          <a:p xmlns:a="http://schemas.openxmlformats.org/drawingml/2006/main">
            <a:pPr algn="l">
              <a:buNone/>
            </a:pPr>
            <a:r>
              <a:rPr sz="1000">
                <a:solidFill>
                  <a:srgbClr val="FF0000">
                    <a:alpha val="50000"/>
                  </a:srgbClr>
                </a:solidFill>
                <a:latin typeface="Arial"/>
                <a:ea typeface="Arial"/>
                <a:cs typeface="Arial"/>
              </a:rPr>
              <a:t>CONFIDENTIAL</a:t>
            </a:r>
            <a:endParaRPr>
              <a:latin typeface="Arial"/>
              <a:ea typeface="Arial"/>
              <a:cs typeface="Arial"/>
            </a:endParaRPr>
          </a:p>
        </p:txBody>
      </p:sp>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4ed53fed02ca4b97"/>
    <p:sldLayoutId xmlns:r="http://schemas.openxmlformats.org/officeDocument/2006/relationships" id="2147483650" r:id="R307e11f9f3d94c12"/>
    <p:sldLayoutId xmlns:r="http://schemas.openxmlformats.org/officeDocument/2006/relationships" id="2147483651" r:id="R4cc65516491c4d44"/>
    <p:sldLayoutId xmlns:r="http://schemas.openxmlformats.org/officeDocument/2006/relationships" id="2147483652" r:id="R10a2d1ad04304632"/>
    <p:sldLayoutId xmlns:r="http://schemas.openxmlformats.org/officeDocument/2006/relationships" id="2147483653" r:id="R60665d89414e43e7"/>
    <p:sldLayoutId xmlns:r="http://schemas.openxmlformats.org/officeDocument/2006/relationships" id="2147483654" r:id="Ree21e21db8e04649"/>
    <p:sldLayoutId xmlns:r="http://schemas.openxmlformats.org/officeDocument/2006/relationships" id="2147483655" r:id="R077767426e894e77"/>
    <p:sldLayoutId xmlns:r="http://schemas.openxmlformats.org/officeDocument/2006/relationships" id="2147483656" r:id="Rf19fb46a9aa54bb0"/>
    <p:sldLayoutId xmlns:r="http://schemas.openxmlformats.org/officeDocument/2006/relationships" id="2147483657" r:id="Rbeecc0295bfc49b7"/>
    <p:sldLayoutId xmlns:r="http://schemas.openxmlformats.org/officeDocument/2006/relationships" id="2147483658" r:id="R4f6bb9cc791f4640"/>
    <p:sldLayoutId xmlns:r="http://schemas.openxmlformats.org/officeDocument/2006/relationships" id="2147483659" r:id="R272400e3eb184a26"/>
    <p:sldLayoutId xmlns:r="http://schemas.openxmlformats.org/officeDocument/2006/relationships" id="2147483660" r:id="R861e2bf92dcb428a"/>
    <p:sldLayoutId xmlns:r="http://schemas.openxmlformats.org/officeDocument/2006/relationships" id="2147483661" r:id="R6aeb167d0ae3496d"/>
    <p:sldLayoutId xmlns:r="http://schemas.openxmlformats.org/officeDocument/2006/relationships" id="2147483662" r:id="Ra8b7c0e38eff4a38"/>
    <p:sldLayoutId xmlns:r="http://schemas.openxmlformats.org/officeDocument/2006/relationships" id="2147483663" r:id="R3fb3b51d998a4163"/>
    <p:sldLayoutId xmlns:r="http://schemas.openxmlformats.org/officeDocument/2006/relationships" id="2147483664" r:id="Rb8d54cae22464604"/>
    <p:sldLayoutId xmlns:r="http://schemas.openxmlformats.org/officeDocument/2006/relationships" id="2147483665" r:id="R49690c2066324b3a"/>
    <p:sldLayoutId xmlns:r="http://schemas.openxmlformats.org/officeDocument/2006/relationships" id="2147483666" r:id="Rc78856f6df164160"/>
    <p:sldLayoutId xmlns:r="http://schemas.openxmlformats.org/officeDocument/2006/relationships" id="2147483667" r:id="Rb8d6799b69c549e1"/>
    <p:sldLayoutId xmlns:r="http://schemas.openxmlformats.org/officeDocument/2006/relationships" id="2147483668" r:id="R2ffaa716f7804c20"/>
    <p:sldLayoutId xmlns:r="http://schemas.openxmlformats.org/officeDocument/2006/relationships" id="2147483669" r:id="R582c5326a4e34c51"/>
    <p:sldLayoutId xmlns:r="http://schemas.openxmlformats.org/officeDocument/2006/relationships" id="2147483670" r:id="R146fb44ca1894043"/>
    <p:sldLayoutId xmlns:r="http://schemas.openxmlformats.org/officeDocument/2006/relationships" id="2147483671" r:id="R7e72d2ee301040fb"/>
  </p:sldLayoutIdLst>
  <p:txStyles>
    <p:titleStyle>
      <a:lvl1pPr xmlns:a="http://schemas.openxmlformats.org/drawingml/2006/main" algn="l" defTabSz="914400">
        <a:lnSpc>
          <a:spcPct val="90000"/>
        </a:lnSpc>
        <a:spcBef>
          <a:spcPct val="0"/>
        </a:spcBef>
        <a:buNone/>
        <a:defRPr sz="4400" b="1" kern="1200">
          <a:solidFill>
            <a:schemeClr val="bg1"/>
          </a:solidFill>
          <a:latin typeface="+mj-lt"/>
          <a:ea typeface="+mj-lt"/>
          <a:cs typeface="+mj-lt"/>
        </a:defRPr>
      </a:lvl1pPr>
    </p:titleStyle>
    <p:bodyStyle>
      <a:lvl1pPr xmlns:a="http://schemas.openxmlformats.org/drawingml/2006/main" marL="228600" indent="-228600" algn="l" defTabSz="914400">
        <a:lnSpc>
          <a:spcPct val="90000"/>
        </a:lnSpc>
        <a:spcBef>
          <a:spcPts val="1000"/>
        </a:spcBef>
        <a:buFont typeface="Arial"/>
        <a:buChar char="•"/>
        <a:defRPr sz="2800" kern="1200">
          <a:solidFill>
            <a:schemeClr val="bg1"/>
          </a:solidFill>
          <a:latin typeface="+mn-lt"/>
          <a:ea typeface="+mn-lt"/>
          <a:cs typeface="+mn-lt"/>
        </a:defRPr>
      </a:lvl1pPr>
      <a:lvl2pPr xmlns:a="http://schemas.openxmlformats.org/drawingml/2006/main" marL="685800" indent="-228600" algn="l" defTabSz="914400">
        <a:lnSpc>
          <a:spcPct val="90000"/>
        </a:lnSpc>
        <a:spcBef>
          <a:spcPts val="500"/>
        </a:spcBef>
        <a:buFont typeface="Arial"/>
        <a:buChar char="•"/>
        <a:defRPr sz="2400" kern="1200">
          <a:solidFill>
            <a:schemeClr val="bg1"/>
          </a:solidFill>
          <a:latin typeface="+mn-lt"/>
          <a:ea typeface="+mn-lt"/>
          <a:cs typeface="+mn-lt"/>
        </a:defRPr>
      </a:lvl2pPr>
      <a:lvl3pPr xmlns:a="http://schemas.openxmlformats.org/drawingml/2006/main" marL="1143000" indent="-228600" algn="l" defTabSz="914400">
        <a:lnSpc>
          <a:spcPct val="90000"/>
        </a:lnSpc>
        <a:spcBef>
          <a:spcPts val="500"/>
        </a:spcBef>
        <a:buFont typeface="Arial"/>
        <a:buChar char="•"/>
        <a:defRPr sz="2000" kern="1200">
          <a:solidFill>
            <a:schemeClr val="bg1"/>
          </a:solidFill>
          <a:latin typeface="+mn-lt"/>
          <a:ea typeface="+mn-lt"/>
          <a:cs typeface="+mn-lt"/>
        </a:defRPr>
      </a:lvl3pPr>
      <a:lvl4pPr xmlns:a="http://schemas.openxmlformats.org/drawingml/2006/main" marL="1600200" indent="-228600" algn="l" defTabSz="914400">
        <a:lnSpc>
          <a:spcPct val="90000"/>
        </a:lnSpc>
        <a:spcBef>
          <a:spcPts val="500"/>
        </a:spcBef>
        <a:buFont typeface="Arial"/>
        <a:buChar char="•"/>
        <a:defRPr sz="1800" kern="1200">
          <a:solidFill>
            <a:schemeClr val="bg1"/>
          </a:solidFill>
          <a:latin typeface="+mn-lt"/>
          <a:ea typeface="+mn-lt"/>
          <a:cs typeface="+mn-lt"/>
        </a:defRPr>
      </a:lvl4pPr>
      <a:lvl5pPr xmlns:a="http://schemas.openxmlformats.org/drawingml/2006/main" marL="2057400" indent="-228600" algn="l" defTabSz="914400">
        <a:lnSpc>
          <a:spcPct val="90000"/>
        </a:lnSpc>
        <a:spcBef>
          <a:spcPts val="500"/>
        </a:spcBef>
        <a:buFont typeface="Arial"/>
        <a:buChar char="•"/>
        <a:defRPr sz="1800" kern="1200">
          <a:solidFill>
            <a:schemeClr val="bg1"/>
          </a:solidFill>
          <a:latin typeface="+mn-lt"/>
          <a:ea typeface="+mn-lt"/>
          <a:cs typeface="+mn-lt"/>
        </a:defRPr>
      </a:lvl5pPr>
      <a:lvl6pPr xmlns:a="http://schemas.openxmlformats.org/drawingml/2006/main"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xmlns:a="http://schemas.openxmlformats.org/drawingml/2006/main"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xmlns:a="http://schemas.openxmlformats.org/drawingml/2006/main"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xmlns:a="http://schemas.openxmlformats.org/drawingml/2006/main" marL="3886200" indent="-228600" algn="l" defTabSz="914400">
        <a:lnSpc>
          <a:spcPct val="90000"/>
        </a:lnSpc>
        <a:spcBef>
          <a:spcPts val="500"/>
        </a:spcBef>
        <a:buFont typeface="Arial"/>
        <a:buChar char="•"/>
        <a:defRPr sz="1800" kern="1200">
          <a:solidFill>
            <a:schemeClr val="tx1"/>
          </a:solidFill>
          <a:latin typeface="+mn-lt"/>
          <a:ea typeface="+mn-lt"/>
          <a:cs typeface="+mn-lt"/>
        </a:defRPr>
      </a:lvl9pPr>
    </p:bodyStyle>
    <p:otherStyle>
      <a:lvl1pPr xmlns:a="http://schemas.openxmlformats.org/drawingml/2006/main" marL="0" algn="l" defTabSz="914400">
        <a:buNone/>
        <a:defRPr sz="1800" kern="1200">
          <a:solidFill>
            <a:schemeClr val="tx1"/>
          </a:solidFill>
          <a:latin typeface="+mn-lt"/>
          <a:ea typeface="+mn-lt"/>
          <a:cs typeface="+mn-lt"/>
        </a:defRPr>
      </a:lvl1pPr>
      <a:lvl2pPr xmlns:a="http://schemas.openxmlformats.org/drawingml/2006/main" marL="457200" algn="l" defTabSz="914400">
        <a:buNone/>
        <a:defRPr sz="1800" kern="1200">
          <a:solidFill>
            <a:schemeClr val="tx1"/>
          </a:solidFill>
          <a:latin typeface="+mn-lt"/>
          <a:ea typeface="+mn-lt"/>
          <a:cs typeface="+mn-lt"/>
        </a:defRPr>
      </a:lvl2pPr>
      <a:lvl3pPr xmlns:a="http://schemas.openxmlformats.org/drawingml/2006/main" marL="914400" algn="l" defTabSz="914400">
        <a:buNone/>
        <a:defRPr sz="1800" kern="1200">
          <a:solidFill>
            <a:schemeClr val="tx1"/>
          </a:solidFill>
          <a:latin typeface="+mn-lt"/>
          <a:ea typeface="+mn-lt"/>
          <a:cs typeface="+mn-lt"/>
        </a:defRPr>
      </a:lvl3pPr>
      <a:lvl4pPr xmlns:a="http://schemas.openxmlformats.org/drawingml/2006/main" marL="1371600" algn="l" defTabSz="914400">
        <a:buNone/>
        <a:defRPr sz="1800" kern="1200">
          <a:solidFill>
            <a:schemeClr val="tx1"/>
          </a:solidFill>
          <a:latin typeface="+mn-lt"/>
          <a:ea typeface="+mn-lt"/>
          <a:cs typeface="+mn-lt"/>
        </a:defRPr>
      </a:lvl4pPr>
      <a:lvl5pPr xmlns:a="http://schemas.openxmlformats.org/drawingml/2006/main" marL="1828800" algn="l" defTabSz="914400">
        <a:buNone/>
        <a:defRPr sz="1800" kern="1200">
          <a:solidFill>
            <a:schemeClr val="tx1"/>
          </a:solidFill>
          <a:latin typeface="+mn-lt"/>
          <a:ea typeface="+mn-lt"/>
          <a:cs typeface="+mn-lt"/>
        </a:defRPr>
      </a:lvl5pPr>
      <a:lvl6pPr xmlns:a="http://schemas.openxmlformats.org/drawingml/2006/main" marL="2286000" algn="l" defTabSz="914400">
        <a:buNone/>
        <a:defRPr sz="1800" kern="1200">
          <a:solidFill>
            <a:schemeClr val="tx1"/>
          </a:solidFill>
          <a:latin typeface="+mn-lt"/>
          <a:ea typeface="+mn-lt"/>
          <a:cs typeface="+mn-lt"/>
        </a:defRPr>
      </a:lvl6pPr>
      <a:lvl7pPr xmlns:a="http://schemas.openxmlformats.org/drawingml/2006/main" marL="2743200" algn="l" defTabSz="914400">
        <a:buNone/>
        <a:defRPr sz="1800" kern="1200">
          <a:solidFill>
            <a:schemeClr val="tx1"/>
          </a:solidFill>
          <a:latin typeface="+mn-lt"/>
          <a:ea typeface="+mn-lt"/>
          <a:cs typeface="+mn-lt"/>
        </a:defRPr>
      </a:lvl7pPr>
      <a:lvl8pPr xmlns:a="http://schemas.openxmlformats.org/drawingml/2006/main" marL="3200400" algn="l" defTabSz="914400">
        <a:buNone/>
        <a:defRPr sz="1800" kern="1200">
          <a:solidFill>
            <a:schemeClr val="tx1"/>
          </a:solidFill>
          <a:latin typeface="+mn-lt"/>
          <a:ea typeface="+mn-lt"/>
          <a:cs typeface="+mn-lt"/>
        </a:defRPr>
      </a:lvl8pPr>
      <a:lvl9pPr xmlns:a="http://schemas.openxmlformats.org/drawingml/2006/main" marL="3657600" algn="l" defTabSz="914400">
        <a:buNone/>
        <a:defRPr sz="1800" kern="12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DENSO_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ad83fd1ff9ce4737" /><Relationship Type="http://schemas.openxmlformats.org/officeDocument/2006/relationships/notesSlide" Target="/ppt/notesSlides/notesSlide1.xml" Id="Rde4eac66c2f147e3" /></Relationships>
</file>

<file path=ppt/slides/_rels/slide2.xml.rels>&#65279;<?xml version="1.0" encoding="utf-8"?><Relationships xmlns="http://schemas.openxmlformats.org/package/2006/relationships"><Relationship Type="http://schemas.openxmlformats.org/officeDocument/2006/relationships/slideLayout" Target="/ppt/slideLayouts/slideLayout23.xml" Id="R301ecea490f74274" /><Relationship Type="http://schemas.openxmlformats.org/officeDocument/2006/relationships/image" Target="/ppt/media/image8.png" Id="Rcafeecf1384b4778" /><Relationship Type="http://schemas.openxmlformats.org/officeDocument/2006/relationships/image" Target="/ppt/media/image9.png" Id="R85670e207b50400c" /><Relationship Type="http://schemas.openxmlformats.org/officeDocument/2006/relationships/image" Target="/ppt/media/image10.png" Id="R04a9248af9134a59" /><Relationship Type="http://schemas.openxmlformats.org/officeDocument/2006/relationships/notesSlide" Target="/ppt/notesSlides/notesSlide2.xml" Id="R7981acd6508d4acc" /></Relationships>
</file>

<file path=ppt/slides/_rels/slide3.xml.rels>&#65279;<?xml version="1.0" encoding="utf-8"?><Relationships xmlns="http://schemas.openxmlformats.org/package/2006/relationships"><Relationship Type="http://schemas.openxmlformats.org/officeDocument/2006/relationships/slideLayout" Target="/ppt/slideLayouts/slideLayout17.xml" Id="R71d20d6e91124ce8" /><Relationship Type="http://schemas.openxmlformats.org/officeDocument/2006/relationships/image" Target="/ppt/media/image8.png" Id="Ra0aeb739aa9b4ba8" /><Relationship Type="http://schemas.openxmlformats.org/officeDocument/2006/relationships/image" Target="/ppt/media/image3.jpeg" Id="R05fc5d5e10df4f2b" /><Relationship Type="http://schemas.openxmlformats.org/officeDocument/2006/relationships/hyperlink" Target="https://drive.google.com/file/d/14t8FROExp0IGz2PeSXfVRLxv7lpOCKN7/view" TargetMode="External" Id="Rb880b9ff26564251" /><Relationship Type="http://schemas.openxmlformats.org/officeDocument/2006/relationships/image" Target="/ppt/media/image4.jpeg" Id="Rb52cab22193d4582" /><Relationship Type="http://schemas.openxmlformats.org/officeDocument/2006/relationships/hyperlink" Target="https://github.com/hiwe0305/humanoid-rl" TargetMode="External" Id="Rfb71f034ce6f4efe" /><Relationship Type="http://schemas.openxmlformats.org/officeDocument/2006/relationships/notesSlide" Target="/ppt/notesSlides/notesSlide3.xml" Id="R76b33ac8a3164569" /></Relationships>
</file>

<file path=ppt/slides/_rels/slide4.xml.rels>&#65279;<?xml version="1.0" encoding="utf-8"?><Relationships xmlns="http://schemas.openxmlformats.org/package/2006/relationships"><Relationship Type="http://schemas.openxmlformats.org/officeDocument/2006/relationships/slideLayout" Target="/ppt/slideLayouts/slideLayout17.xml" Id="R535bb22136624f70" /><Relationship Type="http://schemas.openxmlformats.org/officeDocument/2006/relationships/image" Target="/ppt/media/image8.png" Id="R6f94d5f78d6e4224" /><Relationship Type="http://schemas.openxmlformats.org/officeDocument/2006/relationships/notesSlide" Target="/ppt/notesSlides/notesSlide4.xml" Id="R0c736d43d94e499c" /></Relationships>
</file>

<file path=ppt/slides/_rels/slide5.xml.rels>&#65279;<?xml version="1.0" encoding="utf-8"?><Relationships xmlns="http://schemas.openxmlformats.org/package/2006/relationships"><Relationship Type="http://schemas.openxmlformats.org/officeDocument/2006/relationships/slideLayout" Target="/ppt/slideLayouts/slideLayout17.xml" Id="Rb2230ba76d4a4eef" /><Relationship Type="http://schemas.openxmlformats.org/officeDocument/2006/relationships/image" Target="/ppt/media/image8.png" Id="Rf8c97788fd4f4a00" /><Relationship Type="http://schemas.openxmlformats.org/officeDocument/2006/relationships/notesSlide" Target="/ppt/notesSlides/notesSlide5.xml" Id="R9a41955ae11c4ebe" /></Relationships>
</file>

<file path=ppt/slides/_rels/slide6.xml.rels>&#65279;<?xml version="1.0" encoding="utf-8"?><Relationships xmlns="http://schemas.openxmlformats.org/package/2006/relationships"><Relationship Type="http://schemas.openxmlformats.org/officeDocument/2006/relationships/slideLayout" Target="/ppt/slideLayouts/slideLayout17.xml" Id="R76ac7ce4afed4886" /><Relationship Type="http://schemas.openxmlformats.org/officeDocument/2006/relationships/image" Target="/ppt/media/image8.png" Id="R1c78036cb9754bfb" /><Relationship Type="http://schemas.openxmlformats.org/officeDocument/2006/relationships/image" Target="/ppt/media/image11.png" Id="R6e31e83847284025" /><Relationship Type="http://schemas.openxmlformats.org/officeDocument/2006/relationships/notesSlide" Target="/ppt/notesSlides/notesSlide6.xml" Id="R38bdb3b36bfb41f5" /></Relationships>
</file>

<file path=ppt/slides/_rels/slide7.xml.rels>&#65279;<?xml version="1.0" encoding="utf-8"?><Relationships xmlns="http://schemas.openxmlformats.org/package/2006/relationships"><Relationship Type="http://schemas.openxmlformats.org/officeDocument/2006/relationships/slideLayout" Target="/ppt/slideLayouts/slideLayout17.xml" Id="R7445ee5d751d4510" /><Relationship Type="http://schemas.openxmlformats.org/officeDocument/2006/relationships/image" Target="/ppt/media/image8.png" Id="R2c7c927fc9724a2d" /><Relationship Type="http://schemas.openxmlformats.org/officeDocument/2006/relationships/image" Target="/ppt/media/image12.png" Id="Rd6e0fe1711064bd6" /><Relationship Type="http://schemas.openxmlformats.org/officeDocument/2006/relationships/notesSlide" Target="/ppt/notesSlides/notesSlide7.xml" Id="R208f476986e2420c" /></Relationships>
</file>

<file path=ppt/slides/_rels/slide8.xml.rels>&#65279;<?xml version="1.0" encoding="utf-8"?><Relationships xmlns="http://schemas.openxmlformats.org/package/2006/relationships"><Relationship Type="http://schemas.openxmlformats.org/officeDocument/2006/relationships/slideLayout" Target="/ppt/slideLayouts/slideLayout17.xml" Id="Ree4636efd9af491e" /><Relationship Type="http://schemas.openxmlformats.org/officeDocument/2006/relationships/image" Target="/ppt/media/image8.png" Id="R0f1fcaa909cf4ac1" /><Relationship Type="http://schemas.openxmlformats.org/officeDocument/2006/relationships/notesSlide" Target="/ppt/notesSlides/notesSlide8.xml" Id="Re8f10426d01447aa" /></Relationships>
</file>

<file path=ppt/slides/_rels/slide9.xml.rels>&#65279;<?xml version="1.0" encoding="utf-8"?><Relationships xmlns="http://schemas.openxmlformats.org/package/2006/relationships"><Relationship Type="http://schemas.openxmlformats.org/officeDocument/2006/relationships/slideLayout" Target="/ppt/slideLayouts/slideLayout17.xml" Id="Rd73f8987b2eb4e86" /><Relationship Type="http://schemas.openxmlformats.org/officeDocument/2006/relationships/notesSlide" Target="/ppt/notesSlides/notesSlide9.xml" Id="R2e37dd3718354121"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7.xml" Id="R244192d39cc54d8a" /><Relationship Type="http://schemas.openxmlformats.org/officeDocument/2006/relationships/notesSlide" Target="/ppt/notesSlides/notesSlide10.xml" Id="R79f69ab198d04b66" /></Relationships>
</file>

<file path=ppt/slides/_rels/slide11.xml.rels>&#65279;<?xml version="1.0" encoding="utf-8"?><Relationships xmlns="http://schemas.openxmlformats.org/package/2006/relationships"><Relationship Type="http://schemas.openxmlformats.org/officeDocument/2006/relationships/slideLayout" Target="/ppt/slideLayouts/slideLayout22.xml" Id="R3b553ff7a0564708" /><Relationship Type="http://schemas.openxmlformats.org/officeDocument/2006/relationships/image" Target="/ppt/media/image13.png" Id="R0fefe7df9b004e34" /><Relationship Type="http://schemas.openxmlformats.org/officeDocument/2006/relationships/notesSlide" Target="/ppt/notesSlides/notesSlide11.xml" Id="Rf86a3a890ea0411c"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7.xml" Id="R1e3cfdefd60a4773" /><Relationship Type="http://schemas.openxmlformats.org/officeDocument/2006/relationships/image" Target="/ppt/media/image8.png" Id="R11de81e911a74f1b" /><Relationship Type="http://schemas.openxmlformats.org/officeDocument/2006/relationships/notesSlide" Target="/ppt/notesSlides/notesSlide12.xml" Id="R20ef43a02c604a0b"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7.xml" Id="Rced98c987dc74335" /><Relationship Type="http://schemas.openxmlformats.org/officeDocument/2006/relationships/image" Target="/ppt/media/image8.png" Id="Rb45492245d824e50" /><Relationship Type="http://schemas.openxmlformats.org/officeDocument/2006/relationships/notesSlide" Target="/ppt/notesSlides/notesSlide13.xml" Id="R56b338dba6a94fbe" /></Relationships>
</file>

<file path=ppt/slides/slide1.xml><?xml version="1.0" encoding="utf-8"?>
<p:sld xmlns:p="http://schemas.openxmlformats.org/presentationml/2006/main">
  <p:cSld>
    <p:spTree>
      <p:nvGrpSpPr>
        <p:cNvPr id="1" name=""/>
        <p:cNvGrpSpPr/>
        <p:nvPr/>
      </p:nvGrpSpPr>
      <p:grpSpPr>
        <a:xfrm xmlns:a="http://schemas.openxmlformats.org/drawingml/2006/main"/>
      </p:grpSpPr>
      <p:sp>
        <p:nvSpPr>
          <p:cNvPr id="4" name="Subtitle 3">
            <a:extLst xmlns:a="http://schemas.openxmlformats.org/drawingml/2006/main">
              <a:ext uri="{FF2B5EF4-FFF2-40B4-BE49-F238E27FC236}">
                <a16:creationId xmlns:a16="http://schemas.microsoft.com/office/drawing/2014/main" id="{A05E1332-ECAC-404D-AF06-3B8D5D0E426F}"/>
              </a:ext>
            </a:extLst>
          </p:cNvPr>
          <p:cNvSpPr>
            <a:spLocks xmlns:a="http://schemas.openxmlformats.org/drawingml/2006/main" noGrp="1"/>
          </p:cNvSpPr>
          <p:nvPr>
            <p:ph type="subTitle" idx="1"/>
          </p:nvPr>
        </p:nvSpPr>
        <p:spPr>
          <a:xfrm xmlns:a="http://schemas.openxmlformats.org/drawingml/2006/main">
            <a:off x="5762625" y="3714750"/>
            <a:ext cx="6000750" cy="1123950"/>
          </a:xfrm>
        </p:spPr>
        <p:txBody>
          <a:bodyPr xmlns:a="http://schemas.openxmlformats.org/drawingml/2006/main" wrap="square" lIns="0" tIns="0" rIns="0" bIns="0" anchor="ctr">
            <a:noAutofit/>
          </a:bodyPr>
          <a:lstStyle xmlns:a="http://schemas.openxmlformats.org/drawingml/2006/main">
            <a:defPPr algn="l">
              <a:defRPr sz="3600" b="1">
                <a:solidFill>
                  <a:srgbClr val="FFFFFF"/>
                </a:solidFill>
                <a:latin typeface="Arial"/>
                <a:ea typeface="Arial"/>
                <a:cs typeface="Arial"/>
              </a:defRPr>
            </a:defPPr>
          </a:lstStyle>
          <a:p xmlns:a="http://schemas.openxmlformats.org/drawingml/2006/main">
            <a:pPr algn="l">
              <a:buNone/>
              <a:defRPr sz="3600" b="1">
                <a:solidFill>
                  <a:srgbClr val="FFFFFF"/>
                </a:solidFill>
                <a:latin typeface="Arial"/>
                <a:ea typeface="Arial"/>
                <a:cs typeface="Arial"/>
              </a:defRPr>
            </a:pPr>
            <a:r>
              <a:rPr sz="3600" b="1">
                <a:solidFill>
                  <a:srgbClr val="FFFFFF"/>
                </a:solidFill>
                <a:latin typeface="Arial"/>
                <a:ea typeface="Arial"/>
                <a:cs typeface="Arial"/>
              </a:rPr>
              <a:t>HUMANOID</a:t>
            </a:r>
            <a:endParaRPr/>
          </a:p>
          <a:p xmlns:a="http://schemas.openxmlformats.org/drawingml/2006/main">
            <a:pPr algn="l">
              <a:buNone/>
              <a:defRPr sz="3600" b="1">
                <a:solidFill>
                  <a:srgbClr val="FFFFFF"/>
                </a:solidFill>
                <a:latin typeface="Arial"/>
                <a:ea typeface="Arial"/>
                <a:cs typeface="Arial"/>
              </a:defRPr>
            </a:pPr>
            <a:r>
              <a:rPr sz="3600" b="1">
                <a:solidFill>
                  <a:srgbClr val="FFFFFF"/>
                </a:solidFill>
                <a:latin typeface="Arial"/>
                <a:ea typeface="Arial"/>
                <a:cs typeface="Arial"/>
              </a:rPr>
              <a:t>DATA FLYWHEEL</a:t>
            </a:r>
            <a:endParaRPr/>
          </a:p>
        </p:txBody>
      </p:sp>
      <p:sp>
        <p:nvSpPr>
          <p:cNvPr id="5" name="pitch-text-1">
            <a:extLst xmlns:a="http://schemas.openxmlformats.org/drawingml/2006/main">
              <a:ext uri="{FF2B5EF4-FFF2-40B4-BE49-F238E27FC236}">
                <a16:creationId xmlns:a16="http://schemas.microsoft.com/office/drawing/2014/main" id="{6D5F9FC1-5528-4A06-BC67-9DF7420B0B14}"/>
              </a:ext>
            </a:extLst>
          </p:cNvPr>
          <p:cNvSpPr>
            <a:spLocks xmlns:a="http://schemas.openxmlformats.org/drawingml/2006/main" noGrp="1"/>
          </p:cNvSpPr>
          <p:nvPr/>
        </p:nvSpPr>
        <p:spPr>
          <a:xfrm xmlns:a="http://schemas.openxmlformats.org/drawingml/2006/main">
            <a:off x="5762625" y="5029200"/>
            <a:ext cx="59436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2025" b="0">
                <a:solidFill>
                  <a:srgbClr val="FFFFFF"/>
                </a:solidFill>
                <a:latin typeface="Arial"/>
                <a:ea typeface="Arial"/>
                <a:cs typeface="Arial"/>
              </a:defRPr>
            </a:defPPr>
          </a:lstStyle>
          <a:p xmlns:a="http://schemas.openxmlformats.org/drawingml/2006/main">
            <a:pPr algn="l">
              <a:buNone/>
              <a:defRPr sz="2025" b="0">
                <a:solidFill>
                  <a:srgbClr val="FFFFFF"/>
                </a:solidFill>
                <a:latin typeface="Arial"/>
                <a:ea typeface="Arial"/>
                <a:cs typeface="Arial"/>
              </a:defRPr>
            </a:pPr>
            <a:r>
              <a:rPr sz="2025" b="0">
                <a:solidFill>
                  <a:srgbClr val="FFFFFF"/>
                </a:solidFill>
                <a:latin typeface="Arial"/>
                <a:ea typeface="Arial"/>
                <a:cs typeface="Arial"/>
              </a:rPr>
              <a:t>Chọn dữ liệu cần bổ sung sau mỗi lỗi robot</a:t>
            </a:r>
          </a:p>
        </p:txBody>
      </p:sp>
      <p:sp>
        <p:nvSpPr>
          <p:cNvPr id="6" name="pitch-text-2">
            <a:extLst xmlns:a="http://schemas.openxmlformats.org/drawingml/2006/main">
              <a:ext uri="{FF2B5EF4-FFF2-40B4-BE49-F238E27FC236}">
                <a16:creationId xmlns:a16="http://schemas.microsoft.com/office/drawing/2014/main" id="{D39F269F-FFD4-4D3F-B33A-93FF2A3090DD}"/>
              </a:ext>
            </a:extLst>
          </p:cNvPr>
          <p:cNvSpPr>
            <a:spLocks xmlns:a="http://schemas.openxmlformats.org/drawingml/2006/main" noGrp="1"/>
          </p:cNvSpPr>
          <p:nvPr/>
        </p:nvSpPr>
        <p:spPr>
          <a:xfrm xmlns:a="http://schemas.openxmlformats.org/drawingml/2006/main">
            <a:off x="5762625" y="6019800"/>
            <a:ext cx="60007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575" b="1">
                <a:solidFill>
                  <a:srgbClr val="FFFFFF"/>
                </a:solidFill>
                <a:latin typeface="Arial"/>
                <a:ea typeface="Arial"/>
                <a:cs typeface="Arial"/>
              </a:defRPr>
            </a:defPPr>
          </a:lstStyle>
          <a:p xmlns:a="http://schemas.openxmlformats.org/drawingml/2006/main">
            <a:pPr algn="l">
              <a:buNone/>
              <a:defRPr sz="1575" b="1">
                <a:solidFill>
                  <a:srgbClr val="FFFFFF"/>
                </a:solidFill>
                <a:latin typeface="Arial"/>
                <a:ea typeface="Arial"/>
                <a:cs typeface="Arial"/>
              </a:defRPr>
            </a:pPr>
            <a:r>
              <a:rPr sz="1575" b="1">
                <a:solidFill>
                  <a:srgbClr val="FFFFFF"/>
                </a:solidFill>
                <a:latin typeface="Arial"/>
                <a:ea typeface="Arial"/>
                <a:cs typeface="Arial"/>
              </a:rPr>
              <a:t>Đội ilovephysicalintelligence</a:t>
            </a:r>
          </a:p>
        </p:txBody>
      </p:sp>
    </p:spTree>
    <p:extLst>
      <p:ext uri="{BB962C8B-B14F-4D97-AF65-F5344CB8AC3E}">
        <p14:creationId xmlns:p14="http://schemas.microsoft.com/office/powerpoint/2010/main" val="3472589585"/>
      </p:ext>
    </p:extLst>
  </p:cSld>
</p:sld>
</file>

<file path=ppt/slides/slide2.xml><?xml version="1.0" encoding="utf-8"?>
<p:sld xmlns:p="http://schemas.openxmlformats.org/presentationml/2006/main">
  <p:cSld>
    <p:spTree>
      <p:nvGrpSpPr>
        <p:cNvPr id="1" name=""/>
        <p:cNvGrpSpPr/>
        <p:nvPr/>
      </p:nvGrpSpPr>
      <p:grpSpPr>
        <a:xfrm xmlns:a="http://schemas.openxmlformats.org/drawingml/2006/main"/>
      </p:grpSpPr>
      <p:pic>
        <p:nvPicPr>
          <p:cNvPr id="7" name="Picture 6">
            <a:extLst xmlns:a="http://schemas.openxmlformats.org/drawingml/2006/main">
              <a:ext uri="{FF2B5EF4-FFF2-40B4-BE49-F238E27FC236}">
                <a16:creationId xmlns:a16="http://schemas.microsoft.com/office/drawing/2014/main" id="{C1EAE64A-094A-4EA6-9B70-29E92F0302C1}"/>
              </a:ext>
            </a:extLst>
          </p:cNvPr>
          <p:cNvPicPr>
            <a:picLocks xmlns:a="http://schemas.openxmlformats.org/drawingml/2006/main" noChangeAspect="1"/>
          </p:cNvPicPr>
          <p:nvPr/>
        </p:nvPicPr>
        <p:blipFill>
          <a:blip xmlns:r="http://schemas.openxmlformats.org/officeDocument/2006/relationships" xmlns:a="http://schemas.openxmlformats.org/drawingml/2006/main" r:embed="Rcafeecf1384b4778"/>
          <a:srcRect xmlns:a="http://schemas.openxmlformats.org/drawingml/2006/main" l="0" t="32804" r="0" b="51587"/>
          <a:stretch xmlns:a="http://schemas.openxmlformats.org/drawingml/2006/main">
            <a:fillRect l="0" t="0" r="0" b="0"/>
          </a:stretch>
        </p:blipFill>
        <p:spPr>
          <a:xfrm xmlns:a="http://schemas.openxmlformats.org/drawingml/2006/main">
            <a:off x="0" y="5987142"/>
            <a:ext cx="12191999" cy="870861"/>
          </a:xfrm>
          <a:prstGeom xmlns:a="http://schemas.openxmlformats.org/drawingml/2006/main" prst="rect">
            <a:avLst/>
          </a:prstGeom>
        </p:spPr>
      </p:pic>
      <p:pic>
        <p:nvPicPr>
          <p:cNvPr id="2" name="Image 0">
            <a:extLst xmlns:a="http://schemas.openxmlformats.org/drawingml/2006/main">
              <a:ext uri="{FF2B5EF4-FFF2-40B4-BE49-F238E27FC236}">
                <a16:creationId xmlns:a16="http://schemas.microsoft.com/office/drawing/2014/main" id="{F40A92E6-F4FC-4DF1-904B-27EF9E8E676A}"/>
              </a:ext>
            </a:extLst>
          </p:cNvPr>
          <p:cNvPicPr>
            <a:picLocks xmlns:a="http://schemas.openxmlformats.org/drawingml/2006/main" noChangeAspect="1"/>
          </p:cNvPicPr>
          <p:nvPr/>
        </p:nvPicPr>
        <p:blipFill>
          <a:blip xmlns:r="http://schemas.openxmlformats.org/officeDocument/2006/relationships" xmlns:a="http://schemas.openxmlformats.org/drawingml/2006/main" r:embed="R85670e207b50400c"/>
          <a:stretch xmlns:a="http://schemas.openxmlformats.org/drawingml/2006/main">
            <a:fillRect l="0" t="0" r="0" b="0"/>
          </a:stretch>
        </p:blipFill>
        <p:spPr>
          <a:xfrm xmlns:a="http://schemas.openxmlformats.org/drawingml/2006/main">
            <a:off x="0" y="0"/>
            <a:ext cx="12191695" cy="868680"/>
          </a:xfrm>
          <a:prstGeom xmlns:a="http://schemas.openxmlformats.org/drawingml/2006/main" prst="rect">
            <a:avLst/>
          </a:prstGeom>
        </p:spPr>
      </p:pic>
      <p:pic>
        <p:nvPicPr>
          <p:cNvPr id="3" name="Image 1">
            <a:extLst xmlns:a="http://schemas.openxmlformats.org/drawingml/2006/main">
              <a:ext uri="{FF2B5EF4-FFF2-40B4-BE49-F238E27FC236}">
                <a16:creationId xmlns:a16="http://schemas.microsoft.com/office/drawing/2014/main" id="{83A0D2DA-D85D-484A-BCDC-EA687993072E}"/>
              </a:ext>
            </a:extLst>
          </p:cNvPr>
          <p:cNvPicPr>
            <a:picLocks xmlns:a="http://schemas.openxmlformats.org/drawingml/2006/main" noChangeAspect="1"/>
          </p:cNvPicPr>
          <p:nvPr/>
        </p:nvPicPr>
        <p:blipFill>
          <a:blip xmlns:r="http://schemas.openxmlformats.org/officeDocument/2006/relationships" xmlns:a="http://schemas.openxmlformats.org/drawingml/2006/main" r:embed="R04a9248af9134a59"/>
          <a:stretch xmlns:a="http://schemas.openxmlformats.org/drawingml/2006/main">
            <a:fillRect l="0" t="0" r="0" b="0"/>
          </a:stretch>
        </p:blipFill>
        <p:spPr>
          <a:xfrm xmlns:a="http://schemas.openxmlformats.org/drawingml/2006/main">
            <a:off x="292608" y="210312"/>
            <a:ext cx="2423160" cy="603504"/>
          </a:xfrm>
          <a:prstGeom xmlns:a="http://schemas.openxmlformats.org/drawingml/2006/main" prst="rect">
            <a:avLst/>
          </a:prstGeom>
        </p:spPr>
      </p:pic>
      <p:sp>
        <p:nvSpPr>
          <p:cNvPr id="4" name="Text 0">
            <a:extLst xmlns:a="http://schemas.openxmlformats.org/drawingml/2006/main">
              <a:ext uri="{FF2B5EF4-FFF2-40B4-BE49-F238E27FC236}">
                <a16:creationId xmlns:a16="http://schemas.microsoft.com/office/drawing/2014/main" id="{5645AEDC-8101-4EE8-8E6E-4B27C1B36C50}"/>
              </a:ext>
            </a:extLst>
          </p:cNvPr>
          <p:cNvSpPr>
            <a:spLocks xmlns:a="http://schemas.openxmlformats.org/drawingml/2006/main" noGrp="1"/>
          </p:cNvSpPr>
          <p:nvPr/>
        </p:nvSpPr>
        <p:spPr>
          <a:xfrm xmlns:a="http://schemas.openxmlformats.org/drawingml/2006/main">
            <a:off x="2971800" y="228600"/>
            <a:ext cx="630936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a:bodyPr>
          <a:lstStyle xmlns:a="http://schemas.openxmlformats.org/drawingml/2006/main"/>
          <a:p xmlns:a="http://schemas.openxmlformats.org/drawingml/2006/main">
            <a:pPr marL="0" indent="0" algn="ctr">
              <a:buNone/>
            </a:pPr>
            <a:r>
              <a:rPr sz="1800" b="1">
                <a:solidFill>
                  <a:srgbClr val="FFFFFF"/>
                </a:solidFill>
                <a:latin typeface="Arial"/>
                <a:ea typeface="Arial"/>
                <a:cs typeface="Arial"/>
              </a:rPr>
              <a:t>CHECKLIST TỰ ĐÁNH GIÁ TRƯỚC KHI NỘP</a:t>
            </a:r>
            <a:endParaRPr sz="1800"/>
          </a:p>
        </p:txBody>
      </p:sp>
      <p:sp>
        <p:nvSpPr>
          <p:cNvPr id="31" name="Shape 27">
            <a:extLst xmlns:a="http://schemas.openxmlformats.org/drawingml/2006/main">
              <a:ext uri="{FF2B5EF4-FFF2-40B4-BE49-F238E27FC236}">
                <a16:creationId xmlns:a16="http://schemas.microsoft.com/office/drawing/2014/main" id="{B22C9834-A656-4739-9FB5-34EE19FCB9DC}"/>
              </a:ext>
            </a:extLst>
          </p:cNvPr>
          <p:cNvSpPr>
            <a:spLocks xmlns:a="http://schemas.openxmlformats.org/drawingml/2006/main" noGrp="1"/>
          </p:cNvSpPr>
          <p:nvPr/>
        </p:nvSpPr>
        <p:spPr>
          <a:xfrm xmlns:a="http://schemas.openxmlformats.org/drawingml/2006/main">
            <a:off x="270630" y="5869214"/>
            <a:ext cx="10424160" cy="731520"/>
          </a:xfrm>
          <a:prstGeom xmlns:a="http://schemas.openxmlformats.org/drawingml/2006/main" prst="roundRect">
            <a:avLst>
              <a:gd name="adj" fmla="val 10000"/>
            </a:avLst>
          </a:prstGeom>
          <a:noFill xmlns:a="http://schemas.openxmlformats.org/drawingml/2006/main"/>
          <a:ln xmlns:a="http://schemas.openxmlformats.org/drawingml/2006/main" w="10160">
            <a:noFill/>
            <a:prstDash val="solid"/>
          </a:ln>
        </p:spPr>
        <p:txBody>
          <a:bodyPr xmlns:a="http://schemas.openxmlformats.org/drawingml/2006/main"/>
          <a:lstStyle xmlns:a="http://schemas.openxmlformats.org/drawingml/2006/main"/>
          <a:p xmlns:a="http://schemas.openxmlformats.org/drawingml/2006/main">
            <a:endParaRPr/>
          </a:p>
        </p:txBody>
      </p:sp>
      <p:sp>
        <p:nvSpPr>
          <p:cNvPr id="33" name="Text 29">
            <a:extLst xmlns:a="http://schemas.openxmlformats.org/drawingml/2006/main">
              <a:ext uri="{FF2B5EF4-FFF2-40B4-BE49-F238E27FC236}">
                <a16:creationId xmlns:a16="http://schemas.microsoft.com/office/drawing/2014/main" id="{D7E72276-2305-42E5-8542-C47A23EAE81A}"/>
              </a:ext>
            </a:extLst>
          </p:cNvPr>
          <p:cNvSpPr>
            <a:spLocks xmlns:a="http://schemas.openxmlformats.org/drawingml/2006/main" noGrp="1"/>
          </p:cNvSpPr>
          <p:nvPr/>
        </p:nvSpPr>
        <p:spPr>
          <a:xfrm xmlns:a="http://schemas.openxmlformats.org/drawingml/2006/main">
            <a:off x="499230" y="6024662"/>
            <a:ext cx="1001268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00" b="1">
                <a:solidFill>
                  <a:schemeClr val="bg1"/>
                </a:solidFill>
                <a:latin typeface="Arial"/>
                <a:ea typeface="Arial"/>
                <a:cs typeface="Arial"/>
              </a:rPr>
              <a:t>Final pitch message</a:t>
            </a:r>
            <a:endParaRPr sz="1100">
              <a:solidFill>
                <a:schemeClr val="bg1"/>
              </a:solidFill>
              <a:latin typeface="Arial"/>
              <a:ea typeface="Arial"/>
              <a:cs typeface="Arial"/>
            </a:endParaRPr>
          </a:p>
        </p:txBody>
      </p:sp>
      <p:sp>
        <p:nvSpPr>
          <p:cNvPr id="34" name="Text 30">
            <a:extLst xmlns:a="http://schemas.openxmlformats.org/drawingml/2006/main">
              <a:ext uri="{FF2B5EF4-FFF2-40B4-BE49-F238E27FC236}">
                <a16:creationId xmlns:a16="http://schemas.microsoft.com/office/drawing/2014/main" id="{0CB558AD-F813-4DBE-9972-A06951BFA792}"/>
              </a:ext>
            </a:extLst>
          </p:cNvPr>
          <p:cNvSpPr>
            <a:spLocks xmlns:a="http://schemas.openxmlformats.org/drawingml/2006/main" noGrp="1"/>
          </p:cNvSpPr>
          <p:nvPr/>
        </p:nvSpPr>
        <p:spPr>
          <a:xfrm xmlns:a="http://schemas.openxmlformats.org/drawingml/2006/main">
            <a:off x="495300" y="6286500"/>
            <a:ext cx="11049000" cy="2095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square" lIns="0" tIns="0" rIns="0" bIns="0" anchor="ctr">
            <a:noAutofit/>
          </a:bodyPr>
          <a:lstStyle xmlns:a="http://schemas.openxmlformats.org/drawingml/2006/main">
            <a:defPPr algn="l">
              <a:defRPr sz="1050" b="0">
                <a:solidFill>
                  <a:srgbClr val="FFFFFF"/>
                </a:solidFill>
                <a:latin typeface="Arial"/>
                <a:ea typeface="Arial"/>
                <a:cs typeface="Arial"/>
              </a:defRPr>
            </a:defPPr>
          </a:lstStyle>
          <a:p xmlns:a="http://schemas.openxmlformats.org/drawingml/2006/main">
            <a:pPr marL="0" indent="0" algn="l">
              <a:buNone/>
              <a:defRPr sz="1050" b="0">
                <a:solidFill>
                  <a:srgbClr val="FFFFFF"/>
                </a:solidFill>
                <a:latin typeface="Arial"/>
                <a:ea typeface="Arial"/>
                <a:cs typeface="Arial"/>
              </a:defRPr>
            </a:pPr>
            <a:r>
              <a:rPr sz="1050" b="0">
                <a:solidFill>
                  <a:srgbClr val="FFFFFF"/>
                </a:solidFill>
                <a:latin typeface="Arial"/>
                <a:ea typeface="Arial"/>
                <a:cs typeface="Arial"/>
              </a:rPr>
              <a:t>Giảm công dạy humanoid làm việc tại DENSO, tích lũy dữ liệu và kỹ năng qua từng công đoạn.</a:t>
            </a:r>
            <a:endParaRPr sz="950">
              <a:solidFill>
                <a:schemeClr val="bg1"/>
              </a:solidFill>
              <a:latin typeface="Arial"/>
              <a:ea typeface="Arial"/>
              <a:cs typeface="Arial"/>
            </a:endParaRPr>
          </a:p>
        </p:txBody>
      </p:sp>
      <p:sp>
        <p:nvSpPr>
          <p:cNvPr id="35" name="Shape 31">
            <a:extLst xmlns:a="http://schemas.openxmlformats.org/drawingml/2006/main">
              <a:ext uri="{FF2B5EF4-FFF2-40B4-BE49-F238E27FC236}">
                <a16:creationId xmlns:a16="http://schemas.microsoft.com/office/drawing/2014/main" id="{37115097-4570-41C0-A0BD-A198A580F9EB}"/>
              </a:ext>
            </a:extLst>
          </p:cNvPr>
          <p:cNvSpPr>
            <a:spLocks xmlns:a="http://schemas.openxmlformats.org/drawingml/2006/main" noGrp="1"/>
          </p:cNvSpPr>
          <p:nvPr/>
        </p:nvSpPr>
        <p:spPr>
          <a:xfrm xmlns:a="http://schemas.openxmlformats.org/drawingml/2006/main">
            <a:off x="411480" y="6455664"/>
            <a:ext cx="11384280" cy="0"/>
          </a:xfrm>
          <a:prstGeom xmlns:a="http://schemas.openxmlformats.org/drawingml/2006/main" prst="line">
            <a:avLst/>
          </a:prstGeom>
          <a:noFill xmlns:a="http://schemas.openxmlformats.org/drawingml/2006/main"/>
          <a:ln xmlns:a="http://schemas.openxmlformats.org/drawingml/2006/main" w="8890">
            <a:solidFill>
              <a:srgbClr val="D9E2EC"/>
            </a:solidFill>
            <a:prstDash val="solid"/>
          </a:ln>
        </p:spPr>
        <p:txBody>
          <a:bodyPr xmlns:a="http://schemas.openxmlformats.org/drawingml/2006/main"/>
          <a:lstStyle xmlns:a="http://schemas.openxmlformats.org/drawingml/2006/main"/>
          <a:p xmlns:a="http://schemas.openxmlformats.org/drawingml/2006/main">
            <a:endParaRPr/>
          </a:p>
        </p:txBody>
      </p:sp>
      <p:sp>
        <p:nvSpPr>
          <p:cNvPr id="36" name="Text 32">
            <a:extLst xmlns:a="http://schemas.openxmlformats.org/drawingml/2006/main">
              <a:ext uri="{FF2B5EF4-FFF2-40B4-BE49-F238E27FC236}">
                <a16:creationId xmlns:a16="http://schemas.microsoft.com/office/drawing/2014/main" id="{B54E3823-8511-4EBD-8EB9-EEA4CC716FF2}"/>
              </a:ext>
            </a:extLst>
          </p:cNvPr>
          <p:cNvSpPr>
            <a:spLocks xmlns:a="http://schemas.openxmlformats.org/drawingml/2006/main" noGrp="1"/>
          </p:cNvSpPr>
          <p:nvPr/>
        </p:nvSpPr>
        <p:spPr>
          <a:xfrm xmlns:a="http://schemas.openxmlformats.org/drawingml/2006/main">
            <a:off x="457200" y="6556248"/>
            <a:ext cx="7772400" cy="16459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720">
                <a:solidFill>
                  <a:srgbClr val="7A869A"/>
                </a:solidFill>
                <a:latin typeface="Arial"/>
                <a:ea typeface="Arial"/>
                <a:cs typeface="Arial"/>
              </a:rPr>
              <a:t>DENSO Factory Hacks 2026  |  Submission Template</a:t>
            </a:r>
            <a:endParaRPr sz="720"/>
          </a:p>
        </p:txBody>
      </p:sp>
      <p:graphicFrame>
        <p:nvGraphicFramePr>
          <p:cNvPr id="41" name="Table 40">
            <a:extLst xmlns:a="http://schemas.openxmlformats.org/drawingml/2006/main">
              <a:ext uri="{FF2B5EF4-FFF2-40B4-BE49-F238E27FC236}">
                <a16:creationId xmlns:a16="http://schemas.microsoft.com/office/drawing/2014/main" id="{D3DC5761-609B-48F3-A45B-4D4B1138A7E9}"/>
              </a:ext>
            </a:extLst>
          </p:cNvPr>
          <p:cNvGraphicFramePr/>
          <p:nvPr/>
        </p:nvGraphicFramePr>
        <p:xfrm>
          <a:off xmlns:a="http://schemas.openxmlformats.org/drawingml/2006/main" x="533400" y="2181225"/>
          <a:ext xmlns:a="http://schemas.openxmlformats.org/drawingml/2006/main" cx="10991850" cy="3724275"/>
        </p:xfrm>
        <a:graphic xmlns:a="http://schemas.openxmlformats.org/drawingml/2006/main">
          <a:graphicData uri="http://schemas.openxmlformats.org/drawingml/2006/table">
            <a:tbl>
              <a:tblPr firstRow="1" bandRow="1">
                <a:tableStyleId>{5C22544A-7EE6-4342-B048-85BDC9FD1C3A}</a:tableStyleId>
              </a:tblPr>
              <a:tblGrid>
                <a:gridCol w="3810000"/>
                <a:gridCol w="7181850"/>
              </a:tblGrid>
              <a:tr h="266700">
                <a:tc>
                  <a:txBody>
                    <a:bodyPr/>
                    <a:lstStyle/>
                    <a:p>
                      <a:pPr marL="0" marR="0" lvl="0" indent="0" algn="ctr" defTabSz="914400">
                        <a:lnSpc>
                          <a:spcPct val="100000"/>
                        </a:lnSpc>
                        <a:spcBef>
                          <a:spcPts val="0"/>
                        </a:spcBef>
                        <a:spcAft>
                          <a:spcPts val="0"/>
                        </a:spcAft>
                        <a:buClrTx/>
                        <a:buSzTx/>
                        <a:buFontTx/>
                        <a:buNone/>
                      </a:pPr>
                      <a:r>
                        <a:rPr sz="1100" b="1">
                          <a:solidFill>
                            <a:schemeClr val="bg1"/>
                          </a:solidFill>
                          <a:latin typeface="Segoe UI"/>
                          <a:ea typeface="Segoe UI"/>
                          <a:cs typeface="Segoe UI"/>
                        </a:rPr>
                        <a:t>CÂU HỎI</a:t>
                      </a:r>
                    </a:p>
                  </a:txBody>
                  <a:tcPr marL="85725" marR="85725" marT="38100" marB="38100" anchor="ctr">
                    <a:lnB w="12700">
                      <a:solidFill>
                        <a:schemeClr val="tx1"/>
                      </a:solidFill>
                    </a:lnB>
                    <a:solidFill>
                      <a:schemeClr val="accent5">
                        <a:lumMod val="50000"/>
                      </a:schemeClr>
                    </a:solidFill>
                  </a:tcPr>
                </a:tc>
                <a:tc>
                  <a:txBody>
                    <a:bodyPr/>
                    <a:lstStyle/>
                    <a:p>
                      <a:pPr marL="0" marR="0" lvl="0" indent="0" algn="ctr" defTabSz="914400">
                        <a:lnSpc>
                          <a:spcPct val="100000"/>
                        </a:lnSpc>
                        <a:spcBef>
                          <a:spcPts val="0"/>
                        </a:spcBef>
                        <a:spcAft>
                          <a:spcPts val="0"/>
                        </a:spcAft>
                        <a:buClrTx/>
                        <a:buSzTx/>
                        <a:buFontTx/>
                        <a:buNone/>
                      </a:pPr>
                      <a:r>
                        <a:rPr sz="1100" b="1">
                          <a:solidFill>
                            <a:schemeClr val="bg1"/>
                          </a:solidFill>
                          <a:latin typeface="Segoe UI"/>
                          <a:ea typeface="Segoe UI"/>
                          <a:cs typeface="Segoe UI"/>
                        </a:rPr>
                        <a:t>TRẢ LỜI</a:t>
                      </a:r>
                    </a:p>
                  </a:txBody>
                  <a:tcPr marL="85725" marR="85725" marT="38100" marB="38100" anchor="ctr">
                    <a:lnB w="12700">
                      <a:solidFill>
                        <a:schemeClr val="tx1"/>
                      </a:solidFill>
                    </a:lnB>
                    <a:solidFill>
                      <a:schemeClr val="accent5">
                        <a:lumMod val="50000"/>
                      </a:schemeClr>
                    </a:solidFill>
                  </a:tcPr>
                </a:tc>
              </a:tr>
              <a:tr h="571500">
                <a:tc>
                  <a:txBody>
                    <a:bodyPr wrap="square">
                      <a:noAutofit/>
                    </a:bodyPr>
                    <a:lstStyle/>
                    <a:p>
                      <a:pPr algn="l">
                        <a:lnSpc>
                          <a:spcPts val="1500"/>
                        </a:lnSpc>
                        <a:buNone/>
                      </a:pPr>
                      <a:r>
                        <a:rPr sz="1163" b="0" i="0">
                          <a:solidFill>
                            <a:srgbClr val="000000"/>
                          </a:solidFill>
                          <a:latin typeface="Arial"/>
                          <a:ea typeface="Arial"/>
                          <a:cs typeface="Arial"/>
                        </a:rPr>
                        <a:t>1. </a:t>
                      </a:r>
                      <a:r>
                        <a:rPr sz="1163" b="0" i="0">
                          <a:solidFill>
                            <a:srgbClr val="000000"/>
                          </a:solidFill>
                          <a:latin typeface="Arial"/>
                          <a:ea typeface="Arial"/>
                          <a:cs typeface="Arial"/>
                        </a:rPr>
                        <a:t>Trình</a:t>
                      </a:r>
                      <a:r>
                        <a:rPr sz="1163" b="0" i="0">
                          <a:solidFill>
                            <a:srgbClr val="000000"/>
                          </a:solidFill>
                          <a:latin typeface="Arial"/>
                          <a:ea typeface="Arial"/>
                          <a:cs typeface="Arial"/>
                        </a:rPr>
                        <a:t> </a:t>
                      </a:r>
                      <a:r>
                        <a:rPr sz="1163" b="0" i="0">
                          <a:solidFill>
                            <a:srgbClr val="000000"/>
                          </a:solidFill>
                          <a:latin typeface="Arial"/>
                          <a:ea typeface="Arial"/>
                          <a:cs typeface="Arial"/>
                        </a:rPr>
                        <a:t>bày</a:t>
                      </a:r>
                      <a:r>
                        <a:rPr sz="1163" b="0" i="0">
                          <a:solidFill>
                            <a:srgbClr val="000000"/>
                          </a:solidFill>
                          <a:latin typeface="Arial"/>
                          <a:ea typeface="Arial"/>
                          <a:cs typeface="Arial"/>
                        </a:rPr>
                        <a:t> </a:t>
                      </a:r>
                      <a:r>
                        <a:rPr sz="1163" b="0" i="0">
                          <a:solidFill>
                            <a:srgbClr val="000000"/>
                          </a:solidFill>
                          <a:latin typeface="Arial"/>
                          <a:ea typeface="Arial"/>
                          <a:cs typeface="Arial"/>
                        </a:rPr>
                        <a:t>điểm</a:t>
                      </a:r>
                      <a:r>
                        <a:rPr sz="1163" b="0" i="0">
                          <a:solidFill>
                            <a:srgbClr val="000000"/>
                          </a:solidFill>
                          <a:latin typeface="Arial"/>
                          <a:ea typeface="Arial"/>
                          <a:cs typeface="Arial"/>
                        </a:rPr>
                        <a:t> </a:t>
                      </a:r>
                      <a:r>
                        <a:rPr sz="1163" b="0" i="0">
                          <a:solidFill>
                            <a:srgbClr val="000000"/>
                          </a:solidFill>
                          <a:latin typeface="Arial"/>
                          <a:ea typeface="Arial"/>
                          <a:cs typeface="Arial"/>
                        </a:rPr>
                        <a:t>mới</a:t>
                      </a:r>
                      <a:r>
                        <a:rPr sz="1163" b="0" i="0">
                          <a:solidFill>
                            <a:srgbClr val="000000"/>
                          </a:solidFill>
                          <a:latin typeface="Arial"/>
                          <a:ea typeface="Arial"/>
                          <a:cs typeface="Arial"/>
                        </a:rPr>
                        <a:t>, </a:t>
                      </a:r>
                      <a:r>
                        <a:rPr sz="1163" b="0" i="0">
                          <a:solidFill>
                            <a:srgbClr val="000000"/>
                          </a:solidFill>
                          <a:latin typeface="Arial"/>
                          <a:ea typeface="Arial"/>
                          <a:cs typeface="Arial"/>
                        </a:rPr>
                        <a:t>đột</a:t>
                      </a:r>
                      <a:r>
                        <a:rPr sz="1163" b="0" i="0">
                          <a:solidFill>
                            <a:srgbClr val="000000"/>
                          </a:solidFill>
                          <a:latin typeface="Arial"/>
                          <a:ea typeface="Arial"/>
                          <a:cs typeface="Arial"/>
                        </a:rPr>
                        <a:t> </a:t>
                      </a:r>
                      <a:r>
                        <a:rPr sz="1163" b="0" i="0">
                          <a:solidFill>
                            <a:srgbClr val="000000"/>
                          </a:solidFill>
                          <a:latin typeface="Arial"/>
                          <a:ea typeface="Arial"/>
                          <a:cs typeface="Arial"/>
                        </a:rPr>
                        <a:t>phá</a:t>
                      </a:r>
                      <a:r>
                        <a:rPr sz="1163" b="0" i="0">
                          <a:solidFill>
                            <a:srgbClr val="000000"/>
                          </a:solidFill>
                          <a:latin typeface="Arial"/>
                          <a:ea typeface="Arial"/>
                          <a:cs typeface="Arial"/>
                        </a:rPr>
                        <a:t> so </a:t>
                      </a:r>
                      <a:r>
                        <a:rPr sz="1163" b="0" i="0">
                          <a:solidFill>
                            <a:srgbClr val="000000"/>
                          </a:solidFill>
                          <a:latin typeface="Arial"/>
                          <a:ea typeface="Arial"/>
                          <a:cs typeface="Arial"/>
                        </a:rPr>
                        <a:t>với</a:t>
                      </a:r>
                      <a:r>
                        <a:rPr sz="1163" b="0" i="0">
                          <a:solidFill>
                            <a:srgbClr val="000000"/>
                          </a:solidFill>
                          <a:latin typeface="Arial"/>
                          <a:ea typeface="Arial"/>
                          <a:cs typeface="Arial"/>
                        </a:rPr>
                        <a:t> </a:t>
                      </a:r>
                      <a:r>
                        <a:rPr sz="1163" b="0" i="0">
                          <a:solidFill>
                            <a:srgbClr val="000000"/>
                          </a:solidFill>
                          <a:latin typeface="Arial"/>
                          <a:ea typeface="Arial"/>
                          <a:cs typeface="Arial"/>
                        </a:rPr>
                        <a:t>các</a:t>
                      </a:r>
                      <a:r>
                        <a:rPr sz="1163" b="0" i="0">
                          <a:solidFill>
                            <a:srgbClr val="000000"/>
                          </a:solidFill>
                          <a:latin typeface="Arial"/>
                          <a:ea typeface="Arial"/>
                          <a:cs typeface="Arial"/>
                        </a:rPr>
                        <a:t> </a:t>
                      </a:r>
                      <a:r>
                        <a:rPr sz="1163" b="0" i="0">
                          <a:solidFill>
                            <a:srgbClr val="000000"/>
                          </a:solidFill>
                          <a:latin typeface="Arial"/>
                          <a:ea typeface="Arial"/>
                          <a:cs typeface="Arial"/>
                        </a:rPr>
                        <a:t>giải</a:t>
                      </a:r>
                      <a:r>
                        <a:rPr sz="1163" b="0" i="0">
                          <a:solidFill>
                            <a:srgbClr val="000000"/>
                          </a:solidFill>
                          <a:latin typeface="Arial"/>
                          <a:ea typeface="Arial"/>
                          <a:cs typeface="Arial"/>
                        </a:rPr>
                        <a:t> </a:t>
                      </a:r>
                      <a:r>
                        <a:rPr sz="1163" b="0" i="0">
                          <a:solidFill>
                            <a:srgbClr val="000000"/>
                          </a:solidFill>
                          <a:latin typeface="Arial"/>
                          <a:ea typeface="Arial"/>
                          <a:cs typeface="Arial"/>
                        </a:rPr>
                        <a:t>pháp</a:t>
                      </a:r>
                      <a:r>
                        <a:rPr sz="1163" b="0" i="0">
                          <a:solidFill>
                            <a:srgbClr val="000000"/>
                          </a:solidFill>
                          <a:latin typeface="Arial"/>
                          <a:ea typeface="Arial"/>
                          <a:cs typeface="Arial"/>
                        </a:rPr>
                        <a:t> </a:t>
                      </a:r>
                      <a:r>
                        <a:rPr sz="1163" b="0" i="0">
                          <a:solidFill>
                            <a:srgbClr val="000000"/>
                          </a:solidFill>
                          <a:latin typeface="Arial"/>
                          <a:ea typeface="Arial"/>
                          <a:cs typeface="Arial"/>
                        </a:rPr>
                        <a:t>truyền</a:t>
                      </a:r>
                      <a:r>
                        <a:rPr sz="1163" b="0" i="0">
                          <a:solidFill>
                            <a:srgbClr val="000000"/>
                          </a:solidFill>
                          <a:latin typeface="Arial"/>
                          <a:ea typeface="Arial"/>
                          <a:cs typeface="Arial"/>
                        </a:rPr>
                        <a:t> </a:t>
                      </a:r>
                      <a:r>
                        <a:rPr sz="1163" b="0" i="0">
                          <a:solidFill>
                            <a:srgbClr val="000000"/>
                          </a:solidFill>
                          <a:latin typeface="Arial"/>
                          <a:ea typeface="Arial"/>
                          <a:cs typeface="Arial"/>
                        </a:rPr>
                        <a:t>thống</a:t>
                      </a:r>
                      <a:r>
                        <a:rPr sz="1163" b="0" i="0">
                          <a:solidFill>
                            <a:srgbClr val="000000"/>
                          </a:solidFill>
                          <a:latin typeface="Arial"/>
                          <a:ea typeface="Arial"/>
                          <a:cs typeface="Arial"/>
                        </a:rPr>
                        <a:t>?</a:t>
                      </a:r>
                    </a:p>
                  </a:txBody>
                  <a:tcPr marL="85725" marR="85725" marT="38100" marB="38100" anchor="ctr">
                    <a:lnL w="12700">
                      <a:solidFill>
                        <a:schemeClr val="tx1"/>
                      </a:solidFill>
                    </a:lnL>
                    <a:lnR w="12700">
                      <a:solidFill>
                        <a:schemeClr val="tx1"/>
                      </a:solidFill>
                    </a:lnR>
                    <a:lnT w="12700">
                      <a:solidFill>
                        <a:schemeClr val="tx1"/>
                      </a:solidFill>
                    </a:lnT>
                    <a:lnB w="12700">
                      <a:solidFill>
                        <a:schemeClr val="tx1"/>
                      </a:solidFill>
                    </a:lnB>
                    <a:solidFill>
                      <a:schemeClr val="bg1"/>
                    </a:solidFill>
                  </a:tcPr>
                </a:tc>
                <a:tc>
                  <a:txBody>
                    <a:bodyPr wrap="square">
                      <a:noAutofit/>
                    </a:bodyPr>
                    <a:lstStyle/>
                    <a:p>
                      <a:pPr algn="l">
                        <a:spcBef>
                          <a:spcPts val="0"/>
                        </a:spcBef>
                        <a:spcAft>
                          <a:spcPts val="0"/>
                        </a:spcAft>
                        <a:buNone/>
                      </a:pPr>
                      <a:r>
                        <a:rPr sz="1102" b="1">
                          <a:solidFill>
                            <a:srgbClr val="222C4C"/>
                          </a:solidFill>
                          <a:latin typeface="Arial"/>
                          <a:ea typeface="Arial"/>
                          <a:cs typeface="Arial"/>
                        </a:rPr>
                        <a:t>Điểm mới đề xuất: dạy humanoid theo công đoạn, tích lũy kỹ năng sau mỗi lần thử. </a:t>
                      </a:r>
                      <a:r>
                        <a:rPr sz="1102">
                          <a:solidFill>
                            <a:srgbClr val="222C4C"/>
                          </a:solidFill>
                          <a:latin typeface="Arial"/>
                          <a:ea typeface="Arial"/>
                          <a:cs typeface="Arial"/>
                        </a:rPr>
                        <a:t>So với thu teleop rồi huấn luyện lại riêng lẻ, platform kết hợp kiến thức từ video người, teleop và mô phỏng. Mỗi lỗi gắn với dữ liệu cần bổ sung, phiên bản policy và kiểm chứng chất lượng/chi phí.</a:t>
                      </a:r>
                    </a:p>
                  </a:txBody>
                  <a:tcPr marL="85725" marR="85725" marT="38100" marB="38100" anchor="ctr">
                    <a:lnL w="12700">
                      <a:solidFill>
                        <a:schemeClr val="tx1"/>
                      </a:solidFill>
                    </a:lnL>
                    <a:lnR w="12700">
                      <a:solidFill>
                        <a:schemeClr val="tx1"/>
                      </a:solidFill>
                    </a:lnR>
                    <a:lnT w="12700">
                      <a:solidFill>
                        <a:schemeClr val="tx1"/>
                      </a:solidFill>
                    </a:lnT>
                    <a:lnB w="12700">
                      <a:solidFill>
                        <a:schemeClr val="tx1"/>
                      </a:solidFill>
                    </a:lnB>
                    <a:solidFill>
                      <a:schemeClr val="bg1"/>
                    </a:solidFill>
                  </a:tcPr>
                </a:tc>
              </a:tr>
              <a:tr h="571500">
                <a:tc>
                  <a:txBody>
                    <a:bodyPr wrap="square">
                      <a:noAutofit/>
                    </a:bodyPr>
                    <a:lstStyle/>
                    <a:p>
                      <a:pPr marL="0" algn="l" defTabSz="914400">
                        <a:lnSpc>
                          <a:spcPts val="1500"/>
                        </a:lnSpc>
                        <a:buNone/>
                      </a:pPr>
                      <a:r>
                        <a:rPr sz="1163" b="0" i="0">
                          <a:solidFill>
                            <a:srgbClr val="000000"/>
                          </a:solidFill>
                          <a:latin typeface="Arial"/>
                          <a:ea typeface="Arial"/>
                          <a:cs typeface="Arial"/>
                        </a:rPr>
                        <a:t>2. </a:t>
                      </a:r>
                      <a:r>
                        <a:rPr sz="1163" b="0" i="0">
                          <a:solidFill>
                            <a:srgbClr val="000000"/>
                          </a:solidFill>
                          <a:latin typeface="Arial"/>
                          <a:ea typeface="Arial"/>
                          <a:cs typeface="Arial"/>
                        </a:rPr>
                        <a:t>Ý tưởng này đang giải quyết vấn đề gì</a:t>
                      </a:r>
                      <a:r>
                        <a:rPr sz="1163" b="0" i="0">
                          <a:solidFill>
                            <a:srgbClr val="000000"/>
                          </a:solidFill>
                          <a:latin typeface="Arial"/>
                          <a:ea typeface="Arial"/>
                          <a:cs typeface="Arial"/>
                        </a:rPr>
                        <a:t> </a:t>
                      </a:r>
                      <a:r>
                        <a:rPr sz="1163" b="0" i="0">
                          <a:solidFill>
                            <a:srgbClr val="000000"/>
                          </a:solidFill>
                          <a:latin typeface="Arial"/>
                          <a:ea typeface="Arial"/>
                          <a:cs typeface="Arial"/>
                        </a:rPr>
                        <a:t>tại</a:t>
                      </a:r>
                      <a:r>
                        <a:rPr sz="1163" b="0" i="0">
                          <a:solidFill>
                            <a:srgbClr val="000000"/>
                          </a:solidFill>
                          <a:latin typeface="Arial"/>
                          <a:ea typeface="Arial"/>
                          <a:cs typeface="Arial"/>
                        </a:rPr>
                        <a:t> Denso</a:t>
                      </a:r>
                      <a:r>
                        <a:rPr sz="1163" b="0" i="0">
                          <a:solidFill>
                            <a:srgbClr val="000000"/>
                          </a:solidFill>
                          <a:latin typeface="Arial"/>
                          <a:ea typeface="Arial"/>
                          <a:cs typeface="Arial"/>
                        </a:rPr>
                        <a:t>? </a:t>
                      </a:r>
                    </a:p>
                  </a:txBody>
                  <a:tcPr marL="85725" marR="85725" marT="38100" marB="38100" anchor="ctr">
                    <a:lnL w="12700">
                      <a:solidFill>
                        <a:schemeClr val="tx1"/>
                      </a:solidFill>
                    </a:lnL>
                    <a:lnR w="12700">
                      <a:solidFill>
                        <a:schemeClr val="tx1"/>
                      </a:solidFill>
                    </a:lnR>
                    <a:lnT w="12700">
                      <a:solidFill>
                        <a:schemeClr val="tx1"/>
                      </a:solidFill>
                    </a:lnT>
                    <a:lnB w="12700">
                      <a:solidFill>
                        <a:schemeClr val="tx1"/>
                      </a:solidFill>
                    </a:lnB>
                    <a:solidFill>
                      <a:schemeClr val="bg1"/>
                    </a:solidFill>
                  </a:tcPr>
                </a:tc>
                <a:tc>
                  <a:txBody>
                    <a:bodyPr wrap="square">
                      <a:noAutofit/>
                    </a:bodyPr>
                    <a:lstStyle/>
                    <a:p>
                      <a:pPr algn="l">
                        <a:spcBef>
                          <a:spcPts val="0"/>
                        </a:spcBef>
                        <a:spcAft>
                          <a:spcPts val="0"/>
                        </a:spcAft>
                        <a:buNone/>
                      </a:pPr>
                      <a:r>
                        <a:rPr sz="1102" b="1">
                          <a:solidFill>
                            <a:srgbClr val="222C4C"/>
                          </a:solidFill>
                          <a:latin typeface="Arial"/>
                          <a:ea typeface="Arial"/>
                          <a:cs typeface="Arial"/>
                        </a:rPr>
                        <a:t>Giảm công dạy humanoid làm việc tại DENSO Việt Nam. </a:t>
                      </a:r>
                      <a:r>
                        <a:rPr sz="1102">
                          <a:solidFill>
                            <a:srgbClr val="222C4C"/>
                          </a:solidFill>
                          <a:latin typeface="Arial"/>
                          <a:ea typeface="Arial"/>
                          <a:cs typeface="Arial"/>
                        </a:rPr>
                        <a:t>Tận dụng nguồn dữ liệu sẵn có và chi phí thấp: dataset công khai, video thao tác người, dữ liệu mô phỏng. Teleop bổ sung hành động phù hợp với robot. Pilot đề xuất: gắp–đặt linh kiện vào khay, đo công thu dữ liệu và thử lại khi đổi điều kiện.</a:t>
                      </a:r>
                    </a:p>
                  </a:txBody>
                  <a:tcPr marL="85725" marR="85725" marT="38100" marB="38100" anchor="ctr">
                    <a:lnL w="12700">
                      <a:solidFill>
                        <a:schemeClr val="tx1"/>
                      </a:solidFill>
                    </a:lnL>
                    <a:lnR w="12700">
                      <a:solidFill>
                        <a:schemeClr val="tx1"/>
                      </a:solidFill>
                    </a:lnR>
                    <a:lnT w="12700">
                      <a:solidFill>
                        <a:schemeClr val="tx1"/>
                      </a:solidFill>
                    </a:lnT>
                    <a:lnB w="12700">
                      <a:solidFill>
                        <a:schemeClr val="tx1"/>
                      </a:solidFill>
                    </a:lnB>
                    <a:solidFill>
                      <a:schemeClr val="bg1"/>
                    </a:solidFill>
                  </a:tcPr>
                </a:tc>
              </a:tr>
              <a:tr h="571500">
                <a:tc>
                  <a:txBody>
                    <a:bodyPr wrap="square">
                      <a:noAutofit/>
                    </a:bodyPr>
                    <a:lstStyle/>
                    <a:p>
                      <a:pPr marL="0" algn="l" defTabSz="914400">
                        <a:lnSpc>
                          <a:spcPts val="1500"/>
                        </a:lnSpc>
                        <a:buNone/>
                      </a:pPr>
                      <a:r>
                        <a:rPr sz="1163" b="0" i="0">
                          <a:solidFill>
                            <a:srgbClr val="000000"/>
                          </a:solidFill>
                          <a:latin typeface="Arial"/>
                          <a:ea typeface="Arial"/>
                          <a:cs typeface="Arial"/>
                        </a:rPr>
                        <a:t>3. Phương </a:t>
                      </a:r>
                      <a:r>
                        <a:rPr sz="1163" b="0" i="0">
                          <a:solidFill>
                            <a:srgbClr val="000000"/>
                          </a:solidFill>
                          <a:latin typeface="Arial"/>
                          <a:ea typeface="Arial"/>
                          <a:cs typeface="Arial"/>
                        </a:rPr>
                        <a:t>pháp</a:t>
                      </a:r>
                      <a:r>
                        <a:rPr sz="1163" b="0" i="0">
                          <a:solidFill>
                            <a:srgbClr val="000000"/>
                          </a:solidFill>
                          <a:latin typeface="Arial"/>
                          <a:ea typeface="Arial"/>
                          <a:cs typeface="Arial"/>
                        </a:rPr>
                        <a:t>/</a:t>
                      </a:r>
                      <a:r>
                        <a:rPr sz="1163" b="0" i="0">
                          <a:solidFill>
                            <a:srgbClr val="000000"/>
                          </a:solidFill>
                          <a:latin typeface="Arial"/>
                          <a:ea typeface="Arial"/>
                          <a:cs typeface="Arial"/>
                        </a:rPr>
                        <a:t>công</a:t>
                      </a:r>
                      <a:r>
                        <a:rPr sz="1163" b="0" i="0">
                          <a:solidFill>
                            <a:srgbClr val="000000"/>
                          </a:solidFill>
                          <a:latin typeface="Arial"/>
                          <a:ea typeface="Arial"/>
                          <a:cs typeface="Arial"/>
                        </a:rPr>
                        <a:t> </a:t>
                      </a:r>
                      <a:r>
                        <a:rPr sz="1163" b="0" i="0">
                          <a:solidFill>
                            <a:srgbClr val="000000"/>
                          </a:solidFill>
                          <a:latin typeface="Arial"/>
                          <a:ea typeface="Arial"/>
                          <a:cs typeface="Arial"/>
                        </a:rPr>
                        <a:t>cụ</a:t>
                      </a:r>
                      <a:r>
                        <a:rPr sz="1163" b="0" i="0">
                          <a:solidFill>
                            <a:srgbClr val="000000"/>
                          </a:solidFill>
                          <a:latin typeface="Arial"/>
                          <a:ea typeface="Arial"/>
                          <a:cs typeface="Arial"/>
                        </a:rPr>
                        <a:t> </a:t>
                      </a:r>
                      <a:r>
                        <a:rPr sz="1163" b="0" i="0">
                          <a:solidFill>
                            <a:srgbClr val="000000"/>
                          </a:solidFill>
                          <a:latin typeface="Arial"/>
                          <a:ea typeface="Arial"/>
                          <a:cs typeface="Arial"/>
                        </a:rPr>
                        <a:t>áp</a:t>
                      </a:r>
                      <a:r>
                        <a:rPr sz="1163" b="0" i="0">
                          <a:solidFill>
                            <a:srgbClr val="000000"/>
                          </a:solidFill>
                          <a:latin typeface="Arial"/>
                          <a:ea typeface="Arial"/>
                          <a:cs typeface="Arial"/>
                        </a:rPr>
                        <a:t> </a:t>
                      </a:r>
                      <a:r>
                        <a:rPr sz="1163" b="0" i="0">
                          <a:solidFill>
                            <a:srgbClr val="000000"/>
                          </a:solidFill>
                          <a:latin typeface="Arial"/>
                          <a:ea typeface="Arial"/>
                          <a:cs typeface="Arial"/>
                        </a:rPr>
                        <a:t>dụng</a:t>
                      </a:r>
                      <a:r>
                        <a:rPr sz="1163" b="0" i="0">
                          <a:solidFill>
                            <a:srgbClr val="000000"/>
                          </a:solidFill>
                          <a:latin typeface="Arial"/>
                          <a:ea typeface="Arial"/>
                          <a:cs typeface="Arial"/>
                        </a:rPr>
                        <a:t> </a:t>
                      </a:r>
                      <a:r>
                        <a:rPr sz="1163" b="0" i="0">
                          <a:solidFill>
                            <a:srgbClr val="000000"/>
                          </a:solidFill>
                          <a:latin typeface="Arial"/>
                          <a:ea typeface="Arial"/>
                          <a:cs typeface="Arial"/>
                        </a:rPr>
                        <a:t>và</a:t>
                      </a:r>
                      <a:r>
                        <a:rPr sz="1163" b="0" i="0">
                          <a:solidFill>
                            <a:srgbClr val="000000"/>
                          </a:solidFill>
                          <a:latin typeface="Arial"/>
                          <a:ea typeface="Arial"/>
                          <a:cs typeface="Arial"/>
                        </a:rPr>
                        <a:t> </a:t>
                      </a:r>
                      <a:r>
                        <a:rPr sz="1163" b="0" i="0">
                          <a:solidFill>
                            <a:srgbClr val="000000"/>
                          </a:solidFill>
                          <a:latin typeface="Arial"/>
                          <a:ea typeface="Arial"/>
                          <a:cs typeface="Arial"/>
                        </a:rPr>
                        <a:t>thời</a:t>
                      </a:r>
                      <a:r>
                        <a:rPr sz="1163" b="0" i="0">
                          <a:solidFill>
                            <a:srgbClr val="000000"/>
                          </a:solidFill>
                          <a:latin typeface="Arial"/>
                          <a:ea typeface="Arial"/>
                          <a:cs typeface="Arial"/>
                        </a:rPr>
                        <a:t> </a:t>
                      </a:r>
                      <a:r>
                        <a:rPr sz="1163" b="0" i="0">
                          <a:solidFill>
                            <a:srgbClr val="000000"/>
                          </a:solidFill>
                          <a:latin typeface="Arial"/>
                          <a:ea typeface="Arial"/>
                          <a:cs typeface="Arial"/>
                        </a:rPr>
                        <a:t>gian</a:t>
                      </a:r>
                      <a:r>
                        <a:rPr sz="1163" b="0" i="0">
                          <a:solidFill>
                            <a:srgbClr val="000000"/>
                          </a:solidFill>
                          <a:latin typeface="Arial"/>
                          <a:ea typeface="Arial"/>
                          <a:cs typeface="Arial"/>
                        </a:rPr>
                        <a:t> </a:t>
                      </a:r>
                      <a:r>
                        <a:rPr sz="1163" b="0" i="0">
                          <a:solidFill>
                            <a:srgbClr val="000000"/>
                          </a:solidFill>
                          <a:latin typeface="Arial"/>
                          <a:ea typeface="Arial"/>
                          <a:cs typeface="Arial"/>
                        </a:rPr>
                        <a:t>thực</a:t>
                      </a:r>
                      <a:r>
                        <a:rPr sz="1163" b="0" i="0">
                          <a:solidFill>
                            <a:srgbClr val="000000"/>
                          </a:solidFill>
                          <a:latin typeface="Arial"/>
                          <a:ea typeface="Arial"/>
                          <a:cs typeface="Arial"/>
                        </a:rPr>
                        <a:t> </a:t>
                      </a:r>
                      <a:r>
                        <a:rPr sz="1163" b="0" i="0">
                          <a:solidFill>
                            <a:srgbClr val="000000"/>
                          </a:solidFill>
                          <a:latin typeface="Arial"/>
                          <a:ea typeface="Arial"/>
                          <a:cs typeface="Arial"/>
                        </a:rPr>
                        <a:t>hiện</a:t>
                      </a:r>
                      <a:r>
                        <a:rPr sz="1163" b="0" i="0">
                          <a:solidFill>
                            <a:srgbClr val="000000"/>
                          </a:solidFill>
                          <a:latin typeface="Arial"/>
                          <a:ea typeface="Arial"/>
                          <a:cs typeface="Arial"/>
                        </a:rPr>
                        <a:t> </a:t>
                      </a:r>
                      <a:r>
                        <a:rPr sz="1163" b="0" i="0">
                          <a:solidFill>
                            <a:srgbClr val="000000"/>
                          </a:solidFill>
                          <a:latin typeface="Arial"/>
                          <a:ea typeface="Arial"/>
                          <a:cs typeface="Arial"/>
                        </a:rPr>
                        <a:t>dự</a:t>
                      </a:r>
                      <a:r>
                        <a:rPr sz="1163" b="0" i="0">
                          <a:solidFill>
                            <a:srgbClr val="000000"/>
                          </a:solidFill>
                          <a:latin typeface="Arial"/>
                          <a:ea typeface="Arial"/>
                          <a:cs typeface="Arial"/>
                        </a:rPr>
                        <a:t> </a:t>
                      </a:r>
                      <a:r>
                        <a:rPr sz="1163" b="0" i="0">
                          <a:solidFill>
                            <a:srgbClr val="000000"/>
                          </a:solidFill>
                          <a:latin typeface="Arial"/>
                          <a:ea typeface="Arial"/>
                          <a:cs typeface="Arial"/>
                        </a:rPr>
                        <a:t>án</a:t>
                      </a:r>
                      <a:r>
                        <a:rPr sz="1163" b="0" i="0">
                          <a:solidFill>
                            <a:srgbClr val="000000"/>
                          </a:solidFill>
                          <a:latin typeface="Arial"/>
                          <a:ea typeface="Arial"/>
                          <a:cs typeface="Arial"/>
                        </a:rPr>
                        <a:t>?</a:t>
                      </a:r>
                      <a:endParaRPr sz="1100" b="0" i="0" kern="1200">
                        <a:solidFill>
                          <a:schemeClr val="dk1"/>
                        </a:solidFill>
                        <a:latin typeface="Segoe UI"/>
                        <a:ea typeface="Segoe UI"/>
                        <a:cs typeface="Segoe UI"/>
                      </a:endParaRPr>
                    </a:p>
                  </a:txBody>
                  <a:tcPr marL="85725" marR="85725" marT="38100" marB="38100" anchor="ctr">
                    <a:lnL w="12700">
                      <a:solidFill>
                        <a:schemeClr val="tx1"/>
                      </a:solidFill>
                    </a:lnL>
                    <a:lnR w="12700">
                      <a:solidFill>
                        <a:schemeClr val="tx1"/>
                      </a:solidFill>
                    </a:lnR>
                    <a:lnT w="12700">
                      <a:solidFill>
                        <a:schemeClr val="tx1"/>
                      </a:solidFill>
                    </a:lnT>
                    <a:lnB w="12700">
                      <a:solidFill>
                        <a:schemeClr val="tx1"/>
                      </a:solidFill>
                    </a:lnB>
                    <a:solidFill>
                      <a:schemeClr val="bg1"/>
                    </a:solidFill>
                  </a:tcPr>
                </a:tc>
                <a:tc>
                  <a:txBody>
                    <a:bodyPr wrap="square">
                      <a:noAutofit/>
                    </a:bodyPr>
                    <a:lstStyle/>
                    <a:p>
                      <a:pPr algn="l">
                        <a:spcBef>
                          <a:spcPts val="0"/>
                        </a:spcBef>
                        <a:spcAft>
                          <a:spcPts val="0"/>
                        </a:spcAft>
                        <a:buNone/>
                      </a:pPr>
                      <a:r>
                        <a:rPr sz="1102" b="1">
                          <a:solidFill>
                            <a:srgbClr val="222C4C"/>
                          </a:solidFill>
                          <a:latin typeface="Arial"/>
                          <a:ea typeface="Arial"/>
                          <a:cs typeface="Arial"/>
                        </a:rPr>
                        <a:t>Một công đoạn, một pipeline đối chứng: Ψ₀ + SIMPLE. </a:t>
                      </a:r>
                      <a:r>
                        <a:rPr sz="1102">
                          <a:solidFill>
                            <a:srgbClr val="222C4C"/>
                          </a:solidFill>
                          <a:latin typeface="Arial"/>
                          <a:ea typeface="Arial"/>
                          <a:cs typeface="Arial"/>
                        </a:rPr>
                        <a:t>Kế thừa checkpoint đã học video người, dùng teleop dạy hành động, bổ sung rollout mô phỏng có ảnh/trạng thái/hành động. Đối chứng teleop baseline với ít teleop hơn + synthetic đạt QA. Các mốc: baseline, chuẩn hóa, huấn luyện, kiểm thử, cập nhật theo lỗi.</a:t>
                      </a:r>
                    </a:p>
                  </a:txBody>
                  <a:tcPr marL="85725" marR="85725" marT="38100" marB="38100" anchor="ctr">
                    <a:lnL w="12700">
                      <a:solidFill>
                        <a:schemeClr val="tx1"/>
                      </a:solidFill>
                    </a:lnL>
                    <a:lnR w="12700">
                      <a:solidFill>
                        <a:schemeClr val="tx1"/>
                      </a:solidFill>
                    </a:lnR>
                    <a:lnT w="12700">
                      <a:solidFill>
                        <a:schemeClr val="tx1"/>
                      </a:solidFill>
                    </a:lnT>
                    <a:lnB w="12700">
                      <a:solidFill>
                        <a:schemeClr val="tx1"/>
                      </a:solidFill>
                    </a:lnB>
                    <a:solidFill>
                      <a:schemeClr val="bg1"/>
                    </a:solidFill>
                  </a:tcPr>
                </a:tc>
              </a:tr>
              <a:tr h="571500">
                <a:tc>
                  <a:txBody>
                    <a:bodyPr wrap="square">
                      <a:noAutofit/>
                    </a:bodyPr>
                    <a:lstStyle/>
                    <a:p>
                      <a:pPr marL="0" algn="l" defTabSz="914400">
                        <a:lnSpc>
                          <a:spcPts val="1500"/>
                        </a:lnSpc>
                        <a:buNone/>
                      </a:pPr>
                      <a:r>
                        <a:rPr sz="1163" b="0" i="0">
                          <a:solidFill>
                            <a:srgbClr val="000000"/>
                          </a:solidFill>
                          <a:latin typeface="Arial"/>
                          <a:ea typeface="Arial"/>
                          <a:cs typeface="Arial"/>
                        </a:rPr>
                        <a:t>4. </a:t>
                      </a:r>
                      <a:r>
                        <a:rPr sz="1163" b="0" i="0">
                          <a:solidFill>
                            <a:srgbClr val="000000"/>
                          </a:solidFill>
                          <a:latin typeface="Arial"/>
                          <a:ea typeface="Arial"/>
                          <a:cs typeface="Arial"/>
                        </a:rPr>
                        <a:t>Ý tưởng này mang lại hiệu quả gì?</a:t>
                      </a:r>
                      <a:r>
                        <a:rPr sz="1163" b="0" i="0">
                          <a:solidFill>
                            <a:srgbClr val="000000"/>
                          </a:solidFill>
                          <a:latin typeface="Arial"/>
                          <a:ea typeface="Arial"/>
                          <a:cs typeface="Arial"/>
                        </a:rPr>
                        <a:t> Cho </a:t>
                      </a:r>
                      <a:r>
                        <a:rPr sz="1163" b="0" i="0">
                          <a:solidFill>
                            <a:srgbClr val="000000"/>
                          </a:solidFill>
                          <a:latin typeface="Arial"/>
                          <a:ea typeface="Arial"/>
                          <a:cs typeface="Arial"/>
                        </a:rPr>
                        <a:t>số</a:t>
                      </a:r>
                      <a:r>
                        <a:rPr sz="1163" b="0" i="0">
                          <a:solidFill>
                            <a:srgbClr val="000000"/>
                          </a:solidFill>
                          <a:latin typeface="Arial"/>
                          <a:ea typeface="Arial"/>
                          <a:cs typeface="Arial"/>
                        </a:rPr>
                        <a:t> </a:t>
                      </a:r>
                      <a:r>
                        <a:rPr sz="1163" b="0" i="0">
                          <a:solidFill>
                            <a:srgbClr val="000000"/>
                          </a:solidFill>
                          <a:latin typeface="Arial"/>
                          <a:ea typeface="Arial"/>
                          <a:cs typeface="Arial"/>
                        </a:rPr>
                        <a:t>liệu</a:t>
                      </a:r>
                      <a:r>
                        <a:rPr sz="1163" b="0" i="0">
                          <a:solidFill>
                            <a:srgbClr val="000000"/>
                          </a:solidFill>
                          <a:latin typeface="Arial"/>
                          <a:ea typeface="Arial"/>
                          <a:cs typeface="Arial"/>
                        </a:rPr>
                        <a:t>.</a:t>
                      </a:r>
                      <a:endParaRPr sz="1100" b="0" i="0" kern="1200">
                        <a:solidFill>
                          <a:schemeClr val="tx1"/>
                        </a:solidFill>
                        <a:latin typeface="Segoe UI"/>
                        <a:ea typeface="Segoe UI"/>
                        <a:cs typeface="Segoe UI"/>
                      </a:endParaRPr>
                    </a:p>
                  </a:txBody>
                  <a:tcPr marL="85725" marR="85725" marT="38100" marB="38100" anchor="ctr">
                    <a:lnL w="12700">
                      <a:solidFill>
                        <a:schemeClr val="tx1"/>
                      </a:solidFill>
                    </a:lnL>
                    <a:lnR w="12700">
                      <a:solidFill>
                        <a:schemeClr val="tx1"/>
                      </a:solidFill>
                    </a:lnR>
                    <a:lnT w="12700">
                      <a:solidFill>
                        <a:schemeClr val="tx1"/>
                      </a:solidFill>
                    </a:lnT>
                    <a:lnB w="12700">
                      <a:solidFill>
                        <a:schemeClr val="tx1"/>
                      </a:solidFill>
                    </a:lnB>
                    <a:solidFill>
                      <a:schemeClr val="bg1"/>
                    </a:solidFill>
                  </a:tcPr>
                </a:tc>
                <a:tc>
                  <a:txBody>
                    <a:bodyPr wrap="square">
                      <a:noAutofit/>
                    </a:bodyPr>
                    <a:lstStyle/>
                    <a:p>
                      <a:pPr algn="l">
                        <a:spcBef>
                          <a:spcPts val="0"/>
                        </a:spcBef>
                        <a:spcAft>
                          <a:spcPts val="0"/>
                        </a:spcAft>
                        <a:buNone/>
                      </a:pPr>
                      <a:r>
                        <a:rPr sz="1102" b="1">
                          <a:solidFill>
                            <a:srgbClr val="222C4C"/>
                          </a:solidFill>
                          <a:latin typeface="Arial"/>
                          <a:ea typeface="Arial"/>
                          <a:cs typeface="Arial"/>
                        </a:rPr>
                        <a:t>Mục tiêu PoC: giảm 30% demo gốc, giữ chất lượng so với baseline. </a:t>
                      </a:r>
                      <a:r>
                        <a:rPr sz="1102">
                          <a:solidFill>
                            <a:srgbClr val="222C4C"/>
                          </a:solidFill>
                          <a:latin typeface="Arial"/>
                          <a:ea typeface="Arial"/>
                          <a:cs typeface="Arial"/>
                        </a:rPr>
                        <a:t>Đạt ≥80% thành công/50 lượt test mô phỏng giữ riêng. Kịch bản chi phí: $168.20 ròng/đợt. Với 144 đợt/năm: $22,840.80/năm ổn định, $19,090 năm đầu. Đây là ước lượng, cần xác nhận khối lượng, đơn giá nhân công và mức giảm tại DENSO.</a:t>
                      </a:r>
                    </a:p>
                  </a:txBody>
                  <a:tcPr marL="85725" marR="85725" marT="38100" marB="38100" anchor="ctr">
                    <a:lnL w="12700">
                      <a:solidFill>
                        <a:schemeClr val="tx1"/>
                      </a:solidFill>
                    </a:lnL>
                    <a:lnR w="12700">
                      <a:solidFill>
                        <a:schemeClr val="tx1"/>
                      </a:solidFill>
                    </a:lnR>
                    <a:lnT w="12700">
                      <a:solidFill>
                        <a:schemeClr val="tx1"/>
                      </a:solidFill>
                    </a:lnT>
                    <a:lnB w="12700">
                      <a:solidFill>
                        <a:schemeClr val="tx1"/>
                      </a:solidFill>
                    </a:lnB>
                    <a:solidFill>
                      <a:schemeClr val="bg1"/>
                    </a:solidFill>
                  </a:tcPr>
                </a:tc>
              </a:tr>
              <a:tr h="571500">
                <a:tc>
                  <a:txBody>
                    <a:bodyPr wrap="square">
                      <a:noAutofit/>
                    </a:bodyPr>
                    <a:lstStyle/>
                    <a:p>
                      <a:pPr marL="0" algn="l">
                        <a:lnSpc>
                          <a:spcPts val="1500"/>
                        </a:lnSpc>
                        <a:buNone/>
                      </a:pPr>
                      <a:r>
                        <a:rPr sz="1163" b="0" i="0">
                          <a:solidFill>
                            <a:srgbClr val="000000"/>
                          </a:solidFill>
                          <a:latin typeface="Arial"/>
                          <a:ea typeface="Arial"/>
                          <a:cs typeface="Arial"/>
                        </a:rPr>
                        <a:t>5. </a:t>
                      </a:r>
                      <a:r>
                        <a:rPr sz="1163" b="0" i="0">
                          <a:solidFill>
                            <a:srgbClr val="000000"/>
                          </a:solidFill>
                          <a:latin typeface="Arial"/>
                          <a:ea typeface="Arial"/>
                          <a:cs typeface="Arial"/>
                        </a:rPr>
                        <a:t> Khả năng mở rộng, triển khai ngang của dự án là gì (trong nội bộ Denso hoặc các nhà máy khác)? </a:t>
                      </a:r>
                    </a:p>
                  </a:txBody>
                  <a:tcPr marL="85725" marR="85725" marT="38100" marB="38100" anchor="ctr">
                    <a:lnL w="12700">
                      <a:solidFill>
                        <a:schemeClr val="tx1"/>
                      </a:solidFill>
                    </a:lnL>
                    <a:lnR w="12700">
                      <a:solidFill>
                        <a:schemeClr val="tx1"/>
                      </a:solidFill>
                    </a:lnR>
                    <a:lnT w="12700">
                      <a:solidFill>
                        <a:schemeClr val="tx1"/>
                      </a:solidFill>
                    </a:lnT>
                    <a:lnB w="12700">
                      <a:solidFill>
                        <a:schemeClr val="tx1"/>
                      </a:solidFill>
                    </a:lnB>
                    <a:solidFill>
                      <a:schemeClr val="bg1"/>
                    </a:solidFill>
                  </a:tcPr>
                </a:tc>
                <a:tc>
                  <a:txBody>
                    <a:bodyPr wrap="square">
                      <a:noAutofit/>
                    </a:bodyPr>
                    <a:lstStyle/>
                    <a:p>
                      <a:pPr algn="l">
                        <a:spcBef>
                          <a:spcPts val="0"/>
                        </a:spcBef>
                        <a:spcAft>
                          <a:spcPts val="0"/>
                        </a:spcAft>
                        <a:buNone/>
                      </a:pPr>
                      <a:r>
                        <a:rPr sz="1102" b="1">
                          <a:solidFill>
                            <a:srgbClr val="222C4C"/>
                          </a:solidFill>
                          <a:latin typeface="Arial"/>
                          <a:ea typeface="Arial"/>
                          <a:cs typeface="Arial"/>
                        </a:rPr>
                        <a:t>Thư viện kỹ năng humanoid dùng lại trong DENSO. </a:t>
                      </a:r>
                      <a:r>
                        <a:rPr sz="1102">
                          <a:solidFill>
                            <a:srgbClr val="222C4C"/>
                          </a:solidFill>
                          <a:latin typeface="Arial"/>
                          <a:ea typeface="Arial"/>
                          <a:cs typeface="Arial"/>
                        </a:rPr>
                        <a:t>Mở từ một công đoạn sang khay, mã linh kiện và công đoạn tương tự trên cùng robot. Dùng lại QA, quản lý phiên bản, bộ đánh giá và sổ chi phí. Bổ sung dữ liệu cho phần thay đổi. Robot hoặc nhà máy mới cần hiệu chỉnh và nghiệm thu riêng.</a:t>
                      </a:r>
                    </a:p>
                  </a:txBody>
                  <a:tcPr marL="85725" marR="85725" marT="38100" marB="38100" anchor="ctr">
                    <a:lnL w="12700">
                      <a:solidFill>
                        <a:schemeClr val="tx1"/>
                      </a:solidFill>
                    </a:lnL>
                    <a:lnR w="12700">
                      <a:solidFill>
                        <a:schemeClr val="tx1"/>
                      </a:solidFill>
                    </a:lnR>
                    <a:lnT w="12700">
                      <a:solidFill>
                        <a:schemeClr val="tx1"/>
                      </a:solidFill>
                    </a:lnT>
                    <a:lnB w="12700">
                      <a:solidFill>
                        <a:schemeClr val="tx1"/>
                      </a:solidFill>
                    </a:lnB>
                    <a:solidFill>
                      <a:schemeClr val="bg1"/>
                    </a:solidFill>
                  </a:tcPr>
                </a:tc>
              </a:tr>
              <a:tr h="419100">
                <a:tc>
                  <a:txBody>
                    <a:bodyPr wrap="square">
                      <a:noAutofit/>
                    </a:bodyPr>
                    <a:lstStyle/>
                    <a:p>
                      <a:pPr marL="0" algn="l" defTabSz="914400">
                        <a:lnSpc>
                          <a:spcPts val="1500"/>
                        </a:lnSpc>
                        <a:buNone/>
                      </a:pPr>
                      <a:r>
                        <a:rPr sz="1163" b="0" i="0">
                          <a:solidFill>
                            <a:srgbClr val="000000"/>
                          </a:solidFill>
                          <a:latin typeface="Arial"/>
                          <a:ea typeface="Arial"/>
                          <a:cs typeface="Arial"/>
                        </a:rPr>
                        <a:t>6. </a:t>
                      </a:r>
                      <a:r>
                        <a:rPr sz="1163" b="0" i="0">
                          <a:solidFill>
                            <a:srgbClr val="000000"/>
                          </a:solidFill>
                          <a:latin typeface="Arial"/>
                          <a:ea typeface="Arial"/>
                          <a:cs typeface="Arial"/>
                        </a:rPr>
                        <a:t>Nhóm đã có những kiến thức hoặc kinh nghiệm nào giúp </a:t>
                      </a:r>
                      <a:r>
                        <a:rPr sz="1163" b="0" i="0">
                          <a:solidFill>
                            <a:srgbClr val="000000"/>
                          </a:solidFill>
                          <a:latin typeface="Arial"/>
                          <a:ea typeface="Arial"/>
                          <a:cs typeface="Arial"/>
                        </a:rPr>
                        <a:t>thực</a:t>
                      </a:r>
                      <a:r>
                        <a:rPr sz="1163" b="0" i="0">
                          <a:solidFill>
                            <a:srgbClr val="000000"/>
                          </a:solidFill>
                          <a:latin typeface="Arial"/>
                          <a:ea typeface="Arial"/>
                          <a:cs typeface="Arial"/>
                        </a:rPr>
                        <a:t> </a:t>
                      </a:r>
                      <a:r>
                        <a:rPr sz="1163" b="0" i="0">
                          <a:solidFill>
                            <a:srgbClr val="000000"/>
                          </a:solidFill>
                          <a:latin typeface="Arial"/>
                          <a:ea typeface="Arial"/>
                          <a:cs typeface="Arial"/>
                        </a:rPr>
                        <a:t>hiện</a:t>
                      </a:r>
                      <a:r>
                        <a:rPr sz="1163" b="0" i="0">
                          <a:solidFill>
                            <a:srgbClr val="000000"/>
                          </a:solidFill>
                          <a:latin typeface="Arial"/>
                          <a:ea typeface="Arial"/>
                          <a:cs typeface="Arial"/>
                        </a:rPr>
                        <a:t> </a:t>
                      </a:r>
                      <a:r>
                        <a:rPr sz="1163" b="0" i="0">
                          <a:solidFill>
                            <a:srgbClr val="000000"/>
                          </a:solidFill>
                          <a:latin typeface="Arial"/>
                          <a:ea typeface="Arial"/>
                          <a:cs typeface="Arial"/>
                        </a:rPr>
                        <a:t>giải</a:t>
                      </a:r>
                      <a:r>
                        <a:rPr sz="1163" b="0" i="0">
                          <a:solidFill>
                            <a:srgbClr val="000000"/>
                          </a:solidFill>
                          <a:latin typeface="Arial"/>
                          <a:ea typeface="Arial"/>
                          <a:cs typeface="Arial"/>
                        </a:rPr>
                        <a:t> </a:t>
                      </a:r>
                      <a:r>
                        <a:rPr sz="1163" b="0" i="0">
                          <a:solidFill>
                            <a:srgbClr val="000000"/>
                          </a:solidFill>
                          <a:latin typeface="Arial"/>
                          <a:ea typeface="Arial"/>
                          <a:cs typeface="Arial"/>
                        </a:rPr>
                        <a:t>pháp</a:t>
                      </a:r>
                      <a:r>
                        <a:rPr sz="1163" b="0" i="0">
                          <a:solidFill>
                            <a:srgbClr val="000000"/>
                          </a:solidFill>
                          <a:latin typeface="Arial"/>
                          <a:ea typeface="Arial"/>
                          <a:cs typeface="Arial"/>
                        </a:rPr>
                        <a:t>? </a:t>
                      </a:r>
                    </a:p>
                  </a:txBody>
                  <a:tcPr marL="85725" marR="85725" marT="38100" marB="38100" anchor="ctr">
                    <a:lnL w="12700">
                      <a:solidFill>
                        <a:schemeClr val="tx1"/>
                      </a:solidFill>
                    </a:lnL>
                    <a:lnR w="12700">
                      <a:solidFill>
                        <a:schemeClr val="tx1"/>
                      </a:solidFill>
                    </a:lnR>
                    <a:lnT w="12700">
                      <a:solidFill>
                        <a:schemeClr val="tx1"/>
                      </a:solidFill>
                    </a:lnT>
                    <a:lnB w="12700" cmpd="sng">
                      <a:solidFill>
                        <a:schemeClr val="tx1"/>
                      </a:solidFill>
                      <a:prstDash val="solid"/>
                    </a:lnB>
                    <a:solidFill>
                      <a:schemeClr val="bg1"/>
                    </a:solidFill>
                  </a:tcPr>
                </a:tc>
                <a:tc>
                  <a:txBody>
                    <a:bodyPr wrap="square">
                      <a:noAutofit/>
                    </a:bodyPr>
                    <a:lstStyle/>
                    <a:p>
                      <a:pPr algn="l"/>
                      <a:r>
                        <a:rPr sz="1102" b="1">
                          <a:solidFill>
                            <a:srgbClr val="222C4C"/>
                          </a:solidFill>
                          <a:latin typeface="Arial"/>
                          <a:ea typeface="Arial"/>
                          <a:cs typeface="Arial"/>
                        </a:rPr>
                        <a:t>ilovephysicalintelligence: </a:t>
                      </a:r>
                      <a:r>
                        <a:rPr sz="1102">
                          <a:solidFill>
                            <a:srgbClr val="222C4C"/>
                          </a:solidFill>
                          <a:latin typeface="Arial"/>
                          <a:ea typeface="Arial"/>
                          <a:cs typeface="Arial"/>
                        </a:rPr>
                        <a:t>Hiếu: VLA nhẹ, RL humanoid. Có video FOCA/SmolVLA trên RTX 3060 và mã PPO H1/MuJoCo. Hưng/Châu: mô phỏng. Long/Thông: chuẩn hóa dataset. Hiếu phối hợp chốt công đoạn với DENSO.</a:t>
                      </a:r>
                    </a:p>
                  </a:txBody>
                  <a:tcPr marL="85725" marR="85725" marT="38100" marB="38100" anchor="ctr">
                    <a:lnL w="12700">
                      <a:solidFill>
                        <a:schemeClr val="tx1"/>
                      </a:solidFill>
                    </a:lnL>
                    <a:lnR w="12700">
                      <a:solidFill>
                        <a:schemeClr val="tx1"/>
                      </a:solidFill>
                    </a:lnR>
                    <a:lnT w="12700">
                      <a:solidFill>
                        <a:schemeClr val="tx1"/>
                      </a:solidFill>
                    </a:lnT>
                    <a:lnB w="12700" cmpd="sng">
                      <a:solidFill>
                        <a:schemeClr val="tx1"/>
                      </a:solidFill>
                      <a:prstDash val="solid"/>
                    </a:lnB>
                    <a:solidFill>
                      <a:schemeClr val="bg1"/>
                    </a:solidFill>
                  </a:tcPr>
                </a:tc>
              </a:tr>
            </a:tbl>
          </a:graphicData>
        </a:graphic>
      </p:graphicFrame>
      <p:sp>
        <p:nvSpPr>
          <p:cNvPr id="11" name="TextBox 10">
            <a:extLst xmlns:a="http://schemas.openxmlformats.org/drawingml/2006/main">
              <a:ext uri="{FF2B5EF4-FFF2-40B4-BE49-F238E27FC236}">
                <a16:creationId xmlns:a16="http://schemas.microsoft.com/office/drawing/2014/main" id="{348D47AE-57F8-687A-CBC0-75FCFD9999EA}"/>
              </a:ext>
            </a:extLst>
          </p:cNvPr>
          <p:cNvSpPr>
            <a:spLocks xmlns:a="http://schemas.openxmlformats.org/drawingml/2006/main" noGrp="1"/>
          </p:cNvSpPr>
          <p:nvPr/>
        </p:nvSpPr>
        <p:spPr>
          <a:xfrm xmlns:a="http://schemas.openxmlformats.org/drawingml/2006/main">
            <a:off x="409575" y="1000125"/>
            <a:ext cx="10668000" cy="320040"/>
          </a:xfrm>
          <a:prstGeom xmlns:a="http://schemas.openxmlformats.org/drawingml/2006/main" prst="rect">
            <a:avLst/>
          </a:prstGeom>
          <a:noFill xmlns:a="http://schemas.openxmlformats.org/drawingml/2006/main"/>
        </p:spPr>
        <p:txBody>
          <a:bodyPr xmlns:a="http://schemas.openxmlformats.org/drawingml/2006/main" rot="0" spcFirstLastPara="0" vert="horz" wrap="square" lIns="0" tIns="0" rIns="0" bIns="0" anchor="ctr">
            <a:noAutofit/>
          </a:bodyPr>
          <a:lstStyle xmlns:a="http://schemas.openxmlformats.org/drawingml/2006/main">
            <a:defPPr algn="l">
              <a:defRPr sz="1500" b="1">
                <a:solidFill>
                  <a:srgbClr val="222C4C"/>
                </a:solidFill>
                <a:latin typeface="Arial"/>
                <a:ea typeface="Arial"/>
                <a:cs typeface="Arial"/>
              </a:defRPr>
            </a:defPPr>
          </a:lstStyle>
          <a:p xmlns:a="http://schemas.openxmlformats.org/drawingml/2006/main">
            <a:pPr algn="l">
              <a:buNone/>
              <a:defRPr sz="1500" b="1">
                <a:solidFill>
                  <a:srgbClr val="222C4C"/>
                </a:solidFill>
                <a:latin typeface="Arial"/>
                <a:ea typeface="Arial"/>
                <a:cs typeface="Arial"/>
              </a:defRPr>
            </a:pPr>
            <a:r>
              <a:rPr sz="1500" b="1">
                <a:solidFill>
                  <a:srgbClr val="222C4C"/>
                </a:solidFill>
                <a:latin typeface="Arial"/>
                <a:ea typeface="Arial"/>
                <a:cs typeface="Arial"/>
              </a:rPr>
              <a:t>TÊN CHỦ ĐỀ: HUMANOID DATA FLYWHEEL</a:t>
            </a:r>
            <a:endParaRPr sz="1000">
              <a:solidFill>
                <a:schemeClr val="dk1"/>
              </a:solidFill>
              <a:latin typeface="Segoe UI"/>
              <a:ea typeface="Segoe UI"/>
              <a:cs typeface="Segoe UI"/>
            </a:endParaRPr>
          </a:p>
        </p:txBody>
      </p:sp>
      <p:sp>
        <p:nvSpPr>
          <p:cNvPr id="13" name="Text 29">
            <a:extLst xmlns:a="http://schemas.openxmlformats.org/drawingml/2006/main">
              <a:ext uri="{FF2B5EF4-FFF2-40B4-BE49-F238E27FC236}">
                <a16:creationId xmlns:a16="http://schemas.microsoft.com/office/drawing/2014/main" id="{25E15B6E-A7C7-308A-A4B0-A746D6D3C5B1}"/>
              </a:ext>
            </a:extLst>
          </p:cNvPr>
          <p:cNvSpPr>
            <a:spLocks xmlns:a="http://schemas.openxmlformats.org/drawingml/2006/main" noGrp="1"/>
          </p:cNvSpPr>
          <p:nvPr/>
        </p:nvSpPr>
        <p:spPr>
          <a:xfrm xmlns:a="http://schemas.openxmlformats.org/drawingml/2006/main">
            <a:off x="534365" y="1543093"/>
            <a:ext cx="10012680" cy="2286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lvl1pPr marL="0" algn="l" defTabSz="914400">
              <a:buNone/>
              <a:defRPr sz="1800" kern="1200">
                <a:solidFill>
                  <a:schemeClr val="tx1"/>
                </a:solidFill>
                <a:latin typeface="+mn-lt"/>
                <a:ea typeface="+mn-lt"/>
                <a:cs typeface="+mn-lt"/>
              </a:defRPr>
            </a:lvl1pPr>
            <a:lvl2pPr marL="457200" algn="l" defTabSz="914400">
              <a:buNone/>
              <a:defRPr sz="1800" kern="1200">
                <a:solidFill>
                  <a:schemeClr val="tx1"/>
                </a:solidFill>
                <a:latin typeface="+mn-lt"/>
                <a:ea typeface="+mn-lt"/>
                <a:cs typeface="+mn-lt"/>
              </a:defRPr>
            </a:lvl2pPr>
            <a:lvl3pPr marL="914400" algn="l" defTabSz="914400">
              <a:buNone/>
              <a:defRPr sz="1800" kern="1200">
                <a:solidFill>
                  <a:schemeClr val="tx1"/>
                </a:solidFill>
                <a:latin typeface="+mn-lt"/>
                <a:ea typeface="+mn-lt"/>
                <a:cs typeface="+mn-lt"/>
              </a:defRPr>
            </a:lvl3pPr>
            <a:lvl4pPr marL="1371600" algn="l" defTabSz="914400">
              <a:buNone/>
              <a:defRPr sz="1800" kern="1200">
                <a:solidFill>
                  <a:schemeClr val="tx1"/>
                </a:solidFill>
                <a:latin typeface="+mn-lt"/>
                <a:ea typeface="+mn-lt"/>
                <a:cs typeface="+mn-lt"/>
              </a:defRPr>
            </a:lvl4pPr>
            <a:lvl5pPr marL="1828800" algn="l" defTabSz="914400">
              <a:buNone/>
              <a:defRPr sz="1800" kern="1200">
                <a:solidFill>
                  <a:schemeClr val="tx1"/>
                </a:solidFill>
                <a:latin typeface="+mn-lt"/>
                <a:ea typeface="+mn-lt"/>
                <a:cs typeface="+mn-lt"/>
              </a:defRPr>
            </a:lvl5pPr>
            <a:lvl6pPr marL="2286000" algn="l" defTabSz="914400">
              <a:buNone/>
              <a:defRPr sz="1800" kern="1200">
                <a:solidFill>
                  <a:schemeClr val="tx1"/>
                </a:solidFill>
                <a:latin typeface="+mn-lt"/>
                <a:ea typeface="+mn-lt"/>
                <a:cs typeface="+mn-lt"/>
              </a:defRPr>
            </a:lvl6pPr>
            <a:lvl7pPr marL="2743200" algn="l" defTabSz="914400">
              <a:buNone/>
              <a:defRPr sz="1800" kern="1200">
                <a:solidFill>
                  <a:schemeClr val="tx1"/>
                </a:solidFill>
                <a:latin typeface="+mn-lt"/>
                <a:ea typeface="+mn-lt"/>
                <a:cs typeface="+mn-lt"/>
              </a:defRPr>
            </a:lvl7pPr>
            <a:lvl8pPr marL="3200400" algn="l" defTabSz="914400">
              <a:buNone/>
              <a:defRPr sz="1800" kern="1200">
                <a:solidFill>
                  <a:schemeClr val="tx1"/>
                </a:solidFill>
                <a:latin typeface="+mn-lt"/>
                <a:ea typeface="+mn-lt"/>
                <a:cs typeface="+mn-lt"/>
              </a:defRPr>
            </a:lvl8pPr>
            <a:lvl9pPr marL="3657600" algn="l" defTabSz="914400">
              <a:buNone/>
              <a:defRPr sz="1800" kern="1200">
                <a:solidFill>
                  <a:schemeClr val="tx1"/>
                </a:solidFill>
                <a:latin typeface="+mn-lt"/>
                <a:ea typeface="+mn-lt"/>
                <a:cs typeface="+mn-lt"/>
              </a:defRPr>
            </a:lvl9pPr>
          </a:lstStyle>
          <a:p xmlns:a="http://schemas.openxmlformats.org/drawingml/2006/main">
            <a:r>
              <a:rPr sz="1100" b="1">
                <a:solidFill>
                  <a:schemeClr val="dk1"/>
                </a:solidFill>
                <a:latin typeface="Segoe UI"/>
                <a:ea typeface="Segoe UI"/>
                <a:cs typeface="Segoe UI"/>
              </a:rPr>
              <a:t>Ý tưởng của nhóm thuộc chủ đề nào trong các nhóm sau?</a:t>
            </a:r>
            <a:endParaRPr sz="1100" b="1">
              <a:solidFill>
                <a:schemeClr val="dk1"/>
              </a:solidFill>
              <a:latin typeface="Segoe UI"/>
              <a:ea typeface="Segoe UI"/>
              <a:cs typeface="Segoe UI"/>
            </a:endParaRPr>
          </a:p>
        </p:txBody>
      </p:sp>
      <p:sp>
        <p:nvSpPr>
          <p:cNvPr id="14" name="Text 30">
            <a:extLst xmlns:a="http://schemas.openxmlformats.org/drawingml/2006/main">
              <a:ext uri="{FF2B5EF4-FFF2-40B4-BE49-F238E27FC236}">
                <a16:creationId xmlns:a16="http://schemas.microsoft.com/office/drawing/2014/main" id="{9AEA12A2-25BB-E01E-514F-6A1F1EA3F660}"/>
              </a:ext>
            </a:extLst>
          </p:cNvPr>
          <p:cNvSpPr>
            <a:spLocks xmlns:a="http://schemas.openxmlformats.org/drawingml/2006/main" noGrp="1"/>
          </p:cNvSpPr>
          <p:nvPr/>
        </p:nvSpPr>
        <p:spPr>
          <a:xfrm xmlns:a="http://schemas.openxmlformats.org/drawingml/2006/main">
            <a:off x="847742" y="1873192"/>
            <a:ext cx="1588812" cy="90523"/>
          </a:xfrm>
          <a:prstGeom xmlns:a="http://schemas.openxmlformats.org/drawingml/2006/main" prst="rect">
            <a:avLst/>
          </a:prstGeom>
          <a:noFill xmlns:a="http://schemas.openxmlformats.org/drawingml/2006/main"/>
        </p:spPr>
        <p:txBody>
          <a:bodyPr xmlns:a="http://schemas.openxmlformats.org/drawingml/2006/main" wrap="square" lIns="508" tIns="508" rIns="508" bIns="508" anchor="ctr">
            <a:noAutofit/>
          </a:bodyPr>
          <a:lstStyle xmlns:a="http://schemas.openxmlformats.org/drawingml/2006/main">
            <a:lvl1pPr marL="0" algn="l" defTabSz="914400">
              <a:buNone/>
              <a:defRPr sz="1800" kern="1200">
                <a:solidFill>
                  <a:schemeClr val="tx1"/>
                </a:solidFill>
                <a:latin typeface="+mn-lt"/>
                <a:ea typeface="+mn-lt"/>
                <a:cs typeface="+mn-lt"/>
              </a:defRPr>
            </a:lvl1pPr>
            <a:lvl2pPr marL="457200" algn="l" defTabSz="914400">
              <a:buNone/>
              <a:defRPr sz="1800" kern="1200">
                <a:solidFill>
                  <a:schemeClr val="tx1"/>
                </a:solidFill>
                <a:latin typeface="+mn-lt"/>
                <a:ea typeface="+mn-lt"/>
                <a:cs typeface="+mn-lt"/>
              </a:defRPr>
            </a:lvl2pPr>
            <a:lvl3pPr marL="914400" algn="l" defTabSz="914400">
              <a:buNone/>
              <a:defRPr sz="1800" kern="1200">
                <a:solidFill>
                  <a:schemeClr val="tx1"/>
                </a:solidFill>
                <a:latin typeface="+mn-lt"/>
                <a:ea typeface="+mn-lt"/>
                <a:cs typeface="+mn-lt"/>
              </a:defRPr>
            </a:lvl3pPr>
            <a:lvl4pPr marL="1371600" algn="l" defTabSz="914400">
              <a:buNone/>
              <a:defRPr sz="1800" kern="1200">
                <a:solidFill>
                  <a:schemeClr val="tx1"/>
                </a:solidFill>
                <a:latin typeface="+mn-lt"/>
                <a:ea typeface="+mn-lt"/>
                <a:cs typeface="+mn-lt"/>
              </a:defRPr>
            </a:lvl4pPr>
            <a:lvl5pPr marL="1828800" algn="l" defTabSz="914400">
              <a:buNone/>
              <a:defRPr sz="1800" kern="1200">
                <a:solidFill>
                  <a:schemeClr val="tx1"/>
                </a:solidFill>
                <a:latin typeface="+mn-lt"/>
                <a:ea typeface="+mn-lt"/>
                <a:cs typeface="+mn-lt"/>
              </a:defRPr>
            </a:lvl5pPr>
            <a:lvl6pPr marL="2286000" algn="l" defTabSz="914400">
              <a:buNone/>
              <a:defRPr sz="1800" kern="1200">
                <a:solidFill>
                  <a:schemeClr val="tx1"/>
                </a:solidFill>
                <a:latin typeface="+mn-lt"/>
                <a:ea typeface="+mn-lt"/>
                <a:cs typeface="+mn-lt"/>
              </a:defRPr>
            </a:lvl6pPr>
            <a:lvl7pPr marL="2743200" algn="l" defTabSz="914400">
              <a:buNone/>
              <a:defRPr sz="1800" kern="1200">
                <a:solidFill>
                  <a:schemeClr val="tx1"/>
                </a:solidFill>
                <a:latin typeface="+mn-lt"/>
                <a:ea typeface="+mn-lt"/>
                <a:cs typeface="+mn-lt"/>
              </a:defRPr>
            </a:lvl7pPr>
            <a:lvl8pPr marL="3200400" algn="l" defTabSz="914400">
              <a:buNone/>
              <a:defRPr sz="1800" kern="1200">
                <a:solidFill>
                  <a:schemeClr val="tx1"/>
                </a:solidFill>
                <a:latin typeface="+mn-lt"/>
                <a:ea typeface="+mn-lt"/>
                <a:cs typeface="+mn-lt"/>
              </a:defRPr>
            </a:lvl8pPr>
            <a:lvl9pPr marL="3657600" algn="l" defTabSz="914400">
              <a:buNone/>
              <a:defRPr sz="1800" kern="1200">
                <a:solidFill>
                  <a:schemeClr val="tx1"/>
                </a:solidFill>
                <a:latin typeface="+mn-lt"/>
                <a:ea typeface="+mn-lt"/>
                <a:cs typeface="+mn-lt"/>
              </a:defRPr>
            </a:lvl9pPr>
          </a:lstStyle>
          <a:p xmlns:a="http://schemas.openxmlformats.org/drawingml/2006/main">
            <a:pPr marL="0" indent="0">
              <a:buNone/>
            </a:pPr>
            <a:r>
              <a:rPr sz="1000">
                <a:solidFill>
                  <a:srgbClr val="1E293B"/>
                </a:solidFill>
                <a:latin typeface="Arial"/>
                <a:ea typeface="Arial"/>
                <a:cs typeface="Arial"/>
              </a:rPr>
              <a:t>AI - Dự báo &amp; Tri thức</a:t>
            </a:r>
            <a:endParaRPr sz="1000">
              <a:solidFill>
                <a:srgbClr val="1E293B"/>
              </a:solidFill>
              <a:latin typeface="Arial"/>
              <a:ea typeface="Arial"/>
              <a:cs typeface="Arial"/>
            </a:endParaRPr>
          </a:p>
        </p:txBody>
      </p:sp>
      <p:sp>
        <p:nvSpPr>
          <p:cNvPr id="15" name="Text 30">
            <a:extLst xmlns:a="http://schemas.openxmlformats.org/drawingml/2006/main">
              <a:ext uri="{FF2B5EF4-FFF2-40B4-BE49-F238E27FC236}">
                <a16:creationId xmlns:a16="http://schemas.microsoft.com/office/drawing/2014/main" id="{4D97672C-B0A2-BBA9-5911-1896C95FA7C9}"/>
              </a:ext>
            </a:extLst>
          </p:cNvPr>
          <p:cNvSpPr>
            <a:spLocks xmlns:a="http://schemas.openxmlformats.org/drawingml/2006/main" noGrp="1"/>
          </p:cNvSpPr>
          <p:nvPr/>
        </p:nvSpPr>
        <p:spPr>
          <a:xfrm xmlns:a="http://schemas.openxmlformats.org/drawingml/2006/main">
            <a:off x="2837684" y="1868740"/>
            <a:ext cx="1588812" cy="90523"/>
          </a:xfrm>
          <a:prstGeom xmlns:a="http://schemas.openxmlformats.org/drawingml/2006/main" prst="rect">
            <a:avLst/>
          </a:prstGeom>
          <a:noFill xmlns:a="http://schemas.openxmlformats.org/drawingml/2006/main"/>
        </p:spPr>
        <p:txBody>
          <a:bodyPr xmlns:a="http://schemas.openxmlformats.org/drawingml/2006/main" wrap="square" lIns="508" tIns="508" rIns="508" bIns="508" anchor="ctr">
            <a:noAutofit/>
          </a:bodyPr>
          <a:lstStyle xmlns:a="http://schemas.openxmlformats.org/drawingml/2006/main">
            <a:lvl1pPr marL="0" algn="l" defTabSz="914400">
              <a:buNone/>
              <a:defRPr sz="1800" kern="1200">
                <a:solidFill>
                  <a:schemeClr val="tx1"/>
                </a:solidFill>
                <a:latin typeface="+mn-lt"/>
                <a:ea typeface="+mn-lt"/>
                <a:cs typeface="+mn-lt"/>
              </a:defRPr>
            </a:lvl1pPr>
            <a:lvl2pPr marL="457200" algn="l" defTabSz="914400">
              <a:buNone/>
              <a:defRPr sz="1800" kern="1200">
                <a:solidFill>
                  <a:schemeClr val="tx1"/>
                </a:solidFill>
                <a:latin typeface="+mn-lt"/>
                <a:ea typeface="+mn-lt"/>
                <a:cs typeface="+mn-lt"/>
              </a:defRPr>
            </a:lvl2pPr>
            <a:lvl3pPr marL="914400" algn="l" defTabSz="914400">
              <a:buNone/>
              <a:defRPr sz="1800" kern="1200">
                <a:solidFill>
                  <a:schemeClr val="tx1"/>
                </a:solidFill>
                <a:latin typeface="+mn-lt"/>
                <a:ea typeface="+mn-lt"/>
                <a:cs typeface="+mn-lt"/>
              </a:defRPr>
            </a:lvl3pPr>
            <a:lvl4pPr marL="1371600" algn="l" defTabSz="914400">
              <a:buNone/>
              <a:defRPr sz="1800" kern="1200">
                <a:solidFill>
                  <a:schemeClr val="tx1"/>
                </a:solidFill>
                <a:latin typeface="+mn-lt"/>
                <a:ea typeface="+mn-lt"/>
                <a:cs typeface="+mn-lt"/>
              </a:defRPr>
            </a:lvl4pPr>
            <a:lvl5pPr marL="1828800" algn="l" defTabSz="914400">
              <a:buNone/>
              <a:defRPr sz="1800" kern="1200">
                <a:solidFill>
                  <a:schemeClr val="tx1"/>
                </a:solidFill>
                <a:latin typeface="+mn-lt"/>
                <a:ea typeface="+mn-lt"/>
                <a:cs typeface="+mn-lt"/>
              </a:defRPr>
            </a:lvl5pPr>
            <a:lvl6pPr marL="2286000" algn="l" defTabSz="914400">
              <a:buNone/>
              <a:defRPr sz="1800" kern="1200">
                <a:solidFill>
                  <a:schemeClr val="tx1"/>
                </a:solidFill>
                <a:latin typeface="+mn-lt"/>
                <a:ea typeface="+mn-lt"/>
                <a:cs typeface="+mn-lt"/>
              </a:defRPr>
            </a:lvl6pPr>
            <a:lvl7pPr marL="2743200" algn="l" defTabSz="914400">
              <a:buNone/>
              <a:defRPr sz="1800" kern="1200">
                <a:solidFill>
                  <a:schemeClr val="tx1"/>
                </a:solidFill>
                <a:latin typeface="+mn-lt"/>
                <a:ea typeface="+mn-lt"/>
                <a:cs typeface="+mn-lt"/>
              </a:defRPr>
            </a:lvl7pPr>
            <a:lvl8pPr marL="3200400" algn="l" defTabSz="914400">
              <a:buNone/>
              <a:defRPr sz="1800" kern="1200">
                <a:solidFill>
                  <a:schemeClr val="tx1"/>
                </a:solidFill>
                <a:latin typeface="+mn-lt"/>
                <a:ea typeface="+mn-lt"/>
                <a:cs typeface="+mn-lt"/>
              </a:defRPr>
            </a:lvl8pPr>
            <a:lvl9pPr marL="3657600" algn="l" defTabSz="914400">
              <a:buNone/>
              <a:defRPr sz="1800" kern="1200">
                <a:solidFill>
                  <a:schemeClr val="tx1"/>
                </a:solidFill>
                <a:latin typeface="+mn-lt"/>
                <a:ea typeface="+mn-lt"/>
                <a:cs typeface="+mn-lt"/>
              </a:defRPr>
            </a:lvl9pPr>
          </a:lstStyle>
          <a:p xmlns:a="http://schemas.openxmlformats.org/drawingml/2006/main">
            <a:pPr marL="0" indent="0">
              <a:buNone/>
            </a:pPr>
            <a:r>
              <a:rPr sz="1000">
                <a:solidFill>
                  <a:srgbClr val="1E293B"/>
                </a:solidFill>
                <a:latin typeface="Arial"/>
                <a:ea typeface="Arial"/>
                <a:cs typeface="Arial"/>
              </a:rPr>
              <a:t>Humanoid &amp; Robot</a:t>
            </a:r>
            <a:endParaRPr sz="1000">
              <a:solidFill>
                <a:srgbClr val="1E293B"/>
              </a:solidFill>
              <a:latin typeface="Arial"/>
              <a:ea typeface="Arial"/>
              <a:cs typeface="Arial"/>
            </a:endParaRPr>
          </a:p>
        </p:txBody>
      </p:sp>
      <p:sp>
        <p:nvSpPr>
          <p:cNvPr id="16" name="Text 30">
            <a:extLst xmlns:a="http://schemas.openxmlformats.org/drawingml/2006/main">
              <a:ext uri="{FF2B5EF4-FFF2-40B4-BE49-F238E27FC236}">
                <a16:creationId xmlns:a16="http://schemas.microsoft.com/office/drawing/2014/main" id="{A4AED8C6-3272-F355-D7B8-869D77C106D4}"/>
              </a:ext>
            </a:extLst>
          </p:cNvPr>
          <p:cNvSpPr>
            <a:spLocks xmlns:a="http://schemas.openxmlformats.org/drawingml/2006/main" noGrp="1"/>
          </p:cNvSpPr>
          <p:nvPr/>
        </p:nvSpPr>
        <p:spPr>
          <a:xfrm xmlns:a="http://schemas.openxmlformats.org/drawingml/2006/main">
            <a:off x="4944071" y="1877816"/>
            <a:ext cx="1804758" cy="85900"/>
          </a:xfrm>
          <a:prstGeom xmlns:a="http://schemas.openxmlformats.org/drawingml/2006/main" prst="rect">
            <a:avLst/>
          </a:prstGeom>
          <a:noFill xmlns:a="http://schemas.openxmlformats.org/drawingml/2006/main"/>
        </p:spPr>
        <p:txBody>
          <a:bodyPr xmlns:a="http://schemas.openxmlformats.org/drawingml/2006/main" wrap="square" lIns="508" tIns="508" rIns="508" bIns="508" anchor="ctr">
            <a:noAutofit/>
          </a:bodyPr>
          <a:lstStyle xmlns:a="http://schemas.openxmlformats.org/drawingml/2006/main">
            <a:lvl1pPr marL="0" algn="l" defTabSz="914400">
              <a:buNone/>
              <a:defRPr sz="1800" kern="1200">
                <a:solidFill>
                  <a:schemeClr val="tx1"/>
                </a:solidFill>
                <a:latin typeface="+mn-lt"/>
                <a:ea typeface="+mn-lt"/>
                <a:cs typeface="+mn-lt"/>
              </a:defRPr>
            </a:lvl1pPr>
            <a:lvl2pPr marL="457200" algn="l" defTabSz="914400">
              <a:buNone/>
              <a:defRPr sz="1800" kern="1200">
                <a:solidFill>
                  <a:schemeClr val="tx1"/>
                </a:solidFill>
                <a:latin typeface="+mn-lt"/>
                <a:ea typeface="+mn-lt"/>
                <a:cs typeface="+mn-lt"/>
              </a:defRPr>
            </a:lvl2pPr>
            <a:lvl3pPr marL="914400" algn="l" defTabSz="914400">
              <a:buNone/>
              <a:defRPr sz="1800" kern="1200">
                <a:solidFill>
                  <a:schemeClr val="tx1"/>
                </a:solidFill>
                <a:latin typeface="+mn-lt"/>
                <a:ea typeface="+mn-lt"/>
                <a:cs typeface="+mn-lt"/>
              </a:defRPr>
            </a:lvl3pPr>
            <a:lvl4pPr marL="1371600" algn="l" defTabSz="914400">
              <a:buNone/>
              <a:defRPr sz="1800" kern="1200">
                <a:solidFill>
                  <a:schemeClr val="tx1"/>
                </a:solidFill>
                <a:latin typeface="+mn-lt"/>
                <a:ea typeface="+mn-lt"/>
                <a:cs typeface="+mn-lt"/>
              </a:defRPr>
            </a:lvl4pPr>
            <a:lvl5pPr marL="1828800" algn="l" defTabSz="914400">
              <a:buNone/>
              <a:defRPr sz="1800" kern="1200">
                <a:solidFill>
                  <a:schemeClr val="tx1"/>
                </a:solidFill>
                <a:latin typeface="+mn-lt"/>
                <a:ea typeface="+mn-lt"/>
                <a:cs typeface="+mn-lt"/>
              </a:defRPr>
            </a:lvl5pPr>
            <a:lvl6pPr marL="2286000" algn="l" defTabSz="914400">
              <a:buNone/>
              <a:defRPr sz="1800" kern="1200">
                <a:solidFill>
                  <a:schemeClr val="tx1"/>
                </a:solidFill>
                <a:latin typeface="+mn-lt"/>
                <a:ea typeface="+mn-lt"/>
                <a:cs typeface="+mn-lt"/>
              </a:defRPr>
            </a:lvl6pPr>
            <a:lvl7pPr marL="2743200" algn="l" defTabSz="914400">
              <a:buNone/>
              <a:defRPr sz="1800" kern="1200">
                <a:solidFill>
                  <a:schemeClr val="tx1"/>
                </a:solidFill>
                <a:latin typeface="+mn-lt"/>
                <a:ea typeface="+mn-lt"/>
                <a:cs typeface="+mn-lt"/>
              </a:defRPr>
            </a:lvl7pPr>
            <a:lvl8pPr marL="3200400" algn="l" defTabSz="914400">
              <a:buNone/>
              <a:defRPr sz="1800" kern="1200">
                <a:solidFill>
                  <a:schemeClr val="tx1"/>
                </a:solidFill>
                <a:latin typeface="+mn-lt"/>
                <a:ea typeface="+mn-lt"/>
                <a:cs typeface="+mn-lt"/>
              </a:defRPr>
            </a:lvl8pPr>
            <a:lvl9pPr marL="3657600" algn="l" defTabSz="914400">
              <a:buNone/>
              <a:defRPr sz="1800" kern="1200">
                <a:solidFill>
                  <a:schemeClr val="tx1"/>
                </a:solidFill>
                <a:latin typeface="+mn-lt"/>
                <a:ea typeface="+mn-lt"/>
                <a:cs typeface="+mn-lt"/>
              </a:defRPr>
            </a:lvl9pPr>
          </a:lstStyle>
          <a:p xmlns:a="http://schemas.openxmlformats.org/drawingml/2006/main">
            <a:pPr marL="0" indent="0">
              <a:buNone/>
            </a:pPr>
            <a:r>
              <a:rPr sz="1000">
                <a:solidFill>
                  <a:srgbClr val="1E293B"/>
                </a:solidFill>
                <a:latin typeface="Arial"/>
                <a:ea typeface="Arial"/>
                <a:cs typeface="Arial"/>
              </a:rPr>
              <a:t>Data - Chuẩn hóa &amp; Khai thác</a:t>
            </a:r>
            <a:endParaRPr sz="1000">
              <a:solidFill>
                <a:srgbClr val="1E293B"/>
              </a:solidFill>
              <a:latin typeface="Arial"/>
              <a:ea typeface="Arial"/>
              <a:cs typeface="Arial"/>
            </a:endParaRPr>
          </a:p>
        </p:txBody>
      </p:sp>
      <p:sp>
        <p:nvSpPr>
          <p:cNvPr id="17" name="Rectangle 16">
            <a:extLst xmlns:a="http://schemas.openxmlformats.org/drawingml/2006/main">
              <a:ext uri="{FF2B5EF4-FFF2-40B4-BE49-F238E27FC236}">
                <a16:creationId xmlns:a16="http://schemas.microsoft.com/office/drawing/2014/main" id="{6F20411B-B2D9-55D7-722A-6EB4D6330013}"/>
              </a:ext>
            </a:extLst>
          </p:cNvPr>
          <p:cNvSpPr>
            <a:spLocks xmlns:a="http://schemas.openxmlformats.org/drawingml/2006/main" noGrp="1"/>
          </p:cNvSpPr>
          <p:nvPr/>
        </p:nvSpPr>
        <p:spPr>
          <a:xfrm xmlns:a="http://schemas.openxmlformats.org/drawingml/2006/main">
            <a:off x="644238" y="1873192"/>
            <a:ext cx="144882" cy="90523"/>
          </a:xfrm>
          <a:prstGeom xmlns:a="http://schemas.openxmlformats.org/drawingml/2006/main" prst="rect">
            <a:avLst/>
          </a:prstGeom>
        </p:spPr>
        <p:style>
          <a:lnRef xmlns:a="http://schemas.openxmlformats.org/drawingml/2006/main" idx="2">
            <a:schemeClr val="dk1"/>
          </a:lnRef>
          <a:fillRef xmlns:a="http://schemas.openxmlformats.org/drawingml/2006/main" idx="1">
            <a:schemeClr val="lt1"/>
          </a:fillRef>
          <a:effectRef xmlns:a="http://schemas.openxmlformats.org/drawingml/2006/main" idx="0">
            <a:schemeClr val="dk1"/>
          </a:effectRef>
          <a:fontRef xmlns:a="http://schemas.openxmlformats.org/drawingml/2006/main" idx="minor">
            <a:schemeClr val="dk1"/>
          </a:fontRef>
        </p:style>
        <p:txBody>
          <a:bodyPr xmlns:a="http://schemas.openxmlformats.org/drawingml/2006/main" anchor="ctr"/>
          <a:lstStyle xmlns:a="http://schemas.openxmlformats.org/drawingml/2006/main">
            <a:lvl1pPr marL="0" algn="l" defTabSz="914400">
              <a:buNone/>
              <a:defRPr sz="1800" kern="1200">
                <a:solidFill>
                  <a:schemeClr val="dk1"/>
                </a:solidFill>
                <a:latin typeface="+mn-lt"/>
                <a:ea typeface="+mn-lt"/>
                <a:cs typeface="+mn-lt"/>
              </a:defRPr>
            </a:lvl1pPr>
            <a:lvl2pPr marL="457200" algn="l" defTabSz="914400">
              <a:buNone/>
              <a:defRPr sz="1800" kern="1200">
                <a:solidFill>
                  <a:schemeClr val="dk1"/>
                </a:solidFill>
                <a:latin typeface="+mn-lt"/>
                <a:ea typeface="+mn-lt"/>
                <a:cs typeface="+mn-lt"/>
              </a:defRPr>
            </a:lvl2pPr>
            <a:lvl3pPr marL="914400" algn="l" defTabSz="914400">
              <a:buNone/>
              <a:defRPr sz="1800" kern="1200">
                <a:solidFill>
                  <a:schemeClr val="dk1"/>
                </a:solidFill>
                <a:latin typeface="+mn-lt"/>
                <a:ea typeface="+mn-lt"/>
                <a:cs typeface="+mn-lt"/>
              </a:defRPr>
            </a:lvl3pPr>
            <a:lvl4pPr marL="1371600" algn="l" defTabSz="914400">
              <a:buNone/>
              <a:defRPr sz="1800" kern="1200">
                <a:solidFill>
                  <a:schemeClr val="dk1"/>
                </a:solidFill>
                <a:latin typeface="+mn-lt"/>
                <a:ea typeface="+mn-lt"/>
                <a:cs typeface="+mn-lt"/>
              </a:defRPr>
            </a:lvl4pPr>
            <a:lvl5pPr marL="1828800" algn="l" defTabSz="914400">
              <a:buNone/>
              <a:defRPr sz="1800" kern="1200">
                <a:solidFill>
                  <a:schemeClr val="dk1"/>
                </a:solidFill>
                <a:latin typeface="+mn-lt"/>
                <a:ea typeface="+mn-lt"/>
                <a:cs typeface="+mn-lt"/>
              </a:defRPr>
            </a:lvl5pPr>
            <a:lvl6pPr marL="2286000" algn="l" defTabSz="914400">
              <a:buNone/>
              <a:defRPr sz="1800" kern="1200">
                <a:solidFill>
                  <a:schemeClr val="dk1"/>
                </a:solidFill>
                <a:latin typeface="+mn-lt"/>
                <a:ea typeface="+mn-lt"/>
                <a:cs typeface="+mn-lt"/>
              </a:defRPr>
            </a:lvl6pPr>
            <a:lvl7pPr marL="2743200" algn="l" defTabSz="914400">
              <a:buNone/>
              <a:defRPr sz="1800" kern="1200">
                <a:solidFill>
                  <a:schemeClr val="dk1"/>
                </a:solidFill>
                <a:latin typeface="+mn-lt"/>
                <a:ea typeface="+mn-lt"/>
                <a:cs typeface="+mn-lt"/>
              </a:defRPr>
            </a:lvl7pPr>
            <a:lvl8pPr marL="3200400" algn="l" defTabSz="914400">
              <a:buNone/>
              <a:defRPr sz="1800" kern="1200">
                <a:solidFill>
                  <a:schemeClr val="dk1"/>
                </a:solidFill>
                <a:latin typeface="+mn-lt"/>
                <a:ea typeface="+mn-lt"/>
                <a:cs typeface="+mn-lt"/>
              </a:defRPr>
            </a:lvl8pPr>
            <a:lvl9pPr marL="3657600" algn="l" defTabSz="914400">
              <a:buNone/>
              <a:defRPr sz="1800" kern="1200">
                <a:solidFill>
                  <a:schemeClr val="dk1"/>
                </a:solidFill>
                <a:latin typeface="+mn-lt"/>
                <a:ea typeface="+mn-lt"/>
                <a:cs typeface="+mn-lt"/>
              </a:defRPr>
            </a:lvl9pPr>
          </a:lstStyle>
          <a:p xmlns:a="http://schemas.openxmlformats.org/drawingml/2006/main">
            <a:pPr algn="ctr">
              <a:buNone/>
            </a:pPr>
            <a:endParaRPr/>
          </a:p>
        </p:txBody>
      </p:sp>
      <p:sp>
        <p:nvSpPr>
          <p:cNvPr id="18" name="Rectangle 17">
            <a:extLst xmlns:a="http://schemas.openxmlformats.org/drawingml/2006/main">
              <a:ext uri="{FF2B5EF4-FFF2-40B4-BE49-F238E27FC236}">
                <a16:creationId xmlns:a16="http://schemas.microsoft.com/office/drawing/2014/main" id="{D796DE39-E33D-7996-C1FA-B4CD2F89DAEC}"/>
              </a:ext>
            </a:extLst>
          </p:cNvPr>
          <p:cNvSpPr>
            <a:spLocks xmlns:a="http://schemas.openxmlformats.org/drawingml/2006/main" noGrp="1"/>
          </p:cNvSpPr>
          <p:nvPr/>
        </p:nvSpPr>
        <p:spPr>
          <a:xfrm xmlns:a="http://schemas.openxmlformats.org/drawingml/2006/main">
            <a:off x="2616202" y="1868574"/>
            <a:ext cx="144882" cy="90523"/>
          </a:xfrm>
          <a:prstGeom xmlns:a="http://schemas.openxmlformats.org/drawingml/2006/main" prst="rect">
            <a:avLst/>
          </a:prstGeom>
          <a:solidFill xmlns:a="http://schemas.openxmlformats.org/drawingml/2006/main">
            <a:srgbClr val="12833E"/>
          </a:solidFill>
        </p:spPr>
        <p:style>
          <a:lnRef xmlns:a="http://schemas.openxmlformats.org/drawingml/2006/main" idx="2">
            <a:schemeClr val="dk1"/>
          </a:lnRef>
          <a:fillRef xmlns:a="http://schemas.openxmlformats.org/drawingml/2006/main" idx="1">
            <a:schemeClr val="lt1"/>
          </a:fillRef>
          <a:effectRef xmlns:a="http://schemas.openxmlformats.org/drawingml/2006/main" idx="0">
            <a:schemeClr val="dk1"/>
          </a:effectRef>
          <a:fontRef xmlns:a="http://schemas.openxmlformats.org/drawingml/2006/main" idx="minor">
            <a:schemeClr val="dk1"/>
          </a:fontRef>
        </p:style>
        <p:txBody>
          <a:bodyPr xmlns:a="http://schemas.openxmlformats.org/drawingml/2006/main" anchor="ctr"/>
          <a:lstStyle xmlns:a="http://schemas.openxmlformats.org/drawingml/2006/main">
            <a:lvl1pPr marL="0" algn="l" defTabSz="914400">
              <a:buNone/>
              <a:defRPr sz="1800" kern="1200">
                <a:solidFill>
                  <a:schemeClr val="dk1"/>
                </a:solidFill>
                <a:latin typeface="+mn-lt"/>
                <a:ea typeface="+mn-lt"/>
                <a:cs typeface="+mn-lt"/>
              </a:defRPr>
            </a:lvl1pPr>
            <a:lvl2pPr marL="457200" algn="l" defTabSz="914400">
              <a:buNone/>
              <a:defRPr sz="1800" kern="1200">
                <a:solidFill>
                  <a:schemeClr val="dk1"/>
                </a:solidFill>
                <a:latin typeface="+mn-lt"/>
                <a:ea typeface="+mn-lt"/>
                <a:cs typeface="+mn-lt"/>
              </a:defRPr>
            </a:lvl2pPr>
            <a:lvl3pPr marL="914400" algn="l" defTabSz="914400">
              <a:buNone/>
              <a:defRPr sz="1800" kern="1200">
                <a:solidFill>
                  <a:schemeClr val="dk1"/>
                </a:solidFill>
                <a:latin typeface="+mn-lt"/>
                <a:ea typeface="+mn-lt"/>
                <a:cs typeface="+mn-lt"/>
              </a:defRPr>
            </a:lvl3pPr>
            <a:lvl4pPr marL="1371600" algn="l" defTabSz="914400">
              <a:buNone/>
              <a:defRPr sz="1800" kern="1200">
                <a:solidFill>
                  <a:schemeClr val="dk1"/>
                </a:solidFill>
                <a:latin typeface="+mn-lt"/>
                <a:ea typeface="+mn-lt"/>
                <a:cs typeface="+mn-lt"/>
              </a:defRPr>
            </a:lvl4pPr>
            <a:lvl5pPr marL="1828800" algn="l" defTabSz="914400">
              <a:buNone/>
              <a:defRPr sz="1800" kern="1200">
                <a:solidFill>
                  <a:schemeClr val="dk1"/>
                </a:solidFill>
                <a:latin typeface="+mn-lt"/>
                <a:ea typeface="+mn-lt"/>
                <a:cs typeface="+mn-lt"/>
              </a:defRPr>
            </a:lvl5pPr>
            <a:lvl6pPr marL="2286000" algn="l" defTabSz="914400">
              <a:buNone/>
              <a:defRPr sz="1800" kern="1200">
                <a:solidFill>
                  <a:schemeClr val="dk1"/>
                </a:solidFill>
                <a:latin typeface="+mn-lt"/>
                <a:ea typeface="+mn-lt"/>
                <a:cs typeface="+mn-lt"/>
              </a:defRPr>
            </a:lvl6pPr>
            <a:lvl7pPr marL="2743200" algn="l" defTabSz="914400">
              <a:buNone/>
              <a:defRPr sz="1800" kern="1200">
                <a:solidFill>
                  <a:schemeClr val="dk1"/>
                </a:solidFill>
                <a:latin typeface="+mn-lt"/>
                <a:ea typeface="+mn-lt"/>
                <a:cs typeface="+mn-lt"/>
              </a:defRPr>
            </a:lvl7pPr>
            <a:lvl8pPr marL="3200400" algn="l" defTabSz="914400">
              <a:buNone/>
              <a:defRPr sz="1800" kern="1200">
                <a:solidFill>
                  <a:schemeClr val="dk1"/>
                </a:solidFill>
                <a:latin typeface="+mn-lt"/>
                <a:ea typeface="+mn-lt"/>
                <a:cs typeface="+mn-lt"/>
              </a:defRPr>
            </a:lvl8pPr>
            <a:lvl9pPr marL="3657600" algn="l" defTabSz="914400">
              <a:buNone/>
              <a:defRPr sz="1800" kern="1200">
                <a:solidFill>
                  <a:schemeClr val="dk1"/>
                </a:solidFill>
                <a:latin typeface="+mn-lt"/>
                <a:ea typeface="+mn-lt"/>
                <a:cs typeface="+mn-lt"/>
              </a:defRPr>
            </a:lvl9pPr>
          </a:lstStyle>
          <a:p xmlns:a="http://schemas.openxmlformats.org/drawingml/2006/main">
            <a:pPr algn="ctr">
              <a:buNone/>
            </a:pPr>
            <a:endParaRPr/>
          </a:p>
        </p:txBody>
      </p:sp>
      <p:sp>
        <p:nvSpPr>
          <p:cNvPr id="19" name="Rectangle 18">
            <a:extLst xmlns:a="http://schemas.openxmlformats.org/drawingml/2006/main">
              <a:ext uri="{FF2B5EF4-FFF2-40B4-BE49-F238E27FC236}">
                <a16:creationId xmlns:a16="http://schemas.microsoft.com/office/drawing/2014/main" id="{CE1310F5-42A6-B302-EE06-21793C461251}"/>
              </a:ext>
            </a:extLst>
          </p:cNvPr>
          <p:cNvSpPr>
            <a:spLocks xmlns:a="http://schemas.openxmlformats.org/drawingml/2006/main" noGrp="1"/>
          </p:cNvSpPr>
          <p:nvPr/>
        </p:nvSpPr>
        <p:spPr>
          <a:xfrm xmlns:a="http://schemas.openxmlformats.org/drawingml/2006/main">
            <a:off x="4749805" y="1868576"/>
            <a:ext cx="144882" cy="90523"/>
          </a:xfrm>
          <a:prstGeom xmlns:a="http://schemas.openxmlformats.org/drawingml/2006/main" prst="rect">
            <a:avLst/>
          </a:prstGeom>
        </p:spPr>
        <p:style>
          <a:lnRef xmlns:a="http://schemas.openxmlformats.org/drawingml/2006/main" idx="2">
            <a:schemeClr val="dk1"/>
          </a:lnRef>
          <a:fillRef xmlns:a="http://schemas.openxmlformats.org/drawingml/2006/main" idx="1">
            <a:schemeClr val="lt1"/>
          </a:fillRef>
          <a:effectRef xmlns:a="http://schemas.openxmlformats.org/drawingml/2006/main" idx="0">
            <a:schemeClr val="dk1"/>
          </a:effectRef>
          <a:fontRef xmlns:a="http://schemas.openxmlformats.org/drawingml/2006/main" idx="minor">
            <a:schemeClr val="dk1"/>
          </a:fontRef>
        </p:style>
        <p:txBody>
          <a:bodyPr xmlns:a="http://schemas.openxmlformats.org/drawingml/2006/main" anchor="ctr"/>
          <a:lstStyle xmlns:a="http://schemas.openxmlformats.org/drawingml/2006/main">
            <a:lvl1pPr marL="0" algn="l" defTabSz="914400">
              <a:buNone/>
              <a:defRPr sz="1800" kern="1200">
                <a:solidFill>
                  <a:schemeClr val="dk1"/>
                </a:solidFill>
                <a:latin typeface="+mn-lt"/>
                <a:ea typeface="+mn-lt"/>
                <a:cs typeface="+mn-lt"/>
              </a:defRPr>
            </a:lvl1pPr>
            <a:lvl2pPr marL="457200" algn="l" defTabSz="914400">
              <a:buNone/>
              <a:defRPr sz="1800" kern="1200">
                <a:solidFill>
                  <a:schemeClr val="dk1"/>
                </a:solidFill>
                <a:latin typeface="+mn-lt"/>
                <a:ea typeface="+mn-lt"/>
                <a:cs typeface="+mn-lt"/>
              </a:defRPr>
            </a:lvl2pPr>
            <a:lvl3pPr marL="914400" algn="l" defTabSz="914400">
              <a:buNone/>
              <a:defRPr sz="1800" kern="1200">
                <a:solidFill>
                  <a:schemeClr val="dk1"/>
                </a:solidFill>
                <a:latin typeface="+mn-lt"/>
                <a:ea typeface="+mn-lt"/>
                <a:cs typeface="+mn-lt"/>
              </a:defRPr>
            </a:lvl3pPr>
            <a:lvl4pPr marL="1371600" algn="l" defTabSz="914400">
              <a:buNone/>
              <a:defRPr sz="1800" kern="1200">
                <a:solidFill>
                  <a:schemeClr val="dk1"/>
                </a:solidFill>
                <a:latin typeface="+mn-lt"/>
                <a:ea typeface="+mn-lt"/>
                <a:cs typeface="+mn-lt"/>
              </a:defRPr>
            </a:lvl4pPr>
            <a:lvl5pPr marL="1828800" algn="l" defTabSz="914400">
              <a:buNone/>
              <a:defRPr sz="1800" kern="1200">
                <a:solidFill>
                  <a:schemeClr val="dk1"/>
                </a:solidFill>
                <a:latin typeface="+mn-lt"/>
                <a:ea typeface="+mn-lt"/>
                <a:cs typeface="+mn-lt"/>
              </a:defRPr>
            </a:lvl5pPr>
            <a:lvl6pPr marL="2286000" algn="l" defTabSz="914400">
              <a:buNone/>
              <a:defRPr sz="1800" kern="1200">
                <a:solidFill>
                  <a:schemeClr val="dk1"/>
                </a:solidFill>
                <a:latin typeface="+mn-lt"/>
                <a:ea typeface="+mn-lt"/>
                <a:cs typeface="+mn-lt"/>
              </a:defRPr>
            </a:lvl6pPr>
            <a:lvl7pPr marL="2743200" algn="l" defTabSz="914400">
              <a:buNone/>
              <a:defRPr sz="1800" kern="1200">
                <a:solidFill>
                  <a:schemeClr val="dk1"/>
                </a:solidFill>
                <a:latin typeface="+mn-lt"/>
                <a:ea typeface="+mn-lt"/>
                <a:cs typeface="+mn-lt"/>
              </a:defRPr>
            </a:lvl7pPr>
            <a:lvl8pPr marL="3200400" algn="l" defTabSz="914400">
              <a:buNone/>
              <a:defRPr sz="1800" kern="1200">
                <a:solidFill>
                  <a:schemeClr val="dk1"/>
                </a:solidFill>
                <a:latin typeface="+mn-lt"/>
                <a:ea typeface="+mn-lt"/>
                <a:cs typeface="+mn-lt"/>
              </a:defRPr>
            </a:lvl8pPr>
            <a:lvl9pPr marL="3657600" algn="l" defTabSz="914400">
              <a:buNone/>
              <a:defRPr sz="1800" kern="1200">
                <a:solidFill>
                  <a:schemeClr val="dk1"/>
                </a:solidFill>
                <a:latin typeface="+mn-lt"/>
                <a:ea typeface="+mn-lt"/>
                <a:cs typeface="+mn-lt"/>
              </a:defRPr>
            </a:lvl9pPr>
          </a:lstStyle>
          <a:p xmlns:a="http://schemas.openxmlformats.org/drawingml/2006/main">
            <a:pPr algn="ctr">
              <a:buNone/>
            </a:pPr>
            <a:endParaRPr/>
          </a:p>
        </p:txBody>
      </p:sp>
      <p:sp>
        <p:nvSpPr>
          <p:cNvPr id="9" name="Shape 28">
            <a:extLst xmlns:a="http://schemas.openxmlformats.org/drawingml/2006/main">
              <a:ext uri="{FF2B5EF4-FFF2-40B4-BE49-F238E27FC236}">
                <a16:creationId xmlns:a16="http://schemas.microsoft.com/office/drawing/2014/main" id="{1FDDD6C1-3C1C-4899-6C67-E2AC5AD563DD}"/>
              </a:ext>
            </a:extLst>
          </p:cNvPr>
          <p:cNvSpPr>
            <a:spLocks xmlns:a="http://schemas.openxmlformats.org/drawingml/2006/main" noGrp="1"/>
          </p:cNvSpPr>
          <p:nvPr/>
        </p:nvSpPr>
        <p:spPr>
          <a:xfrm xmlns:a="http://schemas.openxmlformats.org/drawingml/2006/main">
            <a:off x="292652" y="6027855"/>
            <a:ext cx="45720" cy="585216"/>
          </a:xfrm>
          <a:prstGeom xmlns:a="http://schemas.openxmlformats.org/drawingml/2006/main" prst="rect">
            <a:avLst/>
          </a:prstGeom>
          <a:solidFill xmlns:a="http://schemas.openxmlformats.org/drawingml/2006/main">
            <a:srgbClr val="30D158"/>
          </a:solidFill>
          <a:ln xmlns:a="http://schemas.openxmlformats.org/drawingml/2006/main" w="12700">
            <a:solidFill>
              <a:srgbClr val="30D158"/>
            </a:solidFill>
            <a:prstDash val="solid"/>
          </a:ln>
        </p:spPr>
        <p:txBody>
          <a:bodyPr xmlns:a="http://schemas.openxmlformats.org/drawingml/2006/main"/>
          <a:lstStyle xmlns:a="http://schemas.openxmlformats.org/drawingml/2006/main"/>
          <a:p xmlns:a="http://schemas.openxmlformats.org/drawingml/2006/main">
            <a:endParaRPr/>
          </a:p>
        </p:txBody>
      </p:sp>
    </p:spTree>
    <p:extLst>
      <p:ext uri="{BB962C8B-B14F-4D97-AF65-F5344CB8AC3E}">
        <p14:creationId xmlns:p14="http://schemas.microsoft.com/office/powerpoint/2010/main" val="461938588"/>
      </p:ext>
    </p:extLst>
  </p:cSld>
</p:sld>
</file>

<file path=ppt/slides/slide3.xml><?xml version="1.0" encoding="utf-8"?>
<p:sld xmlns:p="http://schemas.openxmlformats.org/presentationml/2006/main">
  <p:cSld>
    <p:spTree>
      <p:nvGrpSpPr>
        <p:cNvPr id="1" name=""/>
        <p:cNvGrpSpPr/>
        <p:nvPr/>
      </p:nvGrpSpPr>
      <p:grpSpPr>
        <a:xfrm xmlns:a="http://schemas.openxmlformats.org/drawingml/2006/main"/>
      </p:grpSpPr>
      <p:pic>
        <p:nvPicPr>
          <p:cNvPr id="7" name="Picture 6">
            <a:extLst xmlns:a="http://schemas.openxmlformats.org/drawingml/2006/main">
              <a:ext uri="{FF2B5EF4-FFF2-40B4-BE49-F238E27FC236}">
                <a16:creationId xmlns:a16="http://schemas.microsoft.com/office/drawing/2014/main" id="{8139CD89-B192-4D5A-AE89-859B28AAC317}"/>
              </a:ext>
            </a:extLst>
          </p:cNvPr>
          <p:cNvPicPr>
            <a:picLocks xmlns:a="http://schemas.openxmlformats.org/drawingml/2006/main" noChangeAspect="1"/>
          </p:cNvPicPr>
          <p:nvPr/>
        </p:nvPicPr>
        <p:blipFill>
          <a:blip xmlns:r="http://schemas.openxmlformats.org/officeDocument/2006/relationships" xmlns:a="http://schemas.openxmlformats.org/drawingml/2006/main" r:embed="Ra0aeb739aa9b4ba8"/>
          <a:srcRect xmlns:a="http://schemas.openxmlformats.org/drawingml/2006/main" l="0" t="32804" r="0" b="51587"/>
          <a:stretch xmlns:a="http://schemas.openxmlformats.org/drawingml/2006/main">
            <a:fillRect l="0" t="0" r="0" b="0"/>
          </a:stretch>
        </p:blipFill>
        <p:spPr>
          <a:xfrm xmlns:a="http://schemas.openxmlformats.org/drawingml/2006/main">
            <a:off x="0" y="5987142"/>
            <a:ext cx="12191999" cy="870861"/>
          </a:xfrm>
          <a:prstGeom xmlns:a="http://schemas.openxmlformats.org/drawingml/2006/main" prst="rect">
            <a:avLst/>
          </a:prstGeom>
        </p:spPr>
      </p:pic>
      <p:sp>
        <p:nvSpPr>
          <p:cNvPr id="2" name="Title 1">
            <a:extLst xmlns:a="http://schemas.openxmlformats.org/drawingml/2006/main">
              <a:ext uri="{FF2B5EF4-FFF2-40B4-BE49-F238E27FC236}">
                <a16:creationId xmlns:a16="http://schemas.microsoft.com/office/drawing/2014/main" id="{E74BC564-D302-43DC-A7AD-7214C0E7D65B}"/>
              </a:ext>
            </a:extLst>
          </p:cNvPr>
          <p:cNvSpPr>
            <a:spLocks xmlns:a="http://schemas.openxmlformats.org/drawingml/2006/main" noGrp="1"/>
          </p:cNvSpPr>
          <p:nvPr>
            <p:ph type="title" idx="0"/>
          </p:nvPr>
        </p:nvSpPr>
        <p:spPr>
          <a:xfrm xmlns:a="http://schemas.openxmlformats.org/drawingml/2006/main">
            <a:off x="5762625" y="200025"/>
            <a:ext cx="6096000" cy="866775"/>
          </a:xfrm>
          <a:prstGeom xmlns:a="http://schemas.openxmlformats.org/drawingml/2006/main" prst="rect">
            <a:avLst/>
          </a:prstGeom>
        </p:spPr>
        <p:txBody>
          <a:bodyPr xmlns:a="http://schemas.openxmlformats.org/drawingml/2006/main" wrap="square" lIns="0" tIns="0" rIns="0" bIns="0" anchor="ctr">
            <a:noAutofit/>
          </a:bodyPr>
          <a:lstStyle xmlns:a="http://schemas.openxmlformats.org/drawingml/2006/main">
            <a:defPPr algn="ctr">
              <a:defRPr sz="3600" b="1">
                <a:solidFill>
                  <a:srgbClr val="FFFFFF"/>
                </a:solidFill>
                <a:latin typeface="Times New Roman"/>
                <a:ea typeface="Times New Roman"/>
                <a:cs typeface="Times New Roman"/>
              </a:defRPr>
            </a:defPPr>
          </a:lstStyle>
          <a:p xmlns:a="http://schemas.openxmlformats.org/drawingml/2006/main">
            <a:pPr algn="ctr">
              <a:buNone/>
              <a:defRPr sz="3600" b="1">
                <a:solidFill>
                  <a:srgbClr val="FFFFFF"/>
                </a:solidFill>
                <a:latin typeface="Times New Roman"/>
                <a:ea typeface="Times New Roman"/>
                <a:cs typeface="Times New Roman"/>
              </a:defRPr>
            </a:pPr>
            <a:r>
              <a:rPr sz="3600" b="1">
                <a:solidFill>
                  <a:srgbClr val="FFFFFF"/>
                </a:solidFill>
                <a:latin typeface="Times New Roman"/>
                <a:ea typeface="Times New Roman"/>
                <a:cs typeface="Times New Roman"/>
              </a:rPr>
              <a:t>GIỚI THIỆU TEAM</a:t>
            </a:r>
          </a:p>
        </p:txBody>
      </p:sp>
      <p:sp>
        <p:nvSpPr>
          <p:cNvPr id="4" name="Shape 28">
            <a:extLst xmlns:a="http://schemas.openxmlformats.org/drawingml/2006/main">
              <a:ext uri="{FF2B5EF4-FFF2-40B4-BE49-F238E27FC236}">
                <a16:creationId xmlns:a16="http://schemas.microsoft.com/office/drawing/2014/main" id="{64A27266-1499-7603-74F4-281AD3DA2227}"/>
              </a:ext>
            </a:extLst>
          </p:cNvPr>
          <p:cNvSpPr>
            <a:spLocks xmlns:a="http://schemas.openxmlformats.org/drawingml/2006/main" noGrp="1"/>
          </p:cNvSpPr>
          <p:nvPr/>
        </p:nvSpPr>
        <p:spPr>
          <a:xfrm xmlns:a="http://schemas.openxmlformats.org/drawingml/2006/main">
            <a:off x="229152" y="6191141"/>
            <a:ext cx="45720" cy="585216"/>
          </a:xfrm>
          <a:prstGeom xmlns:a="http://schemas.openxmlformats.org/drawingml/2006/main" prst="rect">
            <a:avLst/>
          </a:prstGeom>
          <a:solidFill xmlns:a="http://schemas.openxmlformats.org/drawingml/2006/main">
            <a:srgbClr val="30D158"/>
          </a:solidFill>
          <a:ln xmlns:a="http://schemas.openxmlformats.org/drawingml/2006/main" w="12700">
            <a:solidFill>
              <a:srgbClr val="30D158"/>
            </a:solidFill>
            <a:prstDash val="solid"/>
          </a:ln>
        </p:spPr>
        <p:txBody>
          <a:bodyPr xmlns:a="http://schemas.openxmlformats.org/drawingml/2006/main"/>
          <a:lstStyle xmlns:a="http://schemas.openxmlformats.org/drawingml/2006/main"/>
          <a:p xmlns:a="http://schemas.openxmlformats.org/drawingml/2006/main">
            <a:endParaRPr/>
          </a:p>
        </p:txBody>
      </p:sp>
      <p:sp>
        <p:nvSpPr>
          <p:cNvPr id="5" name="Text 29">
            <a:extLst xmlns:a="http://schemas.openxmlformats.org/drawingml/2006/main">
              <a:ext uri="{FF2B5EF4-FFF2-40B4-BE49-F238E27FC236}">
                <a16:creationId xmlns:a16="http://schemas.microsoft.com/office/drawing/2014/main" id="{92A4CF22-A9C8-0580-4EBB-62E891BDEEA4}"/>
              </a:ext>
            </a:extLst>
          </p:cNvPr>
          <p:cNvSpPr>
            <a:spLocks xmlns:a="http://schemas.openxmlformats.org/drawingml/2006/main" noGrp="1"/>
          </p:cNvSpPr>
          <p:nvPr/>
        </p:nvSpPr>
        <p:spPr>
          <a:xfrm xmlns:a="http://schemas.openxmlformats.org/drawingml/2006/main">
            <a:off x="381000" y="6267450"/>
            <a:ext cx="10477500" cy="209550"/>
          </a:xfrm>
          <a:prstGeom xmlns:a="http://schemas.openxmlformats.org/drawingml/2006/main" prst="rect">
            <a:avLst/>
          </a:prstGeom>
          <a:noFill xmlns:a="http://schemas.openxmlformats.org/drawingml/2006/main"/>
        </p:spPr>
        <p:txBody>
          <a:bodyPr xmlns:a="http://schemas.openxmlformats.org/drawingml/2006/main" wrap="square" lIns="0" tIns="0" rIns="0" bIns="0" anchor="ctr">
            <a:noAutofit/>
          </a:bodyPr>
          <a:lstStyle xmlns:a="http://schemas.openxmlformats.org/drawingml/2006/main">
            <a:defPPr algn="l">
              <a:defRPr sz="1200" b="1">
                <a:solidFill>
                  <a:srgbClr val="FFFFFF"/>
                </a:solidFill>
                <a:latin typeface="Arial"/>
                <a:ea typeface="Arial"/>
                <a:cs typeface="Arial"/>
              </a:defRPr>
            </a:defPPr>
          </a:lstStyle>
          <a:p xmlns:a="http://schemas.openxmlformats.org/drawingml/2006/main">
            <a:pPr marL="0" indent="0" algn="l">
              <a:buNone/>
              <a:defRPr sz="1200" b="1">
                <a:solidFill>
                  <a:srgbClr val="FFFFFF"/>
                </a:solidFill>
                <a:latin typeface="Arial"/>
                <a:ea typeface="Arial"/>
                <a:cs typeface="Arial"/>
              </a:defRPr>
            </a:pPr>
            <a:r>
              <a:rPr sz="1200" b="1">
                <a:solidFill>
                  <a:srgbClr val="FFFFFF"/>
                </a:solidFill>
                <a:latin typeface="Arial"/>
                <a:ea typeface="Arial"/>
                <a:cs typeface="Arial"/>
              </a:rPr>
              <a:t>Notice:</a:t>
            </a:r>
            <a:endParaRPr sz="1100">
              <a:solidFill>
                <a:schemeClr val="bg1"/>
              </a:solidFill>
              <a:latin typeface="Arial"/>
              <a:ea typeface="Arial"/>
              <a:cs typeface="Arial"/>
            </a:endParaRPr>
          </a:p>
        </p:txBody>
      </p:sp>
      <p:sp>
        <p:nvSpPr>
          <p:cNvPr id="6" name="Text 30">
            <a:extLst xmlns:a="http://schemas.openxmlformats.org/drawingml/2006/main">
              <a:ext uri="{FF2B5EF4-FFF2-40B4-BE49-F238E27FC236}">
                <a16:creationId xmlns:a16="http://schemas.microsoft.com/office/drawing/2014/main" id="{434FE321-E1C3-D3A5-8585-506D365F2710}"/>
              </a:ext>
            </a:extLst>
          </p:cNvPr>
          <p:cNvSpPr>
            <a:spLocks xmlns:a="http://schemas.openxmlformats.org/drawingml/2006/main" noGrp="1"/>
          </p:cNvSpPr>
          <p:nvPr/>
        </p:nvSpPr>
        <p:spPr>
          <a:xfrm xmlns:a="http://schemas.openxmlformats.org/drawingml/2006/main">
            <a:off x="381000" y="6543675"/>
            <a:ext cx="10858500" cy="228600"/>
          </a:xfrm>
          <a:prstGeom xmlns:a="http://schemas.openxmlformats.org/drawingml/2006/main" prst="rect">
            <a:avLst/>
          </a:prstGeom>
          <a:noFill xmlns:a="http://schemas.openxmlformats.org/drawingml/2006/main"/>
        </p:spPr>
        <p:txBody>
          <a:bodyPr xmlns:a="http://schemas.openxmlformats.org/drawingml/2006/main" wrap="square" lIns="0" tIns="0" rIns="0" bIns="0" anchor="ctr">
            <a:noAutofit/>
          </a:bodyPr>
          <a:lstStyle xmlns:a="http://schemas.openxmlformats.org/drawingml/2006/main">
            <a:defPPr algn="l">
              <a:defRPr sz="1050" b="0">
                <a:solidFill>
                  <a:srgbClr val="FFFFFF"/>
                </a:solidFill>
                <a:latin typeface="Arial"/>
                <a:ea typeface="Arial"/>
                <a:cs typeface="Arial"/>
              </a:defRPr>
            </a:defPPr>
          </a:lstStyle>
          <a:p xmlns:a="http://schemas.openxmlformats.org/drawingml/2006/main">
            <a:pPr marL="0" indent="0" algn="l">
              <a:buNone/>
              <a:defRPr sz="1050" b="0">
                <a:solidFill>
                  <a:srgbClr val="FFFFFF"/>
                </a:solidFill>
                <a:latin typeface="Arial"/>
                <a:ea typeface="Arial"/>
                <a:cs typeface="Arial"/>
              </a:defRPr>
            </a:pPr>
            <a:r>
              <a:rPr sz="1050" b="0">
                <a:solidFill>
                  <a:srgbClr val="FFFFFF"/>
                </a:solidFill>
                <a:latin typeface="Arial"/>
                <a:ea typeface="Arial"/>
                <a:cs typeface="Arial"/>
              </a:rPr>
              <a:t>Trình bày năng lực thực tế, kinh nghiệm của đội thi.</a:t>
            </a:r>
          </a:p>
        </p:txBody>
      </p:sp>
      <p:sp>
        <p:nvSpPr>
          <p:cNvPr id="8" name="team-evidence-text-1">
            <a:extLst xmlns:a="http://schemas.openxmlformats.org/drawingml/2006/main">
              <a:ext uri="{FF2B5EF4-FFF2-40B4-BE49-F238E27FC236}">
                <a16:creationId xmlns:a16="http://schemas.microsoft.com/office/drawing/2014/main" id="{F3C699D7-E39C-4A81-8C87-8B4CB6C2E3F1}"/>
              </a:ext>
            </a:extLst>
          </p:cNvPr>
          <p:cNvSpPr>
            <a:spLocks xmlns:a="http://schemas.openxmlformats.org/drawingml/2006/main" noGrp="1"/>
          </p:cNvSpPr>
          <p:nvPr/>
        </p:nvSpPr>
        <p:spPr>
          <a:xfrm xmlns:a="http://schemas.openxmlformats.org/drawingml/2006/main">
            <a:off x="457200" y="1438275"/>
            <a:ext cx="112776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625" b="1">
                <a:solidFill>
                  <a:srgbClr val="20245F"/>
                </a:solidFill>
                <a:latin typeface="Arial"/>
                <a:ea typeface="Arial"/>
                <a:cs typeface="Arial"/>
              </a:defRPr>
            </a:defPPr>
          </a:lstStyle>
          <a:p xmlns:a="http://schemas.openxmlformats.org/drawingml/2006/main">
            <a:pPr algn="l">
              <a:defRPr sz="2625" b="1">
                <a:solidFill>
                  <a:srgbClr val="20245F"/>
                </a:solidFill>
                <a:latin typeface="Arial"/>
                <a:ea typeface="Arial"/>
                <a:cs typeface="Arial"/>
              </a:defRPr>
            </a:pPr>
            <a:r>
              <a:rPr sz="2625" b="1">
                <a:solidFill>
                  <a:srgbClr val="20245F"/>
                </a:solidFill>
                <a:latin typeface="Arial"/>
                <a:ea typeface="Arial"/>
                <a:cs typeface="Arial"/>
              </a:rPr>
              <a:t>ilovephysicalintelligence</a:t>
            </a:r>
          </a:p>
        </p:txBody>
      </p:sp>
      <p:sp>
        <p:nvSpPr>
          <p:cNvPr id="9" name="team-evidence-text-2">
            <a:extLst xmlns:a="http://schemas.openxmlformats.org/drawingml/2006/main">
              <a:ext uri="{FF2B5EF4-FFF2-40B4-BE49-F238E27FC236}">
                <a16:creationId xmlns:a16="http://schemas.microsoft.com/office/drawing/2014/main" id="{EE12CE2D-7990-4705-85F1-C278521E1F4B}"/>
              </a:ext>
            </a:extLst>
          </p:cNvPr>
          <p:cNvSpPr>
            <a:spLocks xmlns:a="http://schemas.openxmlformats.org/drawingml/2006/main" noGrp="1"/>
          </p:cNvSpPr>
          <p:nvPr/>
        </p:nvSpPr>
        <p:spPr>
          <a:xfrm xmlns:a="http://schemas.openxmlformats.org/drawingml/2006/main">
            <a:off x="457200" y="1943100"/>
            <a:ext cx="112776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0">
                <a:solidFill>
                  <a:srgbClr val="617087"/>
                </a:solidFill>
                <a:latin typeface="Arial"/>
                <a:ea typeface="Arial"/>
                <a:cs typeface="Arial"/>
              </a:defRPr>
            </a:defPPr>
          </a:lstStyle>
          <a:p xmlns:a="http://schemas.openxmlformats.org/drawingml/2006/main">
            <a:pPr algn="l">
              <a:defRPr sz="1650" b="0">
                <a:solidFill>
                  <a:srgbClr val="617087"/>
                </a:solidFill>
                <a:latin typeface="Arial"/>
                <a:ea typeface="Arial"/>
                <a:cs typeface="Arial"/>
              </a:defRPr>
            </a:pPr>
            <a:r>
              <a:rPr sz="1650" b="0">
                <a:solidFill>
                  <a:srgbClr val="617087"/>
                </a:solidFill>
                <a:latin typeface="Arial"/>
                <a:ea typeface="Arial"/>
                <a:cs typeface="Arial"/>
              </a:rPr>
              <a:t>5 thành viên, 3 mảng chuyên môn cho PoC humanoid gắp–đặt</a:t>
            </a:r>
          </a:p>
        </p:txBody>
      </p:sp>
      <p:sp>
        <p:nvSpPr>
          <p:cNvPr id="10" name="team-evidence-text-3">
            <a:extLst xmlns:a="http://schemas.openxmlformats.org/drawingml/2006/main">
              <a:ext uri="{FF2B5EF4-FFF2-40B4-BE49-F238E27FC236}">
                <a16:creationId xmlns:a16="http://schemas.microsoft.com/office/drawing/2014/main" id="{670B9F84-EF3D-462D-99D0-2B6CD9F74BF7}"/>
              </a:ext>
            </a:extLst>
          </p:cNvPr>
          <p:cNvSpPr>
            <a:spLocks xmlns:a="http://schemas.openxmlformats.org/drawingml/2006/main" noGrp="1"/>
          </p:cNvSpPr>
          <p:nvPr/>
        </p:nvSpPr>
        <p:spPr>
          <a:xfrm xmlns:a="http://schemas.openxmlformats.org/drawingml/2006/main">
            <a:off x="457200" y="2352675"/>
            <a:ext cx="4000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1">
                <a:solidFill>
                  <a:srgbClr val="39458F"/>
                </a:solidFill>
                <a:latin typeface="Arial"/>
                <a:ea typeface="Arial"/>
                <a:cs typeface="Arial"/>
              </a:defRPr>
            </a:defPPr>
          </a:lstStyle>
          <a:p xmlns:a="http://schemas.openxmlformats.org/drawingml/2006/main">
            <a:pPr algn="l">
              <a:defRPr sz="1425" b="1">
                <a:solidFill>
                  <a:srgbClr val="39458F"/>
                </a:solidFill>
                <a:latin typeface="Arial"/>
                <a:ea typeface="Arial"/>
                <a:cs typeface="Arial"/>
              </a:defRPr>
            </a:pPr>
            <a:r>
              <a:rPr sz="1425" b="1">
                <a:solidFill>
                  <a:srgbClr val="39458F"/>
                </a:solidFill>
                <a:latin typeface="Arial"/>
                <a:ea typeface="Arial"/>
                <a:cs typeface="Arial"/>
              </a:rPr>
              <a:t>ROBOT LEARNING</a:t>
            </a:r>
          </a:p>
        </p:txBody>
      </p:sp>
      <p:sp>
        <p:nvSpPr>
          <p:cNvPr id="11" name="team-evidence-text-4">
            <a:extLst xmlns:a="http://schemas.openxmlformats.org/drawingml/2006/main">
              <a:ext uri="{FF2B5EF4-FFF2-40B4-BE49-F238E27FC236}">
                <a16:creationId xmlns:a16="http://schemas.microsoft.com/office/drawing/2014/main" id="{C6F0AFD1-0D73-4431-B05F-2B6A7DB50F2F}"/>
              </a:ext>
            </a:extLst>
          </p:cNvPr>
          <p:cNvSpPr>
            <a:spLocks xmlns:a="http://schemas.openxmlformats.org/drawingml/2006/main" noGrp="1"/>
          </p:cNvSpPr>
          <p:nvPr/>
        </p:nvSpPr>
        <p:spPr>
          <a:xfrm xmlns:a="http://schemas.openxmlformats.org/drawingml/2006/main">
            <a:off x="457200" y="2638425"/>
            <a:ext cx="40005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1">
                <a:solidFill>
                  <a:srgbClr val="20245F"/>
                </a:solidFill>
                <a:latin typeface="Arial"/>
                <a:ea typeface="Arial"/>
                <a:cs typeface="Arial"/>
              </a:defRPr>
            </a:defPPr>
          </a:lstStyle>
          <a:p xmlns:a="http://schemas.openxmlformats.org/drawingml/2006/main">
            <a:pPr algn="l">
              <a:defRPr sz="1800" b="1">
                <a:solidFill>
                  <a:srgbClr val="20245F"/>
                </a:solidFill>
                <a:latin typeface="Arial"/>
                <a:ea typeface="Arial"/>
                <a:cs typeface="Arial"/>
              </a:defRPr>
            </a:pPr>
            <a:r>
              <a:rPr sz="1800" b="1">
                <a:solidFill>
                  <a:srgbClr val="20245F"/>
                </a:solidFill>
                <a:latin typeface="Arial"/>
                <a:ea typeface="Arial"/>
                <a:cs typeface="Arial"/>
              </a:rPr>
              <a:t>Dương Đình Hiếu</a:t>
            </a:r>
          </a:p>
        </p:txBody>
      </p:sp>
      <p:sp>
        <p:nvSpPr>
          <p:cNvPr id="12" name="team-evidence-text-5">
            <a:extLst xmlns:a="http://schemas.openxmlformats.org/drawingml/2006/main">
              <a:ext uri="{FF2B5EF4-FFF2-40B4-BE49-F238E27FC236}">
                <a16:creationId xmlns:a16="http://schemas.microsoft.com/office/drawing/2014/main" id="{543929B9-60F5-4674-86B6-3E90CC7FF9B7}"/>
              </a:ext>
            </a:extLst>
          </p:cNvPr>
          <p:cNvSpPr>
            <a:spLocks xmlns:a="http://schemas.openxmlformats.org/drawingml/2006/main" noGrp="1"/>
          </p:cNvSpPr>
          <p:nvPr/>
        </p:nvSpPr>
        <p:spPr>
          <a:xfrm xmlns:a="http://schemas.openxmlformats.org/drawingml/2006/main">
            <a:off x="457200" y="2981325"/>
            <a:ext cx="4000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50" b="0">
                <a:solidFill>
                  <a:srgbClr val="222C4C"/>
                </a:solidFill>
                <a:latin typeface="Arial"/>
                <a:ea typeface="Arial"/>
                <a:cs typeface="Arial"/>
              </a:defRPr>
            </a:defPPr>
          </a:lstStyle>
          <a:p xmlns:a="http://schemas.openxmlformats.org/drawingml/2006/main">
            <a:pPr algn="l">
              <a:defRPr sz="1350" b="0">
                <a:solidFill>
                  <a:srgbClr val="222C4C"/>
                </a:solidFill>
                <a:latin typeface="Arial"/>
                <a:ea typeface="Arial"/>
                <a:cs typeface="Arial"/>
              </a:defRPr>
            </a:pPr>
            <a:r>
              <a:rPr sz="1350" b="0">
                <a:solidFill>
                  <a:srgbClr val="222C4C"/>
                </a:solidFill>
                <a:latin typeface="Arial"/>
                <a:ea typeface="Arial"/>
                <a:cs typeface="Arial"/>
              </a:rPr>
              <a:t>VLA nhẹ, RL humanoid, đầu mối DENSO</a:t>
            </a:r>
          </a:p>
        </p:txBody>
      </p:sp>
      <p:sp>
        <p:nvSpPr>
          <p:cNvPr id="13" name="team-evidence-text-6">
            <a:extLst xmlns:a="http://schemas.openxmlformats.org/drawingml/2006/main">
              <a:ext uri="{FF2B5EF4-FFF2-40B4-BE49-F238E27FC236}">
                <a16:creationId xmlns:a16="http://schemas.microsoft.com/office/drawing/2014/main" id="{F408C3D3-04B4-48E3-A0AE-2C9F12AB3141}"/>
              </a:ext>
            </a:extLst>
          </p:cNvPr>
          <p:cNvSpPr>
            <a:spLocks xmlns:a="http://schemas.openxmlformats.org/drawingml/2006/main" noGrp="1"/>
          </p:cNvSpPr>
          <p:nvPr/>
        </p:nvSpPr>
        <p:spPr>
          <a:xfrm xmlns:a="http://schemas.openxmlformats.org/drawingml/2006/main">
            <a:off x="457200" y="3257550"/>
            <a:ext cx="4000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00" b="0">
                <a:solidFill>
                  <a:srgbClr val="617087"/>
                </a:solidFill>
                <a:latin typeface="Arial"/>
                <a:ea typeface="Arial"/>
                <a:cs typeface="Arial"/>
              </a:defRPr>
            </a:defPPr>
          </a:lstStyle>
          <a:p xmlns:a="http://schemas.openxmlformats.org/drawingml/2006/main">
            <a:pPr algn="l">
              <a:defRPr sz="1200" b="0">
                <a:solidFill>
                  <a:srgbClr val="617087"/>
                </a:solidFill>
                <a:latin typeface="Arial"/>
                <a:ea typeface="Arial"/>
                <a:cs typeface="Arial"/>
              </a:defRPr>
            </a:pPr>
            <a:r>
              <a:rPr sz="1200" b="0">
                <a:solidFill>
                  <a:srgbClr val="617087"/>
                </a:solidFill>
                <a:latin typeface="Arial"/>
                <a:ea typeface="Arial"/>
                <a:cs typeface="Arial"/>
              </a:rPr>
              <a:t>Smart Lab, FPT University</a:t>
            </a:r>
          </a:p>
        </p:txBody>
      </p:sp>
      <p:sp>
        <p:nvSpPr>
          <p:cNvPr id="14" name="team-evidence-text-7">
            <a:extLst xmlns:a="http://schemas.openxmlformats.org/drawingml/2006/main">
              <a:ext uri="{FF2B5EF4-FFF2-40B4-BE49-F238E27FC236}">
                <a16:creationId xmlns:a16="http://schemas.microsoft.com/office/drawing/2014/main" id="{EC771A5F-3C8B-4177-A4B3-EAF19C58B9FF}"/>
              </a:ext>
            </a:extLst>
          </p:cNvPr>
          <p:cNvSpPr>
            <a:spLocks xmlns:a="http://schemas.openxmlformats.org/drawingml/2006/main" noGrp="1"/>
          </p:cNvSpPr>
          <p:nvPr/>
        </p:nvSpPr>
        <p:spPr>
          <a:xfrm xmlns:a="http://schemas.openxmlformats.org/drawingml/2006/main">
            <a:off x="457200" y="3429000"/>
            <a:ext cx="4000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1">
                <a:solidFill>
                  <a:srgbClr val="12833E"/>
                </a:solidFill>
                <a:latin typeface="Arial"/>
                <a:ea typeface="Arial"/>
                <a:cs typeface="Arial"/>
              </a:defRPr>
            </a:defPPr>
          </a:lstStyle>
          <a:p xmlns:a="http://schemas.openxmlformats.org/drawingml/2006/main">
            <a:pPr algn="l">
              <a:defRPr sz="1425" b="1">
                <a:solidFill>
                  <a:srgbClr val="12833E"/>
                </a:solidFill>
                <a:latin typeface="Arial"/>
                <a:ea typeface="Arial"/>
                <a:cs typeface="Arial"/>
              </a:defRPr>
            </a:pPr>
            <a:r>
              <a:rPr sz="1425" b="1">
                <a:solidFill>
                  <a:srgbClr val="12833E"/>
                </a:solidFill>
                <a:latin typeface="Arial"/>
                <a:ea typeface="Arial"/>
                <a:cs typeface="Arial"/>
              </a:rPr>
              <a:t>ROBOTICS / SIMULATION</a:t>
            </a:r>
          </a:p>
        </p:txBody>
      </p:sp>
      <p:sp>
        <p:nvSpPr>
          <p:cNvPr id="15" name="team-evidence-text-8">
            <a:extLst xmlns:a="http://schemas.openxmlformats.org/drawingml/2006/main">
              <a:ext uri="{FF2B5EF4-FFF2-40B4-BE49-F238E27FC236}">
                <a16:creationId xmlns:a16="http://schemas.microsoft.com/office/drawing/2014/main" id="{24833CD1-6AAA-4DAA-988D-E14827BDD81F}"/>
              </a:ext>
            </a:extLst>
          </p:cNvPr>
          <p:cNvSpPr>
            <a:spLocks xmlns:a="http://schemas.openxmlformats.org/drawingml/2006/main" noGrp="1"/>
          </p:cNvSpPr>
          <p:nvPr/>
        </p:nvSpPr>
        <p:spPr>
          <a:xfrm xmlns:a="http://schemas.openxmlformats.org/drawingml/2006/main">
            <a:off x="457200" y="3705225"/>
            <a:ext cx="400050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1">
                <a:solidFill>
                  <a:srgbClr val="20245F"/>
                </a:solidFill>
                <a:latin typeface="Arial"/>
                <a:ea typeface="Arial"/>
                <a:cs typeface="Arial"/>
              </a:defRPr>
            </a:defPPr>
          </a:lstStyle>
          <a:p xmlns:a="http://schemas.openxmlformats.org/drawingml/2006/main">
            <a:pPr algn="l">
              <a:defRPr sz="1800" b="1">
                <a:solidFill>
                  <a:srgbClr val="20245F"/>
                </a:solidFill>
                <a:latin typeface="Arial"/>
                <a:ea typeface="Arial"/>
                <a:cs typeface="Arial"/>
              </a:defRPr>
            </a:pPr>
            <a:r>
              <a:rPr sz="1800" b="1">
                <a:solidFill>
                  <a:srgbClr val="20245F"/>
                </a:solidFill>
                <a:latin typeface="Arial"/>
                <a:ea typeface="Arial"/>
                <a:cs typeface="Arial"/>
              </a:rPr>
              <a:t>Trần Ngọc Hưng</a:t>
            </a:r>
          </a:p>
          <a:p xmlns:a="http://schemas.openxmlformats.org/drawingml/2006/main">
            <a:pPr algn="l">
              <a:defRPr sz="1800" b="1">
                <a:solidFill>
                  <a:srgbClr val="20245F"/>
                </a:solidFill>
                <a:latin typeface="Arial"/>
                <a:ea typeface="Arial"/>
                <a:cs typeface="Arial"/>
              </a:defRPr>
            </a:pPr>
            <a:r>
              <a:rPr sz="1800" b="1">
                <a:solidFill>
                  <a:srgbClr val="20245F"/>
                </a:solidFill>
                <a:latin typeface="Arial"/>
                <a:ea typeface="Arial"/>
                <a:cs typeface="Arial"/>
              </a:rPr>
              <a:t>Trần Trịnh Hoàng Châu</a:t>
            </a:r>
          </a:p>
        </p:txBody>
      </p:sp>
      <p:sp>
        <p:nvSpPr>
          <p:cNvPr id="16" name="team-evidence-text-9">
            <a:extLst xmlns:a="http://schemas.openxmlformats.org/drawingml/2006/main">
              <a:ext uri="{FF2B5EF4-FFF2-40B4-BE49-F238E27FC236}">
                <a16:creationId xmlns:a16="http://schemas.microsoft.com/office/drawing/2014/main" id="{E4EB1090-7CCB-46ED-B237-713F9D5C3210}"/>
              </a:ext>
            </a:extLst>
          </p:cNvPr>
          <p:cNvSpPr>
            <a:spLocks xmlns:a="http://schemas.openxmlformats.org/drawingml/2006/main" noGrp="1"/>
          </p:cNvSpPr>
          <p:nvPr/>
        </p:nvSpPr>
        <p:spPr>
          <a:xfrm xmlns:a="http://schemas.openxmlformats.org/drawingml/2006/main">
            <a:off x="457200" y="4276725"/>
            <a:ext cx="4000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50" b="0">
                <a:solidFill>
                  <a:srgbClr val="222C4C"/>
                </a:solidFill>
                <a:latin typeface="Arial"/>
                <a:ea typeface="Arial"/>
                <a:cs typeface="Arial"/>
              </a:defRPr>
            </a:defPPr>
          </a:lstStyle>
          <a:p xmlns:a="http://schemas.openxmlformats.org/drawingml/2006/main">
            <a:pPr algn="l">
              <a:defRPr sz="1350" b="0">
                <a:solidFill>
                  <a:srgbClr val="222C4C"/>
                </a:solidFill>
                <a:latin typeface="Arial"/>
                <a:ea typeface="Arial"/>
                <a:cs typeface="Arial"/>
              </a:defRPr>
            </a:pPr>
            <a:r>
              <a:rPr sz="1350" b="0">
                <a:solidFill>
                  <a:srgbClr val="222C4C"/>
                </a:solidFill>
                <a:latin typeface="Arial"/>
                <a:ea typeface="Arial"/>
                <a:cs typeface="Arial"/>
              </a:rPr>
              <a:t>Thiết kế môi trường MuJoCo, Isaac Sim</a:t>
            </a:r>
          </a:p>
        </p:txBody>
      </p:sp>
      <p:sp>
        <p:nvSpPr>
          <p:cNvPr id="17" name="team-evidence-text-10">
            <a:extLst xmlns:a="http://schemas.openxmlformats.org/drawingml/2006/main">
              <a:ext uri="{FF2B5EF4-FFF2-40B4-BE49-F238E27FC236}">
                <a16:creationId xmlns:a16="http://schemas.microsoft.com/office/drawing/2014/main" id="{7CD9F493-7118-4B1A-BFFA-795038EE20A1}"/>
              </a:ext>
            </a:extLst>
          </p:cNvPr>
          <p:cNvSpPr>
            <a:spLocks xmlns:a="http://schemas.openxmlformats.org/drawingml/2006/main" noGrp="1"/>
          </p:cNvSpPr>
          <p:nvPr/>
        </p:nvSpPr>
        <p:spPr>
          <a:xfrm xmlns:a="http://schemas.openxmlformats.org/drawingml/2006/main">
            <a:off x="457200" y="4524375"/>
            <a:ext cx="4000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00" b="0">
                <a:solidFill>
                  <a:srgbClr val="617087"/>
                </a:solidFill>
                <a:latin typeface="Arial"/>
                <a:ea typeface="Arial"/>
                <a:cs typeface="Arial"/>
              </a:defRPr>
            </a:defPPr>
          </a:lstStyle>
          <a:p xmlns:a="http://schemas.openxmlformats.org/drawingml/2006/main">
            <a:pPr algn="l">
              <a:defRPr sz="1200" b="0">
                <a:solidFill>
                  <a:srgbClr val="617087"/>
                </a:solidFill>
                <a:latin typeface="Arial"/>
                <a:ea typeface="Arial"/>
                <a:cs typeface="Arial"/>
              </a:defRPr>
            </a:pPr>
            <a:r>
              <a:rPr sz="1200" b="0">
                <a:solidFill>
                  <a:srgbClr val="617087"/>
                </a:solidFill>
                <a:latin typeface="Arial"/>
                <a:ea typeface="Arial"/>
                <a:cs typeface="Arial"/>
              </a:rPr>
              <a:t>Smart Lab, FPT University</a:t>
            </a:r>
          </a:p>
        </p:txBody>
      </p:sp>
      <p:sp>
        <p:nvSpPr>
          <p:cNvPr id="18" name="team-evidence-text-11">
            <a:extLst xmlns:a="http://schemas.openxmlformats.org/drawingml/2006/main">
              <a:ext uri="{FF2B5EF4-FFF2-40B4-BE49-F238E27FC236}">
                <a16:creationId xmlns:a16="http://schemas.microsoft.com/office/drawing/2014/main" id="{47F5D930-E956-4DB4-A5EF-45F6D0B9E0AD}"/>
              </a:ext>
            </a:extLst>
          </p:cNvPr>
          <p:cNvSpPr>
            <a:spLocks xmlns:a="http://schemas.openxmlformats.org/drawingml/2006/main" noGrp="1"/>
          </p:cNvSpPr>
          <p:nvPr/>
        </p:nvSpPr>
        <p:spPr>
          <a:xfrm xmlns:a="http://schemas.openxmlformats.org/drawingml/2006/main">
            <a:off x="457200" y="4857750"/>
            <a:ext cx="4000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1">
                <a:solidFill>
                  <a:srgbClr val="39458F"/>
                </a:solidFill>
                <a:latin typeface="Arial"/>
                <a:ea typeface="Arial"/>
                <a:cs typeface="Arial"/>
              </a:defRPr>
            </a:defPPr>
          </a:lstStyle>
          <a:p xmlns:a="http://schemas.openxmlformats.org/drawingml/2006/main">
            <a:pPr algn="l">
              <a:defRPr sz="1425" b="1">
                <a:solidFill>
                  <a:srgbClr val="39458F"/>
                </a:solidFill>
                <a:latin typeface="Arial"/>
                <a:ea typeface="Arial"/>
                <a:cs typeface="Arial"/>
              </a:defRPr>
            </a:pPr>
            <a:r>
              <a:rPr sz="1425" b="1">
                <a:solidFill>
                  <a:srgbClr val="39458F"/>
                </a:solidFill>
                <a:latin typeface="Arial"/>
                <a:ea typeface="Arial"/>
                <a:cs typeface="Arial"/>
              </a:rPr>
              <a:t>DATA / PLATFORM</a:t>
            </a:r>
          </a:p>
        </p:txBody>
      </p:sp>
      <p:sp>
        <p:nvSpPr>
          <p:cNvPr id="19" name="team-evidence-text-12">
            <a:extLst xmlns:a="http://schemas.openxmlformats.org/drawingml/2006/main">
              <a:ext uri="{FF2B5EF4-FFF2-40B4-BE49-F238E27FC236}">
                <a16:creationId xmlns:a16="http://schemas.microsoft.com/office/drawing/2014/main" id="{FE23F849-CDE6-4C98-8A03-E399288F9B15}"/>
              </a:ext>
            </a:extLst>
          </p:cNvPr>
          <p:cNvSpPr>
            <a:spLocks xmlns:a="http://schemas.openxmlformats.org/drawingml/2006/main" noGrp="1"/>
          </p:cNvSpPr>
          <p:nvPr/>
        </p:nvSpPr>
        <p:spPr>
          <a:xfrm xmlns:a="http://schemas.openxmlformats.org/drawingml/2006/main">
            <a:off x="457200" y="5133975"/>
            <a:ext cx="4000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1">
                <a:solidFill>
                  <a:srgbClr val="20245F"/>
                </a:solidFill>
                <a:latin typeface="Arial"/>
                <a:ea typeface="Arial"/>
                <a:cs typeface="Arial"/>
              </a:defRPr>
            </a:defPPr>
          </a:lstStyle>
          <a:p xmlns:a="http://schemas.openxmlformats.org/drawingml/2006/main">
            <a:pPr algn="l">
              <a:defRPr sz="1650" b="1">
                <a:solidFill>
                  <a:srgbClr val="20245F"/>
                </a:solidFill>
                <a:latin typeface="Arial"/>
                <a:ea typeface="Arial"/>
                <a:cs typeface="Arial"/>
              </a:defRPr>
            </a:pPr>
            <a:r>
              <a:rPr sz="1650" b="1">
                <a:solidFill>
                  <a:srgbClr val="20245F"/>
                </a:solidFill>
                <a:latin typeface="Arial"/>
                <a:ea typeface="Arial"/>
                <a:cs typeface="Arial"/>
              </a:rPr>
              <a:t>Nguyễn Thăng Long</a:t>
            </a:r>
          </a:p>
          <a:p xmlns:a="http://schemas.openxmlformats.org/drawingml/2006/main">
            <a:pPr algn="l">
              <a:defRPr sz="1650" b="1">
                <a:solidFill>
                  <a:srgbClr val="20245F"/>
                </a:solidFill>
                <a:latin typeface="Arial"/>
                <a:ea typeface="Arial"/>
                <a:cs typeface="Arial"/>
              </a:defRPr>
            </a:pPr>
            <a:r>
              <a:rPr sz="1650" b="1">
                <a:solidFill>
                  <a:srgbClr val="20245F"/>
                </a:solidFill>
                <a:latin typeface="Arial"/>
                <a:ea typeface="Arial"/>
                <a:cs typeface="Arial"/>
              </a:rPr>
              <a:t>Dương Tiến Thông</a:t>
            </a:r>
          </a:p>
        </p:txBody>
      </p:sp>
      <p:sp>
        <p:nvSpPr>
          <p:cNvPr id="20" name="team-evidence-text-13">
            <a:extLst xmlns:a="http://schemas.openxmlformats.org/drawingml/2006/main">
              <a:ext uri="{FF2B5EF4-FFF2-40B4-BE49-F238E27FC236}">
                <a16:creationId xmlns:a16="http://schemas.microsoft.com/office/drawing/2014/main" id="{E7E14E93-73A0-4099-ADDF-85F2A05A1B91}"/>
              </a:ext>
            </a:extLst>
          </p:cNvPr>
          <p:cNvSpPr>
            <a:spLocks xmlns:a="http://schemas.openxmlformats.org/drawingml/2006/main" noGrp="1"/>
          </p:cNvSpPr>
          <p:nvPr/>
        </p:nvSpPr>
        <p:spPr>
          <a:xfrm xmlns:a="http://schemas.openxmlformats.org/drawingml/2006/main">
            <a:off x="457200" y="5676900"/>
            <a:ext cx="4000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50" b="0">
                <a:solidFill>
                  <a:srgbClr val="222C4C"/>
                </a:solidFill>
                <a:latin typeface="Arial"/>
                <a:ea typeface="Arial"/>
                <a:cs typeface="Arial"/>
              </a:defRPr>
            </a:defPPr>
          </a:lstStyle>
          <a:p xmlns:a="http://schemas.openxmlformats.org/drawingml/2006/main">
            <a:pPr algn="l">
              <a:defRPr sz="1350" b="0">
                <a:solidFill>
                  <a:srgbClr val="222C4C"/>
                </a:solidFill>
                <a:latin typeface="Arial"/>
                <a:ea typeface="Arial"/>
                <a:cs typeface="Arial"/>
              </a:defRPr>
            </a:pPr>
            <a:r>
              <a:rPr sz="1350" b="0">
                <a:solidFill>
                  <a:srgbClr val="222C4C"/>
                </a:solidFill>
                <a:latin typeface="Arial"/>
                <a:ea typeface="Arial"/>
                <a:cs typeface="Arial"/>
              </a:rPr>
              <a:t>Phân tích, xử lý và chuẩn hóa dataset</a:t>
            </a:r>
          </a:p>
        </p:txBody>
      </p:sp>
      <p:sp>
        <p:nvSpPr>
          <p:cNvPr id="21" name="team-evidence-text-14">
            <a:extLst xmlns:a="http://schemas.openxmlformats.org/drawingml/2006/main">
              <a:ext uri="{FF2B5EF4-FFF2-40B4-BE49-F238E27FC236}">
                <a16:creationId xmlns:a16="http://schemas.microsoft.com/office/drawing/2014/main" id="{FBA250E1-2297-491E-A598-8B8201088951}"/>
              </a:ext>
            </a:extLst>
          </p:cNvPr>
          <p:cNvSpPr>
            <a:spLocks xmlns:a="http://schemas.openxmlformats.org/drawingml/2006/main" noGrp="1"/>
          </p:cNvSpPr>
          <p:nvPr/>
        </p:nvSpPr>
        <p:spPr>
          <a:xfrm xmlns:a="http://schemas.openxmlformats.org/drawingml/2006/main">
            <a:off x="4857750" y="2352675"/>
            <a:ext cx="68770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1">
                <a:solidFill>
                  <a:srgbClr val="12833E"/>
                </a:solidFill>
                <a:latin typeface="Arial"/>
                <a:ea typeface="Arial"/>
                <a:cs typeface="Arial"/>
              </a:defRPr>
            </a:defPPr>
          </a:lstStyle>
          <a:p xmlns:a="http://schemas.openxmlformats.org/drawingml/2006/main">
            <a:pPr algn="l">
              <a:defRPr sz="1425" b="1">
                <a:solidFill>
                  <a:srgbClr val="12833E"/>
                </a:solidFill>
                <a:latin typeface="Arial"/>
                <a:ea typeface="Arial"/>
                <a:cs typeface="Arial"/>
              </a:defRPr>
            </a:pPr>
            <a:r>
              <a:rPr sz="1425" b="1">
                <a:solidFill>
                  <a:srgbClr val="12833E"/>
                </a:solidFill>
                <a:latin typeface="Arial"/>
                <a:ea typeface="Arial"/>
                <a:cs typeface="Arial"/>
              </a:rPr>
              <a:t>DỰ ÁN TRƯỚC ĐÂY CỦA ĐỘI</a:t>
            </a:r>
          </a:p>
        </p:txBody>
      </p:sp>
      <p:sp>
        <p:nvSpPr>
          <p:cNvPr id="22" name="team-evidence-text-15">
            <a:extLst xmlns:a="http://schemas.openxmlformats.org/drawingml/2006/main">
              <a:ext uri="{FF2B5EF4-FFF2-40B4-BE49-F238E27FC236}">
                <a16:creationId xmlns:a16="http://schemas.microsoft.com/office/drawing/2014/main" id="{081FAFEB-CA2F-4043-A6F7-20FCFA253E87}"/>
              </a:ext>
            </a:extLst>
          </p:cNvPr>
          <p:cNvSpPr>
            <a:spLocks xmlns:a="http://schemas.openxmlformats.org/drawingml/2006/main" noGrp="1"/>
          </p:cNvSpPr>
          <p:nvPr/>
        </p:nvSpPr>
        <p:spPr>
          <a:xfrm xmlns:a="http://schemas.openxmlformats.org/drawingml/2006/main">
            <a:off x="4857750" y="2705100"/>
            <a:ext cx="68770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1">
                <a:solidFill>
                  <a:srgbClr val="20245F"/>
                </a:solidFill>
                <a:latin typeface="Arial"/>
                <a:ea typeface="Arial"/>
                <a:cs typeface="Arial"/>
              </a:defRPr>
            </a:defPPr>
          </a:lstStyle>
          <a:p xmlns:a="http://schemas.openxmlformats.org/drawingml/2006/main">
            <a:pPr algn="l">
              <a:defRPr sz="1950" b="1">
                <a:solidFill>
                  <a:srgbClr val="20245F"/>
                </a:solidFill>
                <a:latin typeface="Arial"/>
                <a:ea typeface="Arial"/>
                <a:cs typeface="Arial"/>
              </a:defRPr>
            </a:pPr>
            <a:r>
              <a:rPr sz="1950" b="1">
                <a:solidFill>
                  <a:srgbClr val="20245F"/>
                </a:solidFill>
                <a:latin typeface="Arial"/>
                <a:ea typeface="Arial"/>
                <a:cs typeface="Arial"/>
              </a:rPr>
              <a:t>VLA trên RTX 3060 12 GB</a:t>
            </a:r>
          </a:p>
        </p:txBody>
      </p:sp>
      <p:pic>
        <p:nvPicPr>
          <p:cNvPr id="23" name="">
            <a:extLst xmlns:a="http://schemas.openxmlformats.org/drawingml/2006/main">
              <a:ext uri="{FF2B5EF4-FFF2-40B4-BE49-F238E27FC236}">
                <a16:creationId xmlns:a16="http://schemas.microsoft.com/office/drawing/2014/main" id="{F083F1A1-2158-4204-A9DF-3EC15C2AA140}"/>
              </a:ext>
            </a:extLst>
          </p:cNvPr>
          <p:cNvPicPr>
            <a:picLocks xmlns:a="http://schemas.openxmlformats.org/drawingml/2006/main" noChangeAspect="1"/>
          </p:cNvPicPr>
          <p:nvPr/>
        </p:nvPicPr>
        <p:blipFill>
          <a:blip xmlns:r="http://schemas.openxmlformats.org/officeDocument/2006/relationships" xmlns:a="http://schemas.openxmlformats.org/drawingml/2006/main" r:embed="R05fc5d5e10df4f2b"/>
          <a:srcRect xmlns:a="http://schemas.openxmlformats.org/drawingml/2006/main" l="24688" t="35417" r="25859" b="25000"/>
          <a:stretch xmlns:a="http://schemas.openxmlformats.org/drawingml/2006/main"/>
        </p:blipFill>
        <p:spPr>
          <a:xfrm xmlns:a="http://schemas.openxmlformats.org/drawingml/2006/main">
            <a:off x="4857750" y="3105150"/>
            <a:ext cx="2000250" cy="904875"/>
          </a:xfrm>
          <a:prstGeom xmlns:a="http://schemas.openxmlformats.org/drawingml/2006/main" prst="rect">
            <a:avLst/>
          </a:prstGeom>
        </p:spPr>
      </p:pic>
      <p:sp>
        <p:nvSpPr>
          <p:cNvPr id="24" name="team-evidence-text-16">
            <a:extLst xmlns:a="http://schemas.openxmlformats.org/drawingml/2006/main">
              <a:ext uri="{FF2B5EF4-FFF2-40B4-BE49-F238E27FC236}">
                <a16:creationId xmlns:a16="http://schemas.microsoft.com/office/drawing/2014/main" id="{CC773D9A-59D3-485F-B0C5-CA1927A29333}"/>
              </a:ext>
            </a:extLst>
          </p:cNvPr>
          <p:cNvSpPr>
            <a:spLocks xmlns:a="http://schemas.openxmlformats.org/drawingml/2006/main" noGrp="1"/>
          </p:cNvSpPr>
          <p:nvPr/>
        </p:nvSpPr>
        <p:spPr>
          <a:xfrm xmlns:a="http://schemas.openxmlformats.org/drawingml/2006/main">
            <a:off x="7048500" y="3105150"/>
            <a:ext cx="46863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0">
                <a:solidFill>
                  <a:srgbClr val="222C4C"/>
                </a:solidFill>
                <a:latin typeface="Arial"/>
                <a:ea typeface="Arial"/>
                <a:cs typeface="Arial"/>
              </a:defRPr>
            </a:defPPr>
          </a:lstStyle>
          <a:p xmlns:a="http://schemas.openxmlformats.org/drawingml/2006/main">
            <a:pPr algn="l">
              <a:defRPr sz="1500" b="0">
                <a:solidFill>
                  <a:srgbClr val="222C4C"/>
                </a:solidFill>
                <a:latin typeface="Arial"/>
                <a:ea typeface="Arial"/>
                <a:cs typeface="Arial"/>
              </a:defRPr>
            </a:pPr>
            <a:r>
              <a:rPr sz="1500" b="0">
                <a:solidFill>
                  <a:srgbClr val="222C4C"/>
                </a:solidFill>
                <a:latin typeface="Arial"/>
                <a:ea typeface="Arial"/>
                <a:cs typeface="Arial"/>
              </a:rPr>
              <a:t>FOCA trên SmolVLA, tác vụ LIBERO</a:t>
            </a:r>
          </a:p>
        </p:txBody>
      </p:sp>
      <p:sp>
        <p:nvSpPr>
          <p:cNvPr id="25" name="team-evidence-text-17">
            <a:extLst xmlns:a="http://schemas.openxmlformats.org/drawingml/2006/main">
              <a:ext uri="{FF2B5EF4-FFF2-40B4-BE49-F238E27FC236}">
                <a16:creationId xmlns:a16="http://schemas.microsoft.com/office/drawing/2014/main" id="{E9105171-6334-4653-A6AB-9F49837CB5A2}"/>
              </a:ext>
            </a:extLst>
          </p:cNvPr>
          <p:cNvSpPr>
            <a:spLocks xmlns:a="http://schemas.openxmlformats.org/drawingml/2006/main" noGrp="1"/>
          </p:cNvSpPr>
          <p:nvPr/>
        </p:nvSpPr>
        <p:spPr>
          <a:xfrm xmlns:a="http://schemas.openxmlformats.org/drawingml/2006/main">
            <a:off x="7048500" y="3419475"/>
            <a:ext cx="46863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0">
                <a:solidFill>
                  <a:srgbClr val="222C4C"/>
                </a:solidFill>
                <a:latin typeface="Arial"/>
                <a:ea typeface="Arial"/>
                <a:cs typeface="Arial"/>
              </a:defRPr>
            </a:defPPr>
          </a:lstStyle>
          <a:p xmlns:a="http://schemas.openxmlformats.org/drawingml/2006/main">
            <a:pPr algn="l">
              <a:defRPr sz="1500" b="0">
                <a:solidFill>
                  <a:srgbClr val="222C4C"/>
                </a:solidFill>
                <a:latin typeface="Arial"/>
                <a:ea typeface="Arial"/>
                <a:cs typeface="Arial"/>
              </a:defRPr>
            </a:pPr>
            <a:r>
              <a:rPr sz="1500" b="0">
                <a:solidFill>
                  <a:srgbClr val="222C4C"/>
                </a:solidFill>
                <a:latin typeface="Arial"/>
                <a:ea typeface="Arial"/>
                <a:cs typeface="Arial"/>
              </a:rPr>
              <a:t>2 run fine-tuning, 50.000 bước/run¹</a:t>
            </a:r>
          </a:p>
        </p:txBody>
      </p:sp>
      <p:sp>
        <p:nvSpPr>
          <p:cNvPr id="26" name="team-evidence-text-18">
            <a:extLst xmlns:a="http://schemas.openxmlformats.org/drawingml/2006/main">
              <a:ext uri="{FF2B5EF4-FFF2-40B4-BE49-F238E27FC236}">
                <a16:creationId xmlns:a16="http://schemas.microsoft.com/office/drawing/2014/main" id="{3A34D5DB-2BEA-474D-8FA7-9AC31F0D1F32}"/>
              </a:ext>
            </a:extLst>
          </p:cNvPr>
          <p:cNvSpPr>
            <a:spLocks xmlns:a="http://schemas.openxmlformats.org/drawingml/2006/main" noGrp="1"/>
          </p:cNvSpPr>
          <p:nvPr/>
        </p:nvSpPr>
        <p:spPr>
          <a:xfrm xmlns:a="http://schemas.openxmlformats.org/drawingml/2006/main">
            <a:off x="7048500" y="3752850"/>
            <a:ext cx="46863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50" b="1">
                <a:solidFill>
                  <a:srgbClr val="39458F"/>
                </a:solidFill>
                <a:latin typeface="Arial"/>
                <a:ea typeface="Arial"/>
                <a:cs typeface="Arial"/>
              </a:defRPr>
            </a:defPPr>
          </a:lstStyle>
          <a:p xmlns:a="http://schemas.openxmlformats.org/drawingml/2006/main">
            <a:pPr algn="l">
              <a:defRPr sz="1350" b="1">
                <a:solidFill>
                  <a:srgbClr val="39458F"/>
                </a:solidFill>
                <a:latin typeface="Arial"/>
                <a:ea typeface="Arial"/>
                <a:cs typeface="Arial"/>
              </a:defRPr>
            </a:pPr>
            <a:r>
              <a:rPr sz="1350" b="1" u="sng">
                <a:solidFill>
                  <a:srgbClr val="39458F"/>
                </a:solidFill>
                <a:latin typeface="Arial"/>
                <a:ea typeface="Arial"/>
                <a:cs typeface="Arial"/>
                <a:hlinkClick xmlns:r="http://schemas.openxmlformats.org/officeDocument/2006/relationships" r:id="Rb880b9ff26564251"/>
              </a:rPr>
              <a:t>Xem video training &amp; inference</a:t>
            </a:r>
          </a:p>
        </p:txBody>
      </p:sp>
      <p:sp>
        <p:nvSpPr>
          <p:cNvPr id="27" name="team-evidence-text-19">
            <a:extLst xmlns:a="http://schemas.openxmlformats.org/drawingml/2006/main">
              <a:ext uri="{FF2B5EF4-FFF2-40B4-BE49-F238E27FC236}">
                <a16:creationId xmlns:a16="http://schemas.microsoft.com/office/drawing/2014/main" id="{0216E464-8A9B-42E8-ADA9-362F7271A6B9}"/>
              </a:ext>
            </a:extLst>
          </p:cNvPr>
          <p:cNvSpPr>
            <a:spLocks xmlns:a="http://schemas.openxmlformats.org/drawingml/2006/main" noGrp="1"/>
          </p:cNvSpPr>
          <p:nvPr/>
        </p:nvSpPr>
        <p:spPr>
          <a:xfrm xmlns:a="http://schemas.openxmlformats.org/drawingml/2006/main">
            <a:off x="4857750" y="4333875"/>
            <a:ext cx="68770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1">
                <a:solidFill>
                  <a:srgbClr val="20245F"/>
                </a:solidFill>
                <a:latin typeface="Arial"/>
                <a:ea typeface="Arial"/>
                <a:cs typeface="Arial"/>
              </a:defRPr>
            </a:defPPr>
          </a:lstStyle>
          <a:p xmlns:a="http://schemas.openxmlformats.org/drawingml/2006/main">
            <a:pPr algn="l">
              <a:defRPr sz="1950" b="1">
                <a:solidFill>
                  <a:srgbClr val="20245F"/>
                </a:solidFill>
                <a:latin typeface="Arial"/>
                <a:ea typeface="Arial"/>
                <a:cs typeface="Arial"/>
              </a:defRPr>
            </a:pPr>
            <a:r>
              <a:rPr sz="1950" b="1">
                <a:solidFill>
                  <a:srgbClr val="20245F"/>
                </a:solidFill>
                <a:latin typeface="Arial"/>
                <a:ea typeface="Arial"/>
                <a:cs typeface="Arial"/>
              </a:rPr>
              <a:t>RL humanoid Unitree H1</a:t>
            </a:r>
          </a:p>
        </p:txBody>
      </p:sp>
      <p:pic>
        <p:nvPicPr>
          <p:cNvPr id="28" name="">
            <a:extLst xmlns:a="http://schemas.openxmlformats.org/drawingml/2006/main">
              <a:ext uri="{FF2B5EF4-FFF2-40B4-BE49-F238E27FC236}">
                <a16:creationId xmlns:a16="http://schemas.microsoft.com/office/drawing/2014/main" id="{0A06F9C1-5624-4953-A839-3FA2AC63514F}"/>
              </a:ext>
            </a:extLst>
          </p:cNvPr>
          <p:cNvPicPr>
            <a:picLocks xmlns:a="http://schemas.openxmlformats.org/drawingml/2006/main" noChangeAspect="1"/>
          </p:cNvPicPr>
          <p:nvPr/>
        </p:nvPicPr>
        <p:blipFill>
          <a:blip xmlns:r="http://schemas.openxmlformats.org/officeDocument/2006/relationships" xmlns:a="http://schemas.openxmlformats.org/drawingml/2006/main" r:embed="Rb52cab22193d4582"/>
          <a:srcRect xmlns:a="http://schemas.openxmlformats.org/drawingml/2006/main" l="2451" t="35112" r="27984" b="9270"/>
          <a:stretch xmlns:a="http://schemas.openxmlformats.org/drawingml/2006/main"/>
        </p:blipFill>
        <p:spPr>
          <a:xfrm xmlns:a="http://schemas.openxmlformats.org/drawingml/2006/main">
            <a:off x="4857750" y="4733925"/>
            <a:ext cx="2000250" cy="904875"/>
          </a:xfrm>
          <a:prstGeom xmlns:a="http://schemas.openxmlformats.org/drawingml/2006/main" prst="rect">
            <a:avLst/>
          </a:prstGeom>
        </p:spPr>
      </p:pic>
      <p:sp>
        <p:nvSpPr>
          <p:cNvPr id="29" name="team-evidence-text-20">
            <a:extLst xmlns:a="http://schemas.openxmlformats.org/drawingml/2006/main">
              <a:ext uri="{FF2B5EF4-FFF2-40B4-BE49-F238E27FC236}">
                <a16:creationId xmlns:a16="http://schemas.microsoft.com/office/drawing/2014/main" id="{A583AD63-383C-4921-8EB1-EA10D3826372}"/>
              </a:ext>
            </a:extLst>
          </p:cNvPr>
          <p:cNvSpPr>
            <a:spLocks xmlns:a="http://schemas.openxmlformats.org/drawingml/2006/main" noGrp="1"/>
          </p:cNvSpPr>
          <p:nvPr/>
        </p:nvSpPr>
        <p:spPr>
          <a:xfrm xmlns:a="http://schemas.openxmlformats.org/drawingml/2006/main">
            <a:off x="7048500" y="4733925"/>
            <a:ext cx="46863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0">
                <a:solidFill>
                  <a:srgbClr val="222C4C"/>
                </a:solidFill>
                <a:latin typeface="Arial"/>
                <a:ea typeface="Arial"/>
                <a:cs typeface="Arial"/>
              </a:defRPr>
            </a:defPPr>
          </a:lstStyle>
          <a:p xmlns:a="http://schemas.openxmlformats.org/drawingml/2006/main">
            <a:pPr algn="l">
              <a:defRPr sz="1500" b="0">
                <a:solidFill>
                  <a:srgbClr val="222C4C"/>
                </a:solidFill>
                <a:latin typeface="Arial"/>
                <a:ea typeface="Arial"/>
                <a:cs typeface="Arial"/>
              </a:defRPr>
            </a:pPr>
            <a:r>
              <a:rPr sz="1500" b="0">
                <a:solidFill>
                  <a:srgbClr val="222C4C"/>
                </a:solidFill>
                <a:latin typeface="Arial"/>
                <a:ea typeface="Arial"/>
                <a:cs typeface="Arial"/>
              </a:rPr>
              <a:t>H1 trong MuJoCo, thuật toán PPO</a:t>
            </a:r>
          </a:p>
        </p:txBody>
      </p:sp>
      <p:sp>
        <p:nvSpPr>
          <p:cNvPr id="30" name="team-evidence-text-21">
            <a:extLst xmlns:a="http://schemas.openxmlformats.org/drawingml/2006/main">
              <a:ext uri="{FF2B5EF4-FFF2-40B4-BE49-F238E27FC236}">
                <a16:creationId xmlns:a16="http://schemas.microsoft.com/office/drawing/2014/main" id="{239B3ED2-5E1E-4E00-9244-C390EB30EC34}"/>
              </a:ext>
            </a:extLst>
          </p:cNvPr>
          <p:cNvSpPr>
            <a:spLocks xmlns:a="http://schemas.openxmlformats.org/drawingml/2006/main" noGrp="1"/>
          </p:cNvSpPr>
          <p:nvPr/>
        </p:nvSpPr>
        <p:spPr>
          <a:xfrm xmlns:a="http://schemas.openxmlformats.org/drawingml/2006/main">
            <a:off x="7048500" y="5048250"/>
            <a:ext cx="46863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0">
                <a:solidFill>
                  <a:srgbClr val="222C4C"/>
                </a:solidFill>
                <a:latin typeface="Arial"/>
                <a:ea typeface="Arial"/>
                <a:cs typeface="Arial"/>
              </a:defRPr>
            </a:defPPr>
          </a:lstStyle>
          <a:p xmlns:a="http://schemas.openxmlformats.org/drawingml/2006/main">
            <a:pPr algn="l">
              <a:defRPr sz="1500" b="0">
                <a:solidFill>
                  <a:srgbClr val="222C4C"/>
                </a:solidFill>
                <a:latin typeface="Arial"/>
                <a:ea typeface="Arial"/>
                <a:cs typeface="Arial"/>
              </a:defRPr>
            </a:pPr>
            <a:r>
              <a:rPr sz="1500" b="0">
                <a:solidFill>
                  <a:srgbClr val="222C4C"/>
                </a:solidFill>
                <a:latin typeface="Arial"/>
                <a:ea typeface="Arial"/>
                <a:cs typeface="Arial"/>
              </a:rPr>
              <a:t>Môi trường, reward và curriculum</a:t>
            </a:r>
          </a:p>
        </p:txBody>
      </p:sp>
      <p:sp>
        <p:nvSpPr>
          <p:cNvPr id="31" name="team-evidence-text-22">
            <a:extLst xmlns:a="http://schemas.openxmlformats.org/drawingml/2006/main">
              <a:ext uri="{FF2B5EF4-FFF2-40B4-BE49-F238E27FC236}">
                <a16:creationId xmlns:a16="http://schemas.microsoft.com/office/drawing/2014/main" id="{48791AA3-C556-42A3-91A7-817C2AB14D2F}"/>
              </a:ext>
            </a:extLst>
          </p:cNvPr>
          <p:cNvSpPr>
            <a:spLocks xmlns:a="http://schemas.openxmlformats.org/drawingml/2006/main" noGrp="1"/>
          </p:cNvSpPr>
          <p:nvPr/>
        </p:nvSpPr>
        <p:spPr>
          <a:xfrm xmlns:a="http://schemas.openxmlformats.org/drawingml/2006/main">
            <a:off x="7048500" y="5381625"/>
            <a:ext cx="46863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50" b="1">
                <a:solidFill>
                  <a:srgbClr val="39458F"/>
                </a:solidFill>
                <a:latin typeface="Arial"/>
                <a:ea typeface="Arial"/>
                <a:cs typeface="Arial"/>
              </a:defRPr>
            </a:defPPr>
          </a:lstStyle>
          <a:p xmlns:a="http://schemas.openxmlformats.org/drawingml/2006/main">
            <a:pPr algn="l">
              <a:defRPr sz="1350" b="1">
                <a:solidFill>
                  <a:srgbClr val="39458F"/>
                </a:solidFill>
                <a:latin typeface="Arial"/>
                <a:ea typeface="Arial"/>
                <a:cs typeface="Arial"/>
              </a:defRPr>
            </a:pPr>
            <a:r>
              <a:rPr sz="1350" b="1" u="sng">
                <a:solidFill>
                  <a:srgbClr val="39458F"/>
                </a:solidFill>
                <a:latin typeface="Arial"/>
                <a:ea typeface="Arial"/>
                <a:cs typeface="Arial"/>
                <a:hlinkClick xmlns:r="http://schemas.openxmlformats.org/officeDocument/2006/relationships" r:id="Rfb71f034ce6f4efe"/>
              </a:rPr>
              <a:t>Xem mã nguồn Humanoid-RL</a:t>
            </a:r>
          </a:p>
        </p:txBody>
      </p:sp>
      <p:sp>
        <p:nvSpPr>
          <p:cNvPr id="32" name="team-evidence-text-23">
            <a:extLst xmlns:a="http://schemas.openxmlformats.org/drawingml/2006/main">
              <a:ext uri="{FF2B5EF4-FFF2-40B4-BE49-F238E27FC236}">
                <a16:creationId xmlns:a16="http://schemas.microsoft.com/office/drawing/2014/main" id="{716BDD34-583B-4DE7-8957-E0DD8BB1F92E}"/>
              </a:ext>
            </a:extLst>
          </p:cNvPr>
          <p:cNvSpPr>
            <a:spLocks xmlns:a="http://schemas.openxmlformats.org/drawingml/2006/main" noGrp="1"/>
          </p:cNvSpPr>
          <p:nvPr/>
        </p:nvSpPr>
        <p:spPr>
          <a:xfrm xmlns:a="http://schemas.openxmlformats.org/drawingml/2006/main">
            <a:off x="4857750" y="5791200"/>
            <a:ext cx="6877050" cy="180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050" b="0">
                <a:solidFill>
                  <a:srgbClr val="617087"/>
                </a:solidFill>
                <a:latin typeface="Arial"/>
                <a:ea typeface="Arial"/>
                <a:cs typeface="Arial"/>
              </a:defRPr>
            </a:defPPr>
          </a:lstStyle>
          <a:p xmlns:a="http://schemas.openxmlformats.org/drawingml/2006/main">
            <a:pPr algn="l">
              <a:defRPr sz="1050" b="0">
                <a:solidFill>
                  <a:srgbClr val="617087"/>
                </a:solidFill>
                <a:latin typeface="Arial"/>
                <a:ea typeface="Arial"/>
                <a:cs typeface="Arial"/>
              </a:defRPr>
            </a:pPr>
            <a:r>
              <a:rPr sz="1050" b="0">
                <a:solidFill>
                  <a:srgbClr val="617087"/>
                </a:solidFill>
                <a:latin typeface="Arial"/>
                <a:ea typeface="Arial"/>
                <a:cs typeface="Arial"/>
              </a:rPr>
              <a:t>¹ Số liệu theo video đội cung cấp. Minh chứng ở môi trường mô phỏng.</a:t>
            </a:r>
          </a:p>
        </p:txBody>
      </p:sp>
    </p:spTree>
    <p:extLst>
      <p:ext uri="{BB962C8B-B14F-4D97-AF65-F5344CB8AC3E}">
        <p14:creationId xmlns:p14="http://schemas.microsoft.com/office/powerpoint/2010/main" val="2663236439"/>
      </p:ext>
    </p:extLst>
  </p:cSld>
</p:sld>
</file>

<file path=ppt/slides/slide4.xml><?xml version="1.0" encoding="utf-8"?>
<p:sld xmlns:p="http://schemas.openxmlformats.org/presentationml/2006/main">
  <p:cSld>
    <p:spTree>
      <p:nvGrpSpPr>
        <p:cNvPr id="1" name=""/>
        <p:cNvGrpSpPr/>
        <p:nvPr/>
      </p:nvGrpSpPr>
      <p:grpSpPr>
        <a:xfrm xmlns:a="http://schemas.openxmlformats.org/drawingml/2006/main"/>
      </p:grpSpPr>
      <p:pic>
        <p:nvPicPr>
          <p:cNvPr id="3" name="Picture 2">
            <a:extLst xmlns:a="http://schemas.openxmlformats.org/drawingml/2006/main">
              <a:ext uri="{FF2B5EF4-FFF2-40B4-BE49-F238E27FC236}">
                <a16:creationId xmlns:a16="http://schemas.microsoft.com/office/drawing/2014/main" id="{9B50E6DF-E4F0-44A0-B36E-81B371E24C2F}"/>
              </a:ext>
            </a:extLst>
          </p:cNvPr>
          <p:cNvPicPr>
            <a:picLocks xmlns:a="http://schemas.openxmlformats.org/drawingml/2006/main" noChangeAspect="1"/>
          </p:cNvPicPr>
          <p:nvPr/>
        </p:nvPicPr>
        <p:blipFill>
          <a:blip xmlns:r="http://schemas.openxmlformats.org/officeDocument/2006/relationships" xmlns:a="http://schemas.openxmlformats.org/drawingml/2006/main" r:embed="R6f94d5f78d6e4224"/>
          <a:srcRect xmlns:a="http://schemas.openxmlformats.org/drawingml/2006/main" l="0" t="32804" r="0" b="51587"/>
          <a:stretch xmlns:a="http://schemas.openxmlformats.org/drawingml/2006/main">
            <a:fillRect l="0" t="0" r="0" b="0"/>
          </a:stretch>
        </p:blipFill>
        <p:spPr>
          <a:xfrm xmlns:a="http://schemas.openxmlformats.org/drawingml/2006/main">
            <a:off x="0" y="5987142"/>
            <a:ext cx="12191999" cy="870861"/>
          </a:xfrm>
          <a:prstGeom xmlns:a="http://schemas.openxmlformats.org/drawingml/2006/main" prst="rect">
            <a:avLst/>
          </a:prstGeom>
        </p:spPr>
      </p:pic>
      <p:sp>
        <p:nvSpPr>
          <p:cNvPr id="7" name="Shape 28">
            <a:extLst xmlns:a="http://schemas.openxmlformats.org/drawingml/2006/main">
              <a:ext uri="{FF2B5EF4-FFF2-40B4-BE49-F238E27FC236}">
                <a16:creationId xmlns:a16="http://schemas.microsoft.com/office/drawing/2014/main" id="{695A614A-B9F4-6A89-E317-E1EF6EF66318}"/>
              </a:ext>
            </a:extLst>
          </p:cNvPr>
          <p:cNvSpPr>
            <a:spLocks xmlns:a="http://schemas.openxmlformats.org/drawingml/2006/main" noGrp="1"/>
          </p:cNvSpPr>
          <p:nvPr/>
        </p:nvSpPr>
        <p:spPr>
          <a:xfrm xmlns:a="http://schemas.openxmlformats.org/drawingml/2006/main">
            <a:off x="174724" y="6145784"/>
            <a:ext cx="45720" cy="585216"/>
          </a:xfrm>
          <a:prstGeom xmlns:a="http://schemas.openxmlformats.org/drawingml/2006/main" prst="rect">
            <a:avLst/>
          </a:prstGeom>
          <a:solidFill xmlns:a="http://schemas.openxmlformats.org/drawingml/2006/main">
            <a:srgbClr val="30D158"/>
          </a:solidFill>
          <a:ln xmlns:a="http://schemas.openxmlformats.org/drawingml/2006/main" w="12700">
            <a:solidFill>
              <a:srgbClr val="30D158"/>
            </a:solidFill>
            <a:prstDash val="solid"/>
          </a:ln>
        </p:spPr>
        <p:txBody>
          <a:bodyPr xmlns:a="http://schemas.openxmlformats.org/drawingml/2006/main"/>
          <a:lstStyle xmlns:a="http://schemas.openxmlformats.org/drawingml/2006/main"/>
          <a:p xmlns:a="http://schemas.openxmlformats.org/drawingml/2006/main">
            <a:endParaRPr/>
          </a:p>
        </p:txBody>
      </p:sp>
      <p:sp>
        <p:nvSpPr>
          <p:cNvPr id="8" name="Text 29">
            <a:extLst xmlns:a="http://schemas.openxmlformats.org/drawingml/2006/main">
              <a:ext uri="{FF2B5EF4-FFF2-40B4-BE49-F238E27FC236}">
                <a16:creationId xmlns:a16="http://schemas.microsoft.com/office/drawing/2014/main" id="{7C6611E4-874C-84AB-FDF4-EDC3849F3FAB}"/>
              </a:ext>
            </a:extLst>
          </p:cNvPr>
          <p:cNvSpPr>
            <a:spLocks xmlns:a="http://schemas.openxmlformats.org/drawingml/2006/main" noGrp="1"/>
          </p:cNvSpPr>
          <p:nvPr/>
        </p:nvSpPr>
        <p:spPr>
          <a:xfrm xmlns:a="http://schemas.openxmlformats.org/drawingml/2006/main">
            <a:off x="333375" y="6210300"/>
            <a:ext cx="10477500" cy="209550"/>
          </a:xfrm>
          <a:prstGeom xmlns:a="http://schemas.openxmlformats.org/drawingml/2006/main" prst="rect">
            <a:avLst/>
          </a:prstGeom>
          <a:noFill xmlns:a="http://schemas.openxmlformats.org/drawingml/2006/main"/>
        </p:spPr>
        <p:txBody>
          <a:bodyPr xmlns:a="http://schemas.openxmlformats.org/drawingml/2006/main" wrap="square" lIns="0" tIns="0" rIns="0" bIns="0" anchor="ctr">
            <a:noAutofit/>
          </a:bodyPr>
          <a:lstStyle xmlns:a="http://schemas.openxmlformats.org/drawingml/2006/main">
            <a:defPPr algn="l">
              <a:defRPr sz="1200" b="1">
                <a:solidFill>
                  <a:srgbClr val="FFFFFF"/>
                </a:solidFill>
                <a:latin typeface="Arial"/>
                <a:ea typeface="Arial"/>
                <a:cs typeface="Arial"/>
              </a:defRPr>
            </a:defPPr>
          </a:lstStyle>
          <a:p xmlns:a="http://schemas.openxmlformats.org/drawingml/2006/main">
            <a:pPr marL="0" indent="0" algn="l">
              <a:buNone/>
              <a:defRPr sz="1200" b="1">
                <a:solidFill>
                  <a:srgbClr val="FFFFFF"/>
                </a:solidFill>
                <a:latin typeface="Arial"/>
                <a:ea typeface="Arial"/>
                <a:cs typeface="Arial"/>
              </a:defRPr>
            </a:pPr>
            <a:r>
              <a:rPr sz="1200" b="1">
                <a:solidFill>
                  <a:srgbClr val="FFFFFF"/>
                </a:solidFill>
                <a:latin typeface="Arial"/>
                <a:ea typeface="Arial"/>
                <a:cs typeface="Arial"/>
              </a:rPr>
              <a:t>Notice:</a:t>
            </a:r>
            <a:endParaRPr sz="1100">
              <a:solidFill>
                <a:schemeClr val="bg1"/>
              </a:solidFill>
              <a:latin typeface="Arial"/>
              <a:ea typeface="Arial"/>
              <a:cs typeface="Arial"/>
            </a:endParaRPr>
          </a:p>
        </p:txBody>
      </p:sp>
      <p:sp>
        <p:nvSpPr>
          <p:cNvPr id="9" name="Text 30">
            <a:extLst xmlns:a="http://schemas.openxmlformats.org/drawingml/2006/main">
              <a:ext uri="{FF2B5EF4-FFF2-40B4-BE49-F238E27FC236}">
                <a16:creationId xmlns:a16="http://schemas.microsoft.com/office/drawing/2014/main" id="{167F4014-3FA8-094F-0851-4733A2F34CCB}"/>
              </a:ext>
            </a:extLst>
          </p:cNvPr>
          <p:cNvSpPr>
            <a:spLocks xmlns:a="http://schemas.openxmlformats.org/drawingml/2006/main" noGrp="1"/>
          </p:cNvSpPr>
          <p:nvPr/>
        </p:nvSpPr>
        <p:spPr>
          <a:xfrm xmlns:a="http://schemas.openxmlformats.org/drawingml/2006/main">
            <a:off x="333375" y="6477000"/>
            <a:ext cx="10858500" cy="228600"/>
          </a:xfrm>
          <a:prstGeom xmlns:a="http://schemas.openxmlformats.org/drawingml/2006/main" prst="rect">
            <a:avLst/>
          </a:prstGeom>
          <a:noFill xmlns:a="http://schemas.openxmlformats.org/drawingml/2006/main"/>
        </p:spPr>
        <p:txBody>
          <a:bodyPr xmlns:a="http://schemas.openxmlformats.org/drawingml/2006/main" wrap="square" lIns="0" tIns="0" rIns="0" bIns="0" anchor="ctr">
            <a:noAutofit/>
          </a:bodyPr>
          <a:lstStyle xmlns:a="http://schemas.openxmlformats.org/drawingml/2006/main">
            <a:defPPr algn="l">
              <a:defRPr sz="1050" b="0">
                <a:solidFill>
                  <a:srgbClr val="FFFFFF"/>
                </a:solidFill>
                <a:latin typeface="Arial"/>
                <a:ea typeface="Arial"/>
                <a:cs typeface="Arial"/>
              </a:defRPr>
            </a:defPPr>
          </a:lstStyle>
          <a:p xmlns:a="http://schemas.openxmlformats.org/drawingml/2006/main">
            <a:pPr marL="0" indent="0" algn="l">
              <a:buNone/>
              <a:defRPr sz="1050" b="0">
                <a:solidFill>
                  <a:srgbClr val="FFFFFF"/>
                </a:solidFill>
                <a:latin typeface="Arial"/>
                <a:ea typeface="Arial"/>
                <a:cs typeface="Arial"/>
              </a:defRPr>
            </a:pPr>
            <a:r>
              <a:rPr sz="1050" b="0">
                <a:solidFill>
                  <a:srgbClr val="FFFFFF"/>
                </a:solidFill>
                <a:latin typeface="Arial"/>
                <a:ea typeface="Arial"/>
                <a:cs typeface="Arial"/>
              </a:rPr>
              <a:t>Trình bày pain point của nhà máy là gì, hoặc vấn đề kỹ thuật hiện tại</a:t>
            </a:r>
          </a:p>
        </p:txBody>
      </p:sp>
      <p:sp>
        <p:nvSpPr>
          <p:cNvPr id="6" name="Title 1">
            <a:extLst xmlns:a="http://schemas.openxmlformats.org/drawingml/2006/main">
              <a:ext uri="{FF2B5EF4-FFF2-40B4-BE49-F238E27FC236}">
                <a16:creationId xmlns:a16="http://schemas.microsoft.com/office/drawing/2014/main" id="{068FF458-3F02-01F7-C559-8B60370FD27D}"/>
              </a:ext>
            </a:extLst>
          </p:cNvPr>
          <p:cNvSpPr>
            <a:spLocks xmlns:a="http://schemas.openxmlformats.org/drawingml/2006/main" noGrp="1"/>
          </p:cNvSpPr>
          <p:nvPr/>
        </p:nvSpPr>
        <p:spPr>
          <a:xfrm xmlns:a="http://schemas.openxmlformats.org/drawingml/2006/main">
            <a:off x="5762625" y="200025"/>
            <a:ext cx="6096000" cy="866775"/>
          </a:xfrm>
          <a:prstGeom xmlns:a="http://schemas.openxmlformats.org/drawingml/2006/main" prst="rect">
            <a:avLst/>
          </a:prstGeom>
        </p:spPr>
        <p:txBody>
          <a:bodyPr xmlns:a="http://schemas.openxmlformats.org/drawingml/2006/main" wrap="square" lIns="0" tIns="0" rIns="0" bIns="0" anchor="ctr">
            <a:noAutofit/>
          </a:bodyPr>
          <a:lstStyle xmlns:a="http://schemas.openxmlformats.org/drawingml/2006/main">
            <a:defPPr algn="ctr">
              <a:defRPr sz="3600" b="1">
                <a:solidFill>
                  <a:srgbClr val="FFFFFF"/>
                </a:solidFill>
                <a:latin typeface="Times New Roman"/>
                <a:ea typeface="Times New Roman"/>
                <a:cs typeface="Times New Roman"/>
              </a:defRPr>
            </a:defPPr>
            <a:lvl1pPr algn="l" defTabSz="914400">
              <a:lnSpc>
                <a:spcPct val="90000"/>
              </a:lnSpc>
              <a:spcBef>
                <a:spcPct val="0"/>
              </a:spcBef>
              <a:buNone/>
              <a:defRPr sz="3600" b="1" kern="1200">
                <a:solidFill>
                  <a:schemeClr val="bg1"/>
                </a:solidFill>
                <a:latin typeface="Times New Roman"/>
                <a:ea typeface="Times New Roman"/>
                <a:cs typeface="Times New Roman"/>
              </a:defRPr>
            </a:lvl1pPr>
          </a:lstStyle>
          <a:p xmlns:a="http://schemas.openxmlformats.org/drawingml/2006/main">
            <a:pPr algn="ctr">
              <a:buNone/>
              <a:defRPr sz="3600" b="1">
                <a:solidFill>
                  <a:srgbClr val="FFFFFF"/>
                </a:solidFill>
                <a:latin typeface="Times New Roman"/>
                <a:ea typeface="Times New Roman"/>
                <a:cs typeface="Times New Roman"/>
              </a:defRPr>
            </a:pPr>
            <a:r>
              <a:rPr sz="3600" b="1">
                <a:solidFill>
                  <a:srgbClr val="FFFFFF"/>
                </a:solidFill>
                <a:latin typeface="Times New Roman"/>
                <a:ea typeface="Times New Roman"/>
                <a:cs typeface="Times New Roman"/>
              </a:rPr>
              <a:t>Vấn đề bạn nhìn thấy?</a:t>
            </a:r>
          </a:p>
        </p:txBody>
      </p:sp>
      <p:sp>
        <p:nvSpPr>
          <p:cNvPr id="10" name="pitch-text-35">
            <a:extLst xmlns:a="http://schemas.openxmlformats.org/drawingml/2006/main">
              <a:ext uri="{FF2B5EF4-FFF2-40B4-BE49-F238E27FC236}">
                <a16:creationId xmlns:a16="http://schemas.microsoft.com/office/drawing/2014/main" id="{1A45F7A2-7074-4596-8D62-9577991EAEA4}"/>
              </a:ext>
            </a:extLst>
          </p:cNvPr>
          <p:cNvSpPr>
            <a:spLocks xmlns:a="http://schemas.openxmlformats.org/drawingml/2006/main" noGrp="1"/>
          </p:cNvSpPr>
          <p:nvPr/>
        </p:nvSpPr>
        <p:spPr>
          <a:xfrm xmlns:a="http://schemas.openxmlformats.org/drawingml/2006/main">
            <a:off x="457200" y="1428750"/>
            <a:ext cx="11277600"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2250" b="1">
                <a:solidFill>
                  <a:srgbClr val="20245F"/>
                </a:solidFill>
                <a:latin typeface="Arial"/>
                <a:ea typeface="Arial"/>
                <a:cs typeface="Arial"/>
              </a:defRPr>
            </a:defPPr>
          </a:lstStyle>
          <a:p xmlns:a="http://schemas.openxmlformats.org/drawingml/2006/main">
            <a:pPr algn="l">
              <a:buNone/>
              <a:defRPr sz="2250" b="1">
                <a:solidFill>
                  <a:srgbClr val="20245F"/>
                </a:solidFill>
                <a:latin typeface="Arial"/>
                <a:ea typeface="Arial"/>
                <a:cs typeface="Arial"/>
              </a:defRPr>
            </a:pPr>
            <a:r>
              <a:rPr sz="2250" b="1">
                <a:solidFill>
                  <a:srgbClr val="20245F"/>
                </a:solidFill>
                <a:latin typeface="Arial"/>
                <a:ea typeface="Arial"/>
                <a:cs typeface="Arial"/>
              </a:rPr>
              <a:t>Sau một lỗi gắp–đặt, kỹ sư chưa biết nên sửa gì trước.</a:t>
            </a:r>
          </a:p>
        </p:txBody>
      </p:sp>
      <p:sp>
        <p:nvSpPr>
          <p:cNvPr id="11" name="pitch-text-36">
            <a:extLst xmlns:a="http://schemas.openxmlformats.org/drawingml/2006/main">
              <a:ext uri="{FF2B5EF4-FFF2-40B4-BE49-F238E27FC236}">
                <a16:creationId xmlns:a16="http://schemas.microsoft.com/office/drawing/2014/main" id="{9D41C689-5F16-43F2-AFA0-9D8C14DD365D}"/>
              </a:ext>
            </a:extLst>
          </p:cNvPr>
          <p:cNvSpPr>
            <a:spLocks xmlns:a="http://schemas.openxmlformats.org/drawingml/2006/main" noGrp="1"/>
          </p:cNvSpPr>
          <p:nvPr/>
        </p:nvSpPr>
        <p:spPr>
          <a:xfrm xmlns:a="http://schemas.openxmlformats.org/drawingml/2006/main">
            <a:off x="457200" y="2105025"/>
            <a:ext cx="340995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575" b="1">
                <a:solidFill>
                  <a:srgbClr val="39458F"/>
                </a:solidFill>
                <a:latin typeface="Arial"/>
                <a:ea typeface="Arial"/>
                <a:cs typeface="Arial"/>
              </a:defRPr>
            </a:defPPr>
          </a:lstStyle>
          <a:p xmlns:a="http://schemas.openxmlformats.org/drawingml/2006/main">
            <a:pPr algn="l">
              <a:buNone/>
              <a:defRPr sz="1575" b="1">
                <a:solidFill>
                  <a:srgbClr val="39458F"/>
                </a:solidFill>
                <a:latin typeface="Arial"/>
                <a:ea typeface="Arial"/>
                <a:cs typeface="Arial"/>
              </a:defRPr>
            </a:pPr>
            <a:r>
              <a:rPr sz="1575" b="1">
                <a:solidFill>
                  <a:srgbClr val="39458F"/>
                </a:solidFill>
                <a:latin typeface="Arial"/>
                <a:ea typeface="Arial"/>
                <a:cs typeface="Arial"/>
              </a:rPr>
              <a:t>BIỂU HIỆN TRONG TASK</a:t>
            </a:r>
          </a:p>
        </p:txBody>
      </p:sp>
      <p:sp>
        <p:nvSpPr>
          <p:cNvPr id="12" name="panel-37">
            <a:extLst xmlns:a="http://schemas.openxmlformats.org/drawingml/2006/main">
              <a:ext uri="{FF2B5EF4-FFF2-40B4-BE49-F238E27FC236}">
                <a16:creationId xmlns:a16="http://schemas.microsoft.com/office/drawing/2014/main" id="{9F649754-B05F-4CEF-A1A0-2E0D42916E40}"/>
              </a:ext>
            </a:extLst>
          </p:cNvPr>
          <p:cNvSpPr>
            <a:spLocks xmlns:a="http://schemas.openxmlformats.org/drawingml/2006/main" noGrp="1"/>
          </p:cNvSpPr>
          <p:nvPr/>
        </p:nvSpPr>
        <p:spPr>
          <a:xfrm xmlns:a="http://schemas.openxmlformats.org/drawingml/2006/main">
            <a:off x="457200" y="2562225"/>
            <a:ext cx="3409950" cy="723900"/>
          </a:xfrm>
          <a:prstGeom xmlns:a="http://schemas.openxmlformats.org/drawingml/2006/main" prst="roundRect">
            <a:avLst>
              <a:gd name="adj" fmla="val 10526"/>
            </a:avLst>
          </a:prstGeom>
          <a:solidFill xmlns:a="http://schemas.openxmlformats.org/drawingml/2006/main">
            <a:srgbClr val="EEF2FA"/>
          </a:solidFill>
          <a:ln xmlns:a="http://schemas.openxmlformats.org/drawingml/2006/main" w="0">
            <a:noFill/>
          </a:ln>
        </p:spPr>
      </p:sp>
      <p:sp>
        <p:nvSpPr>
          <p:cNvPr id="13" name="pitch-text-38">
            <a:extLst xmlns:a="http://schemas.openxmlformats.org/drawingml/2006/main">
              <a:ext uri="{FF2B5EF4-FFF2-40B4-BE49-F238E27FC236}">
                <a16:creationId xmlns:a16="http://schemas.microsoft.com/office/drawing/2014/main" id="{C2095698-4930-4E61-95EE-CE4590FB9B0F}"/>
              </a:ext>
            </a:extLst>
          </p:cNvPr>
          <p:cNvSpPr>
            <a:spLocks xmlns:a="http://schemas.openxmlformats.org/drawingml/2006/main" noGrp="1"/>
          </p:cNvSpPr>
          <p:nvPr/>
        </p:nvSpPr>
        <p:spPr>
          <a:xfrm xmlns:a="http://schemas.openxmlformats.org/drawingml/2006/main">
            <a:off x="609600" y="2628900"/>
            <a:ext cx="31051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875" b="1">
                <a:solidFill>
                  <a:srgbClr val="20245F"/>
                </a:solidFill>
                <a:latin typeface="Arial"/>
                <a:ea typeface="Arial"/>
                <a:cs typeface="Arial"/>
              </a:defRPr>
            </a:defPPr>
          </a:lstStyle>
          <a:p xmlns:a="http://schemas.openxmlformats.org/drawingml/2006/main">
            <a:pPr algn="l">
              <a:buNone/>
              <a:defRPr sz="1875" b="1">
                <a:solidFill>
                  <a:srgbClr val="20245F"/>
                </a:solidFill>
                <a:latin typeface="Arial"/>
                <a:ea typeface="Arial"/>
                <a:cs typeface="Arial"/>
              </a:defRPr>
            </a:pPr>
            <a:r>
              <a:rPr sz="1875" b="1">
                <a:solidFill>
                  <a:srgbClr val="20245F"/>
                </a:solidFill>
                <a:latin typeface="Arial"/>
                <a:ea typeface="Arial"/>
                <a:cs typeface="Arial"/>
              </a:rPr>
              <a:t>Gắp trượt</a:t>
            </a:r>
          </a:p>
        </p:txBody>
      </p:sp>
      <p:sp>
        <p:nvSpPr>
          <p:cNvPr id="14" name="pitch-text-39">
            <a:extLst xmlns:a="http://schemas.openxmlformats.org/drawingml/2006/main">
              <a:ext uri="{FF2B5EF4-FFF2-40B4-BE49-F238E27FC236}">
                <a16:creationId xmlns:a16="http://schemas.microsoft.com/office/drawing/2014/main" id="{CC79E0B4-879C-45D8-95E8-649F1A6F4478}"/>
              </a:ext>
            </a:extLst>
          </p:cNvPr>
          <p:cNvSpPr>
            <a:spLocks xmlns:a="http://schemas.openxmlformats.org/drawingml/2006/main" noGrp="1"/>
          </p:cNvSpPr>
          <p:nvPr/>
        </p:nvSpPr>
        <p:spPr>
          <a:xfrm xmlns:a="http://schemas.openxmlformats.org/drawingml/2006/main">
            <a:off x="609600" y="2971800"/>
            <a:ext cx="31051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425" b="0">
                <a:solidFill>
                  <a:srgbClr val="617087"/>
                </a:solidFill>
                <a:latin typeface="Arial"/>
                <a:ea typeface="Arial"/>
                <a:cs typeface="Arial"/>
              </a:defRPr>
            </a:defPPr>
          </a:lstStyle>
          <a:p xmlns:a="http://schemas.openxmlformats.org/drawingml/2006/main">
            <a:pPr algn="l">
              <a:buNone/>
              <a:defRPr sz="1425" b="0">
                <a:solidFill>
                  <a:srgbClr val="617087"/>
                </a:solidFill>
                <a:latin typeface="Arial"/>
                <a:ea typeface="Arial"/>
                <a:cs typeface="Arial"/>
              </a:defRPr>
            </a:pPr>
            <a:r>
              <a:rPr sz="1425" b="0">
                <a:solidFill>
                  <a:srgbClr val="617087"/>
                </a:solidFill>
                <a:latin typeface="Arial"/>
                <a:ea typeface="Arial"/>
                <a:cs typeface="Arial"/>
              </a:rPr>
              <a:t>Chưa ổn định tiếp xúc với vật</a:t>
            </a:r>
          </a:p>
        </p:txBody>
      </p:sp>
      <p:sp>
        <p:nvSpPr>
          <p:cNvPr id="15" name="panel-40">
            <a:extLst xmlns:a="http://schemas.openxmlformats.org/drawingml/2006/main">
              <a:ext uri="{FF2B5EF4-FFF2-40B4-BE49-F238E27FC236}">
                <a16:creationId xmlns:a16="http://schemas.microsoft.com/office/drawing/2014/main" id="{C40FE31B-C114-481A-9CAA-BBB6F6023DB3}"/>
              </a:ext>
            </a:extLst>
          </p:cNvPr>
          <p:cNvSpPr>
            <a:spLocks xmlns:a="http://schemas.openxmlformats.org/drawingml/2006/main" noGrp="1"/>
          </p:cNvSpPr>
          <p:nvPr/>
        </p:nvSpPr>
        <p:spPr>
          <a:xfrm xmlns:a="http://schemas.openxmlformats.org/drawingml/2006/main">
            <a:off x="457200" y="3429000"/>
            <a:ext cx="3409950" cy="723900"/>
          </a:xfrm>
          <a:prstGeom xmlns:a="http://schemas.openxmlformats.org/drawingml/2006/main" prst="roundRect">
            <a:avLst>
              <a:gd name="adj" fmla="val 10526"/>
            </a:avLst>
          </a:prstGeom>
          <a:solidFill xmlns:a="http://schemas.openxmlformats.org/drawingml/2006/main">
            <a:srgbClr val="EEF2FA"/>
          </a:solidFill>
          <a:ln xmlns:a="http://schemas.openxmlformats.org/drawingml/2006/main" w="0">
            <a:noFill/>
          </a:ln>
        </p:spPr>
      </p:sp>
      <p:sp>
        <p:nvSpPr>
          <p:cNvPr id="16" name="pitch-text-41">
            <a:extLst xmlns:a="http://schemas.openxmlformats.org/drawingml/2006/main">
              <a:ext uri="{FF2B5EF4-FFF2-40B4-BE49-F238E27FC236}">
                <a16:creationId xmlns:a16="http://schemas.microsoft.com/office/drawing/2014/main" id="{3852E7B2-2518-40DF-9643-36CA2C74D60C}"/>
              </a:ext>
            </a:extLst>
          </p:cNvPr>
          <p:cNvSpPr>
            <a:spLocks xmlns:a="http://schemas.openxmlformats.org/drawingml/2006/main" noGrp="1"/>
          </p:cNvSpPr>
          <p:nvPr/>
        </p:nvSpPr>
        <p:spPr>
          <a:xfrm xmlns:a="http://schemas.openxmlformats.org/drawingml/2006/main">
            <a:off x="609600" y="3495675"/>
            <a:ext cx="31051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875" b="1">
                <a:solidFill>
                  <a:srgbClr val="20245F"/>
                </a:solidFill>
                <a:latin typeface="Arial"/>
                <a:ea typeface="Arial"/>
                <a:cs typeface="Arial"/>
              </a:defRPr>
            </a:defPPr>
          </a:lstStyle>
          <a:p xmlns:a="http://schemas.openxmlformats.org/drawingml/2006/main">
            <a:pPr algn="l">
              <a:buNone/>
              <a:defRPr sz="1875" b="1">
                <a:solidFill>
                  <a:srgbClr val="20245F"/>
                </a:solidFill>
                <a:latin typeface="Arial"/>
                <a:ea typeface="Arial"/>
                <a:cs typeface="Arial"/>
              </a:defRPr>
            </a:pPr>
            <a:r>
              <a:rPr sz="1875" b="1">
                <a:solidFill>
                  <a:srgbClr val="20245F"/>
                </a:solidFill>
                <a:latin typeface="Arial"/>
                <a:ea typeface="Arial"/>
                <a:cs typeface="Arial"/>
              </a:rPr>
              <a:t>Đặt lệch khay</a:t>
            </a:r>
          </a:p>
        </p:txBody>
      </p:sp>
      <p:sp>
        <p:nvSpPr>
          <p:cNvPr id="17" name="pitch-text-42">
            <a:extLst xmlns:a="http://schemas.openxmlformats.org/drawingml/2006/main">
              <a:ext uri="{FF2B5EF4-FFF2-40B4-BE49-F238E27FC236}">
                <a16:creationId xmlns:a16="http://schemas.microsoft.com/office/drawing/2014/main" id="{37FA1677-8953-497D-8DD6-B9B9095037E4}"/>
              </a:ext>
            </a:extLst>
          </p:cNvPr>
          <p:cNvSpPr>
            <a:spLocks xmlns:a="http://schemas.openxmlformats.org/drawingml/2006/main" noGrp="1"/>
          </p:cNvSpPr>
          <p:nvPr/>
        </p:nvSpPr>
        <p:spPr>
          <a:xfrm xmlns:a="http://schemas.openxmlformats.org/drawingml/2006/main">
            <a:off x="609600" y="3838575"/>
            <a:ext cx="31051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425" b="0">
                <a:solidFill>
                  <a:srgbClr val="617087"/>
                </a:solidFill>
                <a:latin typeface="Arial"/>
                <a:ea typeface="Arial"/>
                <a:cs typeface="Arial"/>
              </a:defRPr>
            </a:defPPr>
          </a:lstStyle>
          <a:p xmlns:a="http://schemas.openxmlformats.org/drawingml/2006/main">
            <a:pPr algn="l">
              <a:buNone/>
              <a:defRPr sz="1425" b="0">
                <a:solidFill>
                  <a:srgbClr val="617087"/>
                </a:solidFill>
                <a:latin typeface="Arial"/>
                <a:ea typeface="Arial"/>
                <a:cs typeface="Arial"/>
              </a:defRPr>
            </a:pPr>
            <a:r>
              <a:rPr sz="1425" b="0">
                <a:solidFill>
                  <a:srgbClr val="617087"/>
                </a:solidFill>
                <a:latin typeface="Arial"/>
                <a:ea typeface="Arial"/>
                <a:cs typeface="Arial"/>
              </a:rPr>
              <a:t>Sai vị trí hoặc thời điểm thả</a:t>
            </a:r>
          </a:p>
        </p:txBody>
      </p:sp>
      <p:sp>
        <p:nvSpPr>
          <p:cNvPr id="18" name="panel-43">
            <a:extLst xmlns:a="http://schemas.openxmlformats.org/drawingml/2006/main">
              <a:ext uri="{FF2B5EF4-FFF2-40B4-BE49-F238E27FC236}">
                <a16:creationId xmlns:a16="http://schemas.microsoft.com/office/drawing/2014/main" id="{22782E78-E162-4135-A415-5E5821D73935}"/>
              </a:ext>
            </a:extLst>
          </p:cNvPr>
          <p:cNvSpPr>
            <a:spLocks xmlns:a="http://schemas.openxmlformats.org/drawingml/2006/main" noGrp="1"/>
          </p:cNvSpPr>
          <p:nvPr/>
        </p:nvSpPr>
        <p:spPr>
          <a:xfrm xmlns:a="http://schemas.openxmlformats.org/drawingml/2006/main">
            <a:off x="457200" y="4295775"/>
            <a:ext cx="3409950" cy="723900"/>
          </a:xfrm>
          <a:prstGeom xmlns:a="http://schemas.openxmlformats.org/drawingml/2006/main" prst="roundRect">
            <a:avLst>
              <a:gd name="adj" fmla="val 10526"/>
            </a:avLst>
          </a:prstGeom>
          <a:solidFill xmlns:a="http://schemas.openxmlformats.org/drawingml/2006/main">
            <a:srgbClr val="EEF2FA"/>
          </a:solidFill>
          <a:ln xmlns:a="http://schemas.openxmlformats.org/drawingml/2006/main" w="0">
            <a:noFill/>
          </a:ln>
        </p:spPr>
      </p:sp>
      <p:sp>
        <p:nvSpPr>
          <p:cNvPr id="19" name="pitch-text-44">
            <a:extLst xmlns:a="http://schemas.openxmlformats.org/drawingml/2006/main">
              <a:ext uri="{FF2B5EF4-FFF2-40B4-BE49-F238E27FC236}">
                <a16:creationId xmlns:a16="http://schemas.microsoft.com/office/drawing/2014/main" id="{D1FC2DDF-2D83-4ACD-80B2-5A18F4FAD97A}"/>
              </a:ext>
            </a:extLst>
          </p:cNvPr>
          <p:cNvSpPr>
            <a:spLocks xmlns:a="http://schemas.openxmlformats.org/drawingml/2006/main" noGrp="1"/>
          </p:cNvSpPr>
          <p:nvPr/>
        </p:nvSpPr>
        <p:spPr>
          <a:xfrm xmlns:a="http://schemas.openxmlformats.org/drawingml/2006/main">
            <a:off x="609600" y="4362450"/>
            <a:ext cx="31051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875" b="1">
                <a:solidFill>
                  <a:srgbClr val="20245F"/>
                </a:solidFill>
                <a:latin typeface="Arial"/>
                <a:ea typeface="Arial"/>
                <a:cs typeface="Arial"/>
              </a:defRPr>
            </a:defPPr>
          </a:lstStyle>
          <a:p xmlns:a="http://schemas.openxmlformats.org/drawingml/2006/main">
            <a:pPr algn="l">
              <a:buNone/>
              <a:defRPr sz="1875" b="1">
                <a:solidFill>
                  <a:srgbClr val="20245F"/>
                </a:solidFill>
                <a:latin typeface="Arial"/>
                <a:ea typeface="Arial"/>
                <a:cs typeface="Arial"/>
              </a:defRPr>
            </a:pPr>
            <a:r>
              <a:rPr sz="1875" b="1">
                <a:solidFill>
                  <a:srgbClr val="20245F"/>
                </a:solidFill>
                <a:latin typeface="Arial"/>
                <a:ea typeface="Arial"/>
                <a:cs typeface="Arial"/>
              </a:rPr>
              <a:t>Đổi vị trí là lỗi</a:t>
            </a:r>
          </a:p>
        </p:txBody>
      </p:sp>
      <p:sp>
        <p:nvSpPr>
          <p:cNvPr id="20" name="pitch-text-45">
            <a:extLst xmlns:a="http://schemas.openxmlformats.org/drawingml/2006/main">
              <a:ext uri="{FF2B5EF4-FFF2-40B4-BE49-F238E27FC236}">
                <a16:creationId xmlns:a16="http://schemas.microsoft.com/office/drawing/2014/main" id="{685CA538-50DA-4EA2-B0F4-A23D628C19C3}"/>
              </a:ext>
            </a:extLst>
          </p:cNvPr>
          <p:cNvSpPr>
            <a:spLocks xmlns:a="http://schemas.openxmlformats.org/drawingml/2006/main" noGrp="1"/>
          </p:cNvSpPr>
          <p:nvPr/>
        </p:nvSpPr>
        <p:spPr>
          <a:xfrm xmlns:a="http://schemas.openxmlformats.org/drawingml/2006/main">
            <a:off x="609600" y="4705350"/>
            <a:ext cx="31051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425" b="0">
                <a:solidFill>
                  <a:srgbClr val="617087"/>
                </a:solidFill>
                <a:latin typeface="Arial"/>
                <a:ea typeface="Arial"/>
                <a:cs typeface="Arial"/>
              </a:defRPr>
            </a:defPPr>
          </a:lstStyle>
          <a:p xmlns:a="http://schemas.openxmlformats.org/drawingml/2006/main">
            <a:pPr algn="l">
              <a:buNone/>
              <a:defRPr sz="1425" b="0">
                <a:solidFill>
                  <a:srgbClr val="617087"/>
                </a:solidFill>
                <a:latin typeface="Arial"/>
                <a:ea typeface="Arial"/>
                <a:cs typeface="Arial"/>
              </a:defRPr>
            </a:pPr>
            <a:r>
              <a:rPr sz="1425" b="0">
                <a:solidFill>
                  <a:srgbClr val="617087"/>
                </a:solidFill>
                <a:latin typeface="Arial"/>
                <a:ea typeface="Arial"/>
                <a:cs typeface="Arial"/>
              </a:rPr>
              <a:t>Thiếu bao phủ điều kiện task</a:t>
            </a:r>
          </a:p>
        </p:txBody>
      </p:sp>
      <p:sp>
        <p:nvSpPr>
          <p:cNvPr id="21" name="pitch-text-46">
            <a:extLst xmlns:a="http://schemas.openxmlformats.org/drawingml/2006/main">
              <a:ext uri="{FF2B5EF4-FFF2-40B4-BE49-F238E27FC236}">
                <a16:creationId xmlns:a16="http://schemas.microsoft.com/office/drawing/2014/main" id="{F5FF160B-611E-4BF8-8754-6962CF0C416B}"/>
              </a:ext>
            </a:extLst>
          </p:cNvPr>
          <p:cNvSpPr>
            <a:spLocks xmlns:a="http://schemas.openxmlformats.org/drawingml/2006/main" noGrp="1"/>
          </p:cNvSpPr>
          <p:nvPr/>
        </p:nvSpPr>
        <p:spPr>
          <a:xfrm xmlns:a="http://schemas.openxmlformats.org/drawingml/2006/main">
            <a:off x="4219575" y="2105025"/>
            <a:ext cx="3762375"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425" b="1">
                <a:solidFill>
                  <a:srgbClr val="C91C3B"/>
                </a:solidFill>
                <a:latin typeface="Arial"/>
                <a:ea typeface="Arial"/>
                <a:cs typeface="Arial"/>
              </a:defRPr>
            </a:defPPr>
          </a:lstStyle>
          <a:p xmlns:a="http://schemas.openxmlformats.org/drawingml/2006/main">
            <a:pPr algn="l">
              <a:buNone/>
              <a:defRPr sz="1425" b="1">
                <a:solidFill>
                  <a:srgbClr val="C91C3B"/>
                </a:solidFill>
                <a:latin typeface="Arial"/>
                <a:ea typeface="Arial"/>
                <a:cs typeface="Arial"/>
              </a:defRPr>
            </a:pPr>
            <a:r>
              <a:rPr sz="1425" b="1">
                <a:solidFill>
                  <a:srgbClr val="C91C3B"/>
                </a:solidFill>
                <a:latin typeface="Arial"/>
                <a:ea typeface="Arial"/>
                <a:cs typeface="Arial"/>
              </a:rPr>
              <a:t>QUYẾT ĐỊNH CÒN THIẾU BẰNG CHỨNG</a:t>
            </a:r>
          </a:p>
        </p:txBody>
      </p:sp>
      <p:sp>
        <p:nvSpPr>
          <p:cNvPr id="22" name="panel-47">
            <a:extLst xmlns:a="http://schemas.openxmlformats.org/drawingml/2006/main">
              <a:ext uri="{FF2B5EF4-FFF2-40B4-BE49-F238E27FC236}">
                <a16:creationId xmlns:a16="http://schemas.microsoft.com/office/drawing/2014/main" id="{AABB3718-B78E-4A2B-8A4F-9B8AE11583C8}"/>
              </a:ext>
            </a:extLst>
          </p:cNvPr>
          <p:cNvSpPr>
            <a:spLocks xmlns:a="http://schemas.openxmlformats.org/drawingml/2006/main" noGrp="1"/>
          </p:cNvSpPr>
          <p:nvPr/>
        </p:nvSpPr>
        <p:spPr>
          <a:xfrm xmlns:a="http://schemas.openxmlformats.org/drawingml/2006/main">
            <a:off x="4219575" y="2562225"/>
            <a:ext cx="3762375" cy="723900"/>
          </a:xfrm>
          <a:prstGeom xmlns:a="http://schemas.openxmlformats.org/drawingml/2006/main" prst="roundRect">
            <a:avLst>
              <a:gd name="adj" fmla="val 10526"/>
            </a:avLst>
          </a:prstGeom>
          <a:solidFill xmlns:a="http://schemas.openxmlformats.org/drawingml/2006/main">
            <a:srgbClr val="FCEDEF"/>
          </a:solidFill>
          <a:ln xmlns:a="http://schemas.openxmlformats.org/drawingml/2006/main" w="0">
            <a:noFill/>
          </a:ln>
        </p:spPr>
      </p:sp>
      <p:sp>
        <p:nvSpPr>
          <p:cNvPr id="23" name="pitch-text-48">
            <a:extLst xmlns:a="http://schemas.openxmlformats.org/drawingml/2006/main">
              <a:ext uri="{FF2B5EF4-FFF2-40B4-BE49-F238E27FC236}">
                <a16:creationId xmlns:a16="http://schemas.microsoft.com/office/drawing/2014/main" id="{0ABA2143-27C2-4CF1-BD87-E1656CF0EB0D}"/>
              </a:ext>
            </a:extLst>
          </p:cNvPr>
          <p:cNvSpPr>
            <a:spLocks xmlns:a="http://schemas.openxmlformats.org/drawingml/2006/main" noGrp="1"/>
          </p:cNvSpPr>
          <p:nvPr/>
        </p:nvSpPr>
        <p:spPr>
          <a:xfrm xmlns:a="http://schemas.openxmlformats.org/drawingml/2006/main">
            <a:off x="4371975" y="2628900"/>
            <a:ext cx="34575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725" b="1">
                <a:solidFill>
                  <a:srgbClr val="C91C3B"/>
                </a:solidFill>
                <a:latin typeface="Arial"/>
                <a:ea typeface="Arial"/>
                <a:cs typeface="Arial"/>
              </a:defRPr>
            </a:defPPr>
          </a:lstStyle>
          <a:p xmlns:a="http://schemas.openxmlformats.org/drawingml/2006/main">
            <a:pPr algn="l">
              <a:buNone/>
              <a:defRPr sz="1725" b="1">
                <a:solidFill>
                  <a:srgbClr val="C91C3B"/>
                </a:solidFill>
                <a:latin typeface="Arial"/>
                <a:ea typeface="Arial"/>
                <a:cs typeface="Arial"/>
              </a:defRPr>
            </a:pPr>
            <a:r>
              <a:rPr sz="1725" b="1">
                <a:solidFill>
                  <a:srgbClr val="C91C3B"/>
                </a:solidFill>
                <a:latin typeface="Arial"/>
                <a:ea typeface="Arial"/>
                <a:cs typeface="Arial"/>
              </a:rPr>
              <a:t>Do hệ thống hay do policy?</a:t>
            </a:r>
          </a:p>
        </p:txBody>
      </p:sp>
      <p:sp>
        <p:nvSpPr>
          <p:cNvPr id="24" name="pitch-text-49">
            <a:extLst xmlns:a="http://schemas.openxmlformats.org/drawingml/2006/main">
              <a:ext uri="{FF2B5EF4-FFF2-40B4-BE49-F238E27FC236}">
                <a16:creationId xmlns:a16="http://schemas.microsoft.com/office/drawing/2014/main" id="{07DCC8FB-4A6E-402D-B174-66DAE2D7E076}"/>
              </a:ext>
            </a:extLst>
          </p:cNvPr>
          <p:cNvSpPr>
            <a:spLocks xmlns:a="http://schemas.openxmlformats.org/drawingml/2006/main" noGrp="1"/>
          </p:cNvSpPr>
          <p:nvPr/>
        </p:nvSpPr>
        <p:spPr>
          <a:xfrm xmlns:a="http://schemas.openxmlformats.org/drawingml/2006/main">
            <a:off x="4371975" y="2971800"/>
            <a:ext cx="34575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350" b="0">
                <a:solidFill>
                  <a:srgbClr val="222C4C"/>
                </a:solidFill>
                <a:latin typeface="Arial"/>
                <a:ea typeface="Arial"/>
                <a:cs typeface="Arial"/>
              </a:defRPr>
            </a:defPPr>
          </a:lstStyle>
          <a:p xmlns:a="http://schemas.openxmlformats.org/drawingml/2006/main">
            <a:pPr algn="l">
              <a:buNone/>
              <a:defRPr sz="1350" b="0">
                <a:solidFill>
                  <a:srgbClr val="222C4C"/>
                </a:solidFill>
                <a:latin typeface="Arial"/>
                <a:ea typeface="Arial"/>
                <a:cs typeface="Arial"/>
              </a:defRPr>
            </a:pPr>
            <a:r>
              <a:rPr sz="1350" b="0">
                <a:solidFill>
                  <a:srgbClr val="222C4C"/>
                </a:solidFill>
                <a:latin typeface="Arial"/>
                <a:ea typeface="Arial"/>
                <a:cs typeface="Arial"/>
              </a:rPr>
              <a:t>Kiểm controller, camera, calibration</a:t>
            </a:r>
          </a:p>
        </p:txBody>
      </p:sp>
      <p:sp>
        <p:nvSpPr>
          <p:cNvPr id="25" name="panel-50">
            <a:extLst xmlns:a="http://schemas.openxmlformats.org/drawingml/2006/main">
              <a:ext uri="{FF2B5EF4-FFF2-40B4-BE49-F238E27FC236}">
                <a16:creationId xmlns:a16="http://schemas.microsoft.com/office/drawing/2014/main" id="{E1B1155F-7FC2-4F63-8313-D8A5B5AC342D}"/>
              </a:ext>
            </a:extLst>
          </p:cNvPr>
          <p:cNvSpPr>
            <a:spLocks xmlns:a="http://schemas.openxmlformats.org/drawingml/2006/main" noGrp="1"/>
          </p:cNvSpPr>
          <p:nvPr/>
        </p:nvSpPr>
        <p:spPr>
          <a:xfrm xmlns:a="http://schemas.openxmlformats.org/drawingml/2006/main">
            <a:off x="4219575" y="3429000"/>
            <a:ext cx="3762375" cy="723900"/>
          </a:xfrm>
          <a:prstGeom xmlns:a="http://schemas.openxmlformats.org/drawingml/2006/main" prst="roundRect">
            <a:avLst>
              <a:gd name="adj" fmla="val 10526"/>
            </a:avLst>
          </a:prstGeom>
          <a:solidFill xmlns:a="http://schemas.openxmlformats.org/drawingml/2006/main">
            <a:srgbClr val="FCEDEF"/>
          </a:solidFill>
          <a:ln xmlns:a="http://schemas.openxmlformats.org/drawingml/2006/main" w="0">
            <a:noFill/>
          </a:ln>
        </p:spPr>
      </p:sp>
      <p:sp>
        <p:nvSpPr>
          <p:cNvPr id="26" name="pitch-text-51">
            <a:extLst xmlns:a="http://schemas.openxmlformats.org/drawingml/2006/main">
              <a:ext uri="{FF2B5EF4-FFF2-40B4-BE49-F238E27FC236}">
                <a16:creationId xmlns:a16="http://schemas.microsoft.com/office/drawing/2014/main" id="{A0C40CE0-65D2-4777-98B4-45DDC693C574}"/>
              </a:ext>
            </a:extLst>
          </p:cNvPr>
          <p:cNvSpPr>
            <a:spLocks xmlns:a="http://schemas.openxmlformats.org/drawingml/2006/main" noGrp="1"/>
          </p:cNvSpPr>
          <p:nvPr/>
        </p:nvSpPr>
        <p:spPr>
          <a:xfrm xmlns:a="http://schemas.openxmlformats.org/drawingml/2006/main">
            <a:off x="4371975" y="3495675"/>
            <a:ext cx="34575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725" b="1">
                <a:solidFill>
                  <a:srgbClr val="C91C3B"/>
                </a:solidFill>
                <a:latin typeface="Arial"/>
                <a:ea typeface="Arial"/>
                <a:cs typeface="Arial"/>
              </a:defRPr>
            </a:defPPr>
          </a:lstStyle>
          <a:p xmlns:a="http://schemas.openxmlformats.org/drawingml/2006/main">
            <a:pPr algn="l">
              <a:buNone/>
              <a:defRPr sz="1725" b="1">
                <a:solidFill>
                  <a:srgbClr val="C91C3B"/>
                </a:solidFill>
                <a:latin typeface="Arial"/>
                <a:ea typeface="Arial"/>
                <a:cs typeface="Arial"/>
              </a:defRPr>
            </a:pPr>
            <a:r>
              <a:rPr sz="1725" b="1">
                <a:solidFill>
                  <a:srgbClr val="C91C3B"/>
                </a:solidFill>
                <a:latin typeface="Arial"/>
                <a:ea typeface="Arial"/>
                <a:cs typeface="Arial"/>
              </a:rPr>
              <a:t>Cần bổ sung mẫu nào?</a:t>
            </a:r>
          </a:p>
        </p:txBody>
      </p:sp>
      <p:sp>
        <p:nvSpPr>
          <p:cNvPr id="27" name="pitch-text-52">
            <a:extLst xmlns:a="http://schemas.openxmlformats.org/drawingml/2006/main">
              <a:ext uri="{FF2B5EF4-FFF2-40B4-BE49-F238E27FC236}">
                <a16:creationId xmlns:a16="http://schemas.microsoft.com/office/drawing/2014/main" id="{ACBE96A6-3082-4DF8-BBC0-CCE13E14476F}"/>
              </a:ext>
            </a:extLst>
          </p:cNvPr>
          <p:cNvSpPr>
            <a:spLocks xmlns:a="http://schemas.openxmlformats.org/drawingml/2006/main" noGrp="1"/>
          </p:cNvSpPr>
          <p:nvPr/>
        </p:nvSpPr>
        <p:spPr>
          <a:xfrm xmlns:a="http://schemas.openxmlformats.org/drawingml/2006/main">
            <a:off x="4371975" y="3838575"/>
            <a:ext cx="34575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350" b="0">
                <a:solidFill>
                  <a:srgbClr val="222C4C"/>
                </a:solidFill>
                <a:latin typeface="Arial"/>
                <a:ea typeface="Arial"/>
                <a:cs typeface="Arial"/>
              </a:defRPr>
            </a:defPPr>
          </a:lstStyle>
          <a:p xmlns:a="http://schemas.openxmlformats.org/drawingml/2006/main">
            <a:pPr algn="l">
              <a:buNone/>
              <a:defRPr sz="1350" b="0">
                <a:solidFill>
                  <a:srgbClr val="222C4C"/>
                </a:solidFill>
                <a:latin typeface="Arial"/>
                <a:ea typeface="Arial"/>
                <a:cs typeface="Arial"/>
              </a:defRPr>
            </a:pPr>
            <a:r>
              <a:rPr sz="1350" b="0">
                <a:solidFill>
                  <a:srgbClr val="222C4C"/>
                </a:solidFill>
                <a:latin typeface="Arial"/>
                <a:ea typeface="Arial"/>
                <a:cs typeface="Arial"/>
              </a:rPr>
              <a:t>Thu teleop hay sinh tình huống trong sim</a:t>
            </a:r>
          </a:p>
        </p:txBody>
      </p:sp>
      <p:sp>
        <p:nvSpPr>
          <p:cNvPr id="28" name="panel-53">
            <a:extLst xmlns:a="http://schemas.openxmlformats.org/drawingml/2006/main">
              <a:ext uri="{FF2B5EF4-FFF2-40B4-BE49-F238E27FC236}">
                <a16:creationId xmlns:a16="http://schemas.microsoft.com/office/drawing/2014/main" id="{A3649037-6B52-4DC1-8197-29D0EA1A06CE}"/>
              </a:ext>
            </a:extLst>
          </p:cNvPr>
          <p:cNvSpPr>
            <a:spLocks xmlns:a="http://schemas.openxmlformats.org/drawingml/2006/main" noGrp="1"/>
          </p:cNvSpPr>
          <p:nvPr/>
        </p:nvSpPr>
        <p:spPr>
          <a:xfrm xmlns:a="http://schemas.openxmlformats.org/drawingml/2006/main">
            <a:off x="4219575" y="4295775"/>
            <a:ext cx="3762375" cy="723900"/>
          </a:xfrm>
          <a:prstGeom xmlns:a="http://schemas.openxmlformats.org/drawingml/2006/main" prst="roundRect">
            <a:avLst>
              <a:gd name="adj" fmla="val 10526"/>
            </a:avLst>
          </a:prstGeom>
          <a:solidFill xmlns:a="http://schemas.openxmlformats.org/drawingml/2006/main">
            <a:srgbClr val="FCEDEF"/>
          </a:solidFill>
          <a:ln xmlns:a="http://schemas.openxmlformats.org/drawingml/2006/main" w="0">
            <a:noFill/>
          </a:ln>
        </p:spPr>
      </p:sp>
      <p:sp>
        <p:nvSpPr>
          <p:cNvPr id="29" name="pitch-text-54">
            <a:extLst xmlns:a="http://schemas.openxmlformats.org/drawingml/2006/main">
              <a:ext uri="{FF2B5EF4-FFF2-40B4-BE49-F238E27FC236}">
                <a16:creationId xmlns:a16="http://schemas.microsoft.com/office/drawing/2014/main" id="{D9205F7D-1FE6-48A2-BC56-2B762D7669EE}"/>
              </a:ext>
            </a:extLst>
          </p:cNvPr>
          <p:cNvSpPr>
            <a:spLocks xmlns:a="http://schemas.openxmlformats.org/drawingml/2006/main" noGrp="1"/>
          </p:cNvSpPr>
          <p:nvPr/>
        </p:nvSpPr>
        <p:spPr>
          <a:xfrm xmlns:a="http://schemas.openxmlformats.org/drawingml/2006/main">
            <a:off x="4371975" y="4362450"/>
            <a:ext cx="34575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725" b="1">
                <a:solidFill>
                  <a:srgbClr val="C91C3B"/>
                </a:solidFill>
                <a:latin typeface="Arial"/>
                <a:ea typeface="Arial"/>
                <a:cs typeface="Arial"/>
              </a:defRPr>
            </a:defPPr>
          </a:lstStyle>
          <a:p xmlns:a="http://schemas.openxmlformats.org/drawingml/2006/main">
            <a:pPr algn="l">
              <a:buNone/>
              <a:defRPr sz="1725" b="1">
                <a:solidFill>
                  <a:srgbClr val="C91C3B"/>
                </a:solidFill>
                <a:latin typeface="Arial"/>
                <a:ea typeface="Arial"/>
                <a:cs typeface="Arial"/>
              </a:defRPr>
            </a:pPr>
            <a:r>
              <a:rPr sz="1725" b="1">
                <a:solidFill>
                  <a:srgbClr val="C91C3B"/>
                </a:solidFill>
                <a:latin typeface="Arial"/>
                <a:ea typeface="Arial"/>
                <a:cs typeface="Arial"/>
              </a:rPr>
              <a:t>Train lại có đáng không?</a:t>
            </a:r>
          </a:p>
        </p:txBody>
      </p:sp>
      <p:sp>
        <p:nvSpPr>
          <p:cNvPr id="30" name="pitch-text-55">
            <a:extLst xmlns:a="http://schemas.openxmlformats.org/drawingml/2006/main">
              <a:ext uri="{FF2B5EF4-FFF2-40B4-BE49-F238E27FC236}">
                <a16:creationId xmlns:a16="http://schemas.microsoft.com/office/drawing/2014/main" id="{39B22B4B-E058-4DD7-8FD0-77F0C30534F2}"/>
              </a:ext>
            </a:extLst>
          </p:cNvPr>
          <p:cNvSpPr>
            <a:spLocks xmlns:a="http://schemas.openxmlformats.org/drawingml/2006/main" noGrp="1"/>
          </p:cNvSpPr>
          <p:nvPr/>
        </p:nvSpPr>
        <p:spPr>
          <a:xfrm xmlns:a="http://schemas.openxmlformats.org/drawingml/2006/main">
            <a:off x="4371975" y="4705350"/>
            <a:ext cx="34575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350" b="0">
                <a:solidFill>
                  <a:srgbClr val="222C4C"/>
                </a:solidFill>
                <a:latin typeface="Arial"/>
                <a:ea typeface="Arial"/>
                <a:cs typeface="Arial"/>
              </a:defRPr>
            </a:defPPr>
          </a:lstStyle>
          <a:p xmlns:a="http://schemas.openxmlformats.org/drawingml/2006/main">
            <a:pPr algn="l">
              <a:buNone/>
              <a:defRPr sz="1350" b="0">
                <a:solidFill>
                  <a:srgbClr val="222C4C"/>
                </a:solidFill>
                <a:latin typeface="Arial"/>
                <a:ea typeface="Arial"/>
                <a:cs typeface="Arial"/>
              </a:defRPr>
            </a:pPr>
            <a:r>
              <a:rPr sz="1350" b="0">
                <a:solidFill>
                  <a:srgbClr val="222C4C"/>
                </a:solidFill>
                <a:latin typeface="Arial"/>
                <a:ea typeface="Arial"/>
                <a:cs typeface="Arial"/>
              </a:rPr>
              <a:t>Kiểm chất lượng và tổng chi phí</a:t>
            </a:r>
          </a:p>
        </p:txBody>
      </p:sp>
      <p:sp>
        <p:nvSpPr>
          <p:cNvPr id="31" name="panel-56">
            <a:extLst xmlns:a="http://schemas.openxmlformats.org/drawingml/2006/main">
              <a:ext uri="{FF2B5EF4-FFF2-40B4-BE49-F238E27FC236}">
                <a16:creationId xmlns:a16="http://schemas.microsoft.com/office/drawing/2014/main" id="{A4C7FD1D-A2B8-4B6F-8A37-31A725C52CC3}"/>
              </a:ext>
            </a:extLst>
          </p:cNvPr>
          <p:cNvSpPr>
            <a:spLocks xmlns:a="http://schemas.openxmlformats.org/drawingml/2006/main" noGrp="1"/>
          </p:cNvSpPr>
          <p:nvPr/>
        </p:nvSpPr>
        <p:spPr>
          <a:xfrm xmlns:a="http://schemas.openxmlformats.org/drawingml/2006/main">
            <a:off x="8334375" y="2105025"/>
            <a:ext cx="3400425" cy="3067050"/>
          </a:xfrm>
          <a:prstGeom xmlns:a="http://schemas.openxmlformats.org/drawingml/2006/main" prst="roundRect">
            <a:avLst>
              <a:gd name="adj" fmla="val 2484"/>
            </a:avLst>
          </a:prstGeom>
          <a:solidFill xmlns:a="http://schemas.openxmlformats.org/drawingml/2006/main">
            <a:srgbClr val="20245F"/>
          </a:solidFill>
          <a:ln xmlns:a="http://schemas.openxmlformats.org/drawingml/2006/main" w="0">
            <a:noFill/>
          </a:ln>
        </p:spPr>
      </p:sp>
      <p:sp>
        <p:nvSpPr>
          <p:cNvPr id="32" name="pitch-text-57">
            <a:extLst xmlns:a="http://schemas.openxmlformats.org/drawingml/2006/main">
              <a:ext uri="{FF2B5EF4-FFF2-40B4-BE49-F238E27FC236}">
                <a16:creationId xmlns:a16="http://schemas.microsoft.com/office/drawing/2014/main" id="{325F080C-7E66-4C1A-9474-159BC4B49169}"/>
              </a:ext>
            </a:extLst>
          </p:cNvPr>
          <p:cNvSpPr>
            <a:spLocks xmlns:a="http://schemas.openxmlformats.org/drawingml/2006/main" noGrp="1"/>
          </p:cNvSpPr>
          <p:nvPr/>
        </p:nvSpPr>
        <p:spPr>
          <a:xfrm xmlns:a="http://schemas.openxmlformats.org/drawingml/2006/main">
            <a:off x="8562975" y="2305050"/>
            <a:ext cx="29432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650" b="1">
                <a:solidFill>
                  <a:srgbClr val="A7EDBD"/>
                </a:solidFill>
                <a:latin typeface="Arial"/>
                <a:ea typeface="Arial"/>
                <a:cs typeface="Arial"/>
              </a:defRPr>
            </a:defPPr>
          </a:lstStyle>
          <a:p xmlns:a="http://schemas.openxmlformats.org/drawingml/2006/main">
            <a:pPr algn="l">
              <a:buNone/>
              <a:defRPr sz="1650" b="1">
                <a:solidFill>
                  <a:srgbClr val="A7EDBD"/>
                </a:solidFill>
                <a:latin typeface="Arial"/>
                <a:ea typeface="Arial"/>
                <a:cs typeface="Arial"/>
              </a:defRPr>
            </a:pPr>
            <a:r>
              <a:rPr sz="1650" b="1">
                <a:solidFill>
                  <a:srgbClr val="A7EDBD"/>
                </a:solidFill>
                <a:latin typeface="Arial"/>
                <a:ea typeface="Arial"/>
                <a:cs typeface="Arial"/>
              </a:rPr>
              <a:t>CÔNG PHÁT SINH</a:t>
            </a:r>
          </a:p>
        </p:txBody>
      </p:sp>
      <p:sp>
        <p:nvSpPr>
          <p:cNvPr id="33" name="pitch-text-58">
            <a:extLst xmlns:a="http://schemas.openxmlformats.org/drawingml/2006/main">
              <a:ext uri="{FF2B5EF4-FFF2-40B4-BE49-F238E27FC236}">
                <a16:creationId xmlns:a16="http://schemas.microsoft.com/office/drawing/2014/main" id="{7E3472B3-B9EC-4C8F-9A2E-BD235D9D0E97}"/>
              </a:ext>
            </a:extLst>
          </p:cNvPr>
          <p:cNvSpPr>
            <a:spLocks xmlns:a="http://schemas.openxmlformats.org/drawingml/2006/main" noGrp="1"/>
          </p:cNvSpPr>
          <p:nvPr/>
        </p:nvSpPr>
        <p:spPr>
          <a:xfrm xmlns:a="http://schemas.openxmlformats.org/drawingml/2006/main">
            <a:off x="8562975" y="2895600"/>
            <a:ext cx="2943225" cy="1257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2175" b="1">
                <a:solidFill>
                  <a:srgbClr val="FFFFFF"/>
                </a:solidFill>
                <a:latin typeface="Arial"/>
                <a:ea typeface="Arial"/>
                <a:cs typeface="Arial"/>
              </a:defRPr>
            </a:defPPr>
          </a:lstStyle>
          <a:p xmlns:a="http://schemas.openxmlformats.org/drawingml/2006/main">
            <a:pPr algn="l">
              <a:buNone/>
              <a:defRPr sz="2175" b="1">
                <a:solidFill>
                  <a:srgbClr val="FFFFFF"/>
                </a:solidFill>
                <a:latin typeface="Arial"/>
                <a:ea typeface="Arial"/>
                <a:cs typeface="Arial"/>
              </a:defRPr>
            </a:pPr>
            <a:r>
              <a:rPr sz="2175" b="1">
                <a:solidFill>
                  <a:srgbClr val="FFFFFF"/>
                </a:solidFill>
                <a:latin typeface="Arial"/>
                <a:ea typeface="Arial"/>
                <a:cs typeface="Arial"/>
              </a:rPr>
              <a:t>Thu thêm dữ liệu</a:t>
            </a:r>
          </a:p>
          <a:p xmlns:a="http://schemas.openxmlformats.org/drawingml/2006/main">
            <a:pPr algn="l">
              <a:buNone/>
              <a:defRPr sz="2175" b="1">
                <a:solidFill>
                  <a:srgbClr val="FFFFFF"/>
                </a:solidFill>
                <a:latin typeface="Arial"/>
                <a:ea typeface="Arial"/>
                <a:cs typeface="Arial"/>
              </a:defRPr>
            </a:pPr>
            <a:r>
              <a:rPr sz="2175" b="1">
                <a:solidFill>
                  <a:srgbClr val="FFFFFF"/>
                </a:solidFill>
                <a:latin typeface="Arial"/>
                <a:ea typeface="Arial"/>
                <a:cs typeface="Arial"/>
              </a:rPr>
              <a:t>QA và sửa nhãn</a:t>
            </a:r>
          </a:p>
          <a:p xmlns:a="http://schemas.openxmlformats.org/drawingml/2006/main">
            <a:pPr algn="l">
              <a:buNone/>
              <a:defRPr sz="2175" b="1">
                <a:solidFill>
                  <a:srgbClr val="FFFFFF"/>
                </a:solidFill>
                <a:latin typeface="Arial"/>
                <a:ea typeface="Arial"/>
                <a:cs typeface="Arial"/>
              </a:defRPr>
            </a:pPr>
            <a:r>
              <a:rPr sz="2175" b="1">
                <a:solidFill>
                  <a:srgbClr val="FFFFFF"/>
                </a:solidFill>
                <a:latin typeface="Arial"/>
                <a:ea typeface="Arial"/>
                <a:cs typeface="Arial"/>
              </a:rPr>
              <a:t>Debug, train và thử lại</a:t>
            </a:r>
          </a:p>
        </p:txBody>
      </p:sp>
      <p:sp>
        <p:nvSpPr>
          <p:cNvPr id="34" name="pitch-text-59">
            <a:extLst xmlns:a="http://schemas.openxmlformats.org/drawingml/2006/main">
              <a:ext uri="{FF2B5EF4-FFF2-40B4-BE49-F238E27FC236}">
                <a16:creationId xmlns:a16="http://schemas.microsoft.com/office/drawing/2014/main" id="{DF91476B-E125-4DAB-B312-3AC4504EA79A}"/>
              </a:ext>
            </a:extLst>
          </p:cNvPr>
          <p:cNvSpPr>
            <a:spLocks xmlns:a="http://schemas.openxmlformats.org/drawingml/2006/main" noGrp="1"/>
          </p:cNvSpPr>
          <p:nvPr/>
        </p:nvSpPr>
        <p:spPr>
          <a:xfrm xmlns:a="http://schemas.openxmlformats.org/drawingml/2006/main">
            <a:off x="8562975" y="4400550"/>
            <a:ext cx="2943225"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500" b="0">
                <a:solidFill>
                  <a:srgbClr val="FFFFFF"/>
                </a:solidFill>
                <a:latin typeface="Arial"/>
                <a:ea typeface="Arial"/>
                <a:cs typeface="Arial"/>
              </a:defRPr>
            </a:defPPr>
          </a:lstStyle>
          <a:p xmlns:a="http://schemas.openxmlformats.org/drawingml/2006/main">
            <a:pPr algn="l">
              <a:buNone/>
              <a:defRPr sz="1500" b="0">
                <a:solidFill>
                  <a:srgbClr val="FFFFFF"/>
                </a:solidFill>
                <a:latin typeface="Arial"/>
                <a:ea typeface="Arial"/>
                <a:cs typeface="Arial"/>
              </a:defRPr>
            </a:pPr>
            <a:r>
              <a:rPr sz="1500" b="0">
                <a:solidFill>
                  <a:srgbClr val="FFFFFF"/>
                </a:solidFill>
                <a:latin typeface="Arial"/>
                <a:ea typeface="Arial"/>
                <a:cs typeface="Arial"/>
              </a:rPr>
              <a:t>Cần đo tổng công cho một lần cải thiện task đạt cùng chất lượng.</a:t>
            </a:r>
          </a:p>
        </p:txBody>
      </p:sp>
      <p:sp>
        <p:nvSpPr>
          <p:cNvPr id="35" name="pitch-text-60">
            <a:extLst xmlns:a="http://schemas.openxmlformats.org/drawingml/2006/main">
              <a:ext uri="{FF2B5EF4-FFF2-40B4-BE49-F238E27FC236}">
                <a16:creationId xmlns:a16="http://schemas.microsoft.com/office/drawing/2014/main" id="{6ABAF460-5909-431B-8F5A-02F03BB634CC}"/>
              </a:ext>
            </a:extLst>
          </p:cNvPr>
          <p:cNvSpPr>
            <a:spLocks xmlns:a="http://schemas.openxmlformats.org/drawingml/2006/main" noGrp="1"/>
          </p:cNvSpPr>
          <p:nvPr/>
        </p:nvSpPr>
        <p:spPr>
          <a:xfrm xmlns:a="http://schemas.openxmlformats.org/drawingml/2006/main">
            <a:off x="457200" y="554355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500" b="0">
                <a:solidFill>
                  <a:srgbClr val="617087"/>
                </a:solidFill>
                <a:latin typeface="Arial"/>
                <a:ea typeface="Arial"/>
                <a:cs typeface="Arial"/>
              </a:defRPr>
            </a:defPPr>
          </a:lstStyle>
          <a:p xmlns:a="http://schemas.openxmlformats.org/drawingml/2006/main">
            <a:pPr algn="l">
              <a:buNone/>
              <a:defRPr sz="1500" b="0">
                <a:solidFill>
                  <a:srgbClr val="617087"/>
                </a:solidFill>
                <a:latin typeface="Arial"/>
                <a:ea typeface="Arial"/>
                <a:cs typeface="Arial"/>
              </a:defRPr>
            </a:pPr>
            <a:r>
              <a:rPr sz="1500" b="0">
                <a:solidFill>
                  <a:srgbClr val="617087"/>
                </a:solidFill>
                <a:latin typeface="Arial"/>
                <a:ea typeface="Arial"/>
                <a:cs typeface="Arial"/>
              </a:rPr>
              <a:t>Ví dụ minh họa. Task owner và baseline tại DENSO cần xác nhận trước pilot.</a:t>
            </a:r>
          </a:p>
        </p:txBody>
      </p:sp>
    </p:spTree>
    <p:extLst>
      <p:ext uri="{BB962C8B-B14F-4D97-AF65-F5344CB8AC3E}">
        <p14:creationId xmlns:p14="http://schemas.microsoft.com/office/powerpoint/2010/main" val="3333302607"/>
      </p:ext>
    </p:extLst>
  </p:cSld>
</p:sld>
</file>

<file path=ppt/slides/slide5.xml><?xml version="1.0" encoding="utf-8"?>
<p:sld xmlns:p="http://schemas.openxmlformats.org/presentationml/2006/main">
  <p:cSld>
    <p:spTree>
      <p:nvGrpSpPr>
        <p:cNvPr id="1" name=""/>
        <p:cNvGrpSpPr/>
        <p:nvPr/>
      </p:nvGrpSpPr>
      <p:grpSpPr>
        <a:xfrm xmlns:a="http://schemas.openxmlformats.org/drawingml/2006/main"/>
      </p:grpSpPr>
      <p:cxnSp>
        <p:nvCxnSpPr>
          <p:cNvPr id="61" name="">
            <a:extLst xmlns:a="http://schemas.openxmlformats.org/drawingml/2006/main">
              <a:ext uri="{FF2B5EF4-FFF2-40B4-BE49-F238E27FC236}">
                <a16:creationId xmlns:a16="http://schemas.microsoft.com/office/drawing/2014/main" id="{F846B608-0948-461F-8C70-213E96AB9110}"/>
              </a:ext>
            </a:extLst>
          </p:cNvPr>
          <p:cNvCxnSpPr>
            <a:stCxn xmlns:a="http://schemas.openxmlformats.org/drawingml/2006/main" id="59" idx="3"/>
            <a:endCxn xmlns:a="http://schemas.openxmlformats.org/drawingml/2006/main" id="60" idx="1"/>
          </p:cNvCxnSpPr>
          <p:nvPr/>
        </p:nvCxnSpPr>
        <p:spPr>
          <a:xfrm xmlns:a="http://schemas.openxmlformats.org/drawingml/2006/main" flipH="1">
            <a:off x="9885998" y="4362451"/>
            <a:ext cx="1905" cy="133350"/>
          </a:xfrm>
          <a:prstGeom xmlns:a="http://schemas.openxmlformats.org/drawingml/2006/main" prst="straightConnector1">
            <a:avLst/>
          </a:prstGeom>
          <a:ln xmlns:a="http://schemas.openxmlformats.org/drawingml/2006/main" w="23813">
            <a:solidFill>
              <a:srgbClr val="12833E"/>
            </a:solidFill>
            <a:prstDash val="solid"/>
            <a:tailEnd type="triangle" w="med" len="med"/>
          </a:ln>
        </p:spPr>
      </p:cxnSp>
      <p:cxnSp>
        <p:nvCxnSpPr>
          <p:cNvPr id="58" name="">
            <a:extLst xmlns:a="http://schemas.openxmlformats.org/drawingml/2006/main">
              <a:ext uri="{FF2B5EF4-FFF2-40B4-BE49-F238E27FC236}">
                <a16:creationId xmlns:a16="http://schemas.microsoft.com/office/drawing/2014/main" id="{40538A42-B812-4892-95B7-037B567F9708}"/>
              </a:ext>
            </a:extLst>
          </p:cNvPr>
          <p:cNvCxnSpPr>
            <a:stCxn xmlns:a="http://schemas.openxmlformats.org/drawingml/2006/main" id="56" idx="3"/>
            <a:endCxn xmlns:a="http://schemas.openxmlformats.org/drawingml/2006/main" id="57" idx="1"/>
          </p:cNvCxnSpPr>
          <p:nvPr/>
        </p:nvCxnSpPr>
        <p:spPr>
          <a:xfrm xmlns:a="http://schemas.openxmlformats.org/drawingml/2006/main">
            <a:off x="267653" y="3152776"/>
            <a:ext cx="188595" cy="0"/>
          </a:xfrm>
          <a:prstGeom xmlns:a="http://schemas.openxmlformats.org/drawingml/2006/main" prst="straightConnector1">
            <a:avLst/>
          </a:prstGeom>
          <a:ln xmlns:a="http://schemas.openxmlformats.org/drawingml/2006/main" w="23813">
            <a:solidFill>
              <a:srgbClr val="12833E"/>
            </a:solidFill>
            <a:prstDash val="solid"/>
            <a:tailEnd type="triangle" w="med" len="med"/>
          </a:ln>
        </p:spPr>
      </p:cxnSp>
      <p:cxnSp>
        <p:nvCxnSpPr>
          <p:cNvPr id="55" name="">
            <a:extLst xmlns:a="http://schemas.openxmlformats.org/drawingml/2006/main">
              <a:ext uri="{FF2B5EF4-FFF2-40B4-BE49-F238E27FC236}">
                <a16:creationId xmlns:a16="http://schemas.microsoft.com/office/drawing/2014/main" id="{9C51DAFC-EED3-42A0-AEE3-D5B78E29EC91}"/>
              </a:ext>
            </a:extLst>
          </p:cNvPr>
          <p:cNvCxnSpPr>
            <a:stCxn xmlns:a="http://schemas.openxmlformats.org/drawingml/2006/main" id="53" idx="3"/>
            <a:endCxn xmlns:a="http://schemas.openxmlformats.org/drawingml/2006/main" id="54" idx="1"/>
          </p:cNvCxnSpPr>
          <p:nvPr/>
        </p:nvCxnSpPr>
        <p:spPr>
          <a:xfrm xmlns:a="http://schemas.openxmlformats.org/drawingml/2006/main" flipH="1" flipV="1">
            <a:off x="265748" y="3152776"/>
            <a:ext cx="1905" cy="1590675"/>
          </a:xfrm>
          <a:prstGeom xmlns:a="http://schemas.openxmlformats.org/drawingml/2006/main" prst="straightConnector1">
            <a:avLst/>
          </a:prstGeom>
          <a:ln xmlns:a="http://schemas.openxmlformats.org/drawingml/2006/main" w="23813">
            <a:solidFill>
              <a:srgbClr val="12833E"/>
            </a:solidFill>
            <a:prstDash val="solid"/>
          </a:ln>
        </p:spPr>
      </p:cxnSp>
      <p:cxnSp>
        <p:nvCxnSpPr>
          <p:cNvPr id="52" name="">
            <a:extLst xmlns:a="http://schemas.openxmlformats.org/drawingml/2006/main">
              <a:ext uri="{FF2B5EF4-FFF2-40B4-BE49-F238E27FC236}">
                <a16:creationId xmlns:a16="http://schemas.microsoft.com/office/drawing/2014/main" id="{35570D81-47E1-4872-9BDF-11B6CE788ABB}"/>
              </a:ext>
            </a:extLst>
          </p:cNvPr>
          <p:cNvCxnSpPr>
            <a:stCxn xmlns:a="http://schemas.openxmlformats.org/drawingml/2006/main" id="50" idx="3"/>
            <a:endCxn xmlns:a="http://schemas.openxmlformats.org/drawingml/2006/main" id="51" idx="1"/>
          </p:cNvCxnSpPr>
          <p:nvPr/>
        </p:nvCxnSpPr>
        <p:spPr>
          <a:xfrm xmlns:a="http://schemas.openxmlformats.org/drawingml/2006/main" flipH="1">
            <a:off x="265748" y="4743451"/>
            <a:ext cx="192405" cy="0"/>
          </a:xfrm>
          <a:prstGeom xmlns:a="http://schemas.openxmlformats.org/drawingml/2006/main" prst="straightConnector1">
            <a:avLst/>
          </a:prstGeom>
          <a:ln xmlns:a="http://schemas.openxmlformats.org/drawingml/2006/main" w="23813">
            <a:solidFill>
              <a:srgbClr val="12833E"/>
            </a:solidFill>
            <a:prstDash val="solid"/>
          </a:ln>
        </p:spPr>
      </p:cxnSp>
      <p:cxnSp>
        <p:nvCxnSpPr>
          <p:cNvPr id="42" name="">
            <a:extLst xmlns:a="http://schemas.openxmlformats.org/drawingml/2006/main">
              <a:ext uri="{FF2B5EF4-FFF2-40B4-BE49-F238E27FC236}">
                <a16:creationId xmlns:a16="http://schemas.microsoft.com/office/drawing/2014/main" id="{73B6CA27-752E-44BD-B64C-8F0193FBA5F3}"/>
              </a:ext>
            </a:extLst>
          </p:cNvPr>
          <p:cNvCxnSpPr>
            <a:stCxn xmlns:a="http://schemas.openxmlformats.org/drawingml/2006/main" id="40" idx="3"/>
            <a:endCxn xmlns:a="http://schemas.openxmlformats.org/drawingml/2006/main" id="41" idx="1"/>
          </p:cNvCxnSpPr>
          <p:nvPr/>
        </p:nvCxnSpPr>
        <p:spPr>
          <a:xfrm xmlns:a="http://schemas.openxmlformats.org/drawingml/2006/main">
            <a:off x="7668578" y="3152776"/>
            <a:ext cx="360045" cy="0"/>
          </a:xfrm>
          <a:prstGeom xmlns:a="http://schemas.openxmlformats.org/drawingml/2006/main" prst="straightConnector1">
            <a:avLst/>
          </a:prstGeom>
          <a:ln xmlns:a="http://schemas.openxmlformats.org/drawingml/2006/main" w="38100">
            <a:solidFill>
              <a:srgbClr val="12833E"/>
            </a:solidFill>
            <a:prstDash val="solid"/>
            <a:tailEnd type="triangle" w="med" len="med"/>
          </a:ln>
        </p:spPr>
      </p:cxnSp>
      <p:cxnSp>
        <p:nvCxnSpPr>
          <p:cNvPr id="39" name="">
            <a:extLst xmlns:a="http://schemas.openxmlformats.org/drawingml/2006/main">
              <a:ext uri="{FF2B5EF4-FFF2-40B4-BE49-F238E27FC236}">
                <a16:creationId xmlns:a16="http://schemas.microsoft.com/office/drawing/2014/main" id="{8FD40C44-4CC1-4DD6-87B4-5A98769849D1}"/>
              </a:ext>
            </a:extLst>
          </p:cNvPr>
          <p:cNvCxnSpPr>
            <a:stCxn xmlns:a="http://schemas.openxmlformats.org/drawingml/2006/main" id="37" idx="3"/>
            <a:endCxn xmlns:a="http://schemas.openxmlformats.org/drawingml/2006/main" id="38" idx="1"/>
          </p:cNvCxnSpPr>
          <p:nvPr/>
        </p:nvCxnSpPr>
        <p:spPr>
          <a:xfrm xmlns:a="http://schemas.openxmlformats.org/drawingml/2006/main">
            <a:off x="3868103" y="3152776"/>
            <a:ext cx="340995" cy="0"/>
          </a:xfrm>
          <a:prstGeom xmlns:a="http://schemas.openxmlformats.org/drawingml/2006/main" prst="straightConnector1">
            <a:avLst/>
          </a:prstGeom>
          <a:ln xmlns:a="http://schemas.openxmlformats.org/drawingml/2006/main" w="38100">
            <a:solidFill>
              <a:srgbClr val="39458F"/>
            </a:solidFill>
            <a:prstDash val="solid"/>
            <a:tailEnd type="triangle" w="med" len="med"/>
          </a:ln>
        </p:spPr>
      </p:cxnSp>
      <p:pic>
        <p:nvPicPr>
          <p:cNvPr id="7" name="Picture 6">
            <a:extLst xmlns:a="http://schemas.openxmlformats.org/drawingml/2006/main">
              <a:ext uri="{FF2B5EF4-FFF2-40B4-BE49-F238E27FC236}">
                <a16:creationId xmlns:a16="http://schemas.microsoft.com/office/drawing/2014/main" id="{B5F0195B-E08C-400D-A98B-27C9A6E58308}"/>
              </a:ext>
            </a:extLst>
          </p:cNvPr>
          <p:cNvPicPr>
            <a:picLocks xmlns:a="http://schemas.openxmlformats.org/drawingml/2006/main" noChangeAspect="1"/>
          </p:cNvPicPr>
          <p:nvPr/>
        </p:nvPicPr>
        <p:blipFill>
          <a:blip xmlns:r="http://schemas.openxmlformats.org/officeDocument/2006/relationships" xmlns:a="http://schemas.openxmlformats.org/drawingml/2006/main" r:embed="Rf8c97788fd4f4a00"/>
          <a:srcRect xmlns:a="http://schemas.openxmlformats.org/drawingml/2006/main" l="0" t="32804" r="0" b="51587"/>
          <a:stretch xmlns:a="http://schemas.openxmlformats.org/drawingml/2006/main">
            <a:fillRect l="0" t="0" r="0" b="0"/>
          </a:stretch>
        </p:blipFill>
        <p:spPr>
          <a:xfrm xmlns:a="http://schemas.openxmlformats.org/drawingml/2006/main">
            <a:off x="0" y="5987142"/>
            <a:ext cx="12191999" cy="870861"/>
          </a:xfrm>
          <a:prstGeom xmlns:a="http://schemas.openxmlformats.org/drawingml/2006/main" prst="rect">
            <a:avLst/>
          </a:prstGeom>
        </p:spPr>
      </p:pic>
      <p:sp>
        <p:nvSpPr>
          <p:cNvPr id="2" name="Title 1">
            <a:extLst xmlns:a="http://schemas.openxmlformats.org/drawingml/2006/main">
              <a:ext uri="{FF2B5EF4-FFF2-40B4-BE49-F238E27FC236}">
                <a16:creationId xmlns:a16="http://schemas.microsoft.com/office/drawing/2014/main" id="{3971B769-F908-4ADA-9923-670E56570CBF}"/>
              </a:ext>
            </a:extLst>
          </p:cNvPr>
          <p:cNvSpPr>
            <a:spLocks xmlns:a="http://schemas.openxmlformats.org/drawingml/2006/main" noGrp="1"/>
          </p:cNvSpPr>
          <p:nvPr>
            <p:ph type="title" idx="0"/>
          </p:nvPr>
        </p:nvSpPr>
        <p:spPr>
          <a:xfrm xmlns:a="http://schemas.openxmlformats.org/drawingml/2006/main">
            <a:off x="5762625" y="200025"/>
            <a:ext cx="6096000" cy="866775"/>
          </a:xfrm>
          <a:prstGeom xmlns:a="http://schemas.openxmlformats.org/drawingml/2006/main" prst="rect">
            <a:avLst/>
          </a:prstGeom>
        </p:spPr>
        <p:txBody>
          <a:bodyPr xmlns:a="http://schemas.openxmlformats.org/drawingml/2006/main" wrap="square" lIns="0" tIns="0" rIns="0" bIns="0" anchor="ctr">
            <a:noAutofit/>
          </a:bodyPr>
          <a:lstStyle xmlns:a="http://schemas.openxmlformats.org/drawingml/2006/main">
            <a:defPPr algn="ctr">
              <a:defRPr sz="3600" b="1">
                <a:solidFill>
                  <a:srgbClr val="FFFFFF"/>
                </a:solidFill>
                <a:latin typeface="Times New Roman"/>
                <a:ea typeface="Times New Roman"/>
                <a:cs typeface="Times New Roman"/>
              </a:defRPr>
            </a:defPPr>
          </a:lstStyle>
          <a:p xmlns:a="http://schemas.openxmlformats.org/drawingml/2006/main">
            <a:pPr algn="ctr">
              <a:buNone/>
              <a:defRPr sz="3600" b="1">
                <a:solidFill>
                  <a:srgbClr val="FFFFFF"/>
                </a:solidFill>
                <a:latin typeface="Times New Roman"/>
                <a:ea typeface="Times New Roman"/>
                <a:cs typeface="Times New Roman"/>
              </a:defRPr>
            </a:pPr>
            <a:r>
              <a:rPr sz="3600" b="1">
                <a:solidFill>
                  <a:srgbClr val="FFFFFF"/>
                </a:solidFill>
                <a:latin typeface="Times New Roman"/>
                <a:ea typeface="Times New Roman"/>
                <a:cs typeface="Times New Roman"/>
              </a:rPr>
              <a:t>Giải pháp đề xuất là gì?</a:t>
            </a:r>
          </a:p>
        </p:txBody>
      </p:sp>
      <p:sp>
        <p:nvSpPr>
          <p:cNvPr id="4" name="Shape 28">
            <a:extLst xmlns:a="http://schemas.openxmlformats.org/drawingml/2006/main">
              <a:ext uri="{FF2B5EF4-FFF2-40B4-BE49-F238E27FC236}">
                <a16:creationId xmlns:a16="http://schemas.microsoft.com/office/drawing/2014/main" id="{D8CCF9ED-FD98-B255-B5CA-9D20D19AD25E}"/>
              </a:ext>
            </a:extLst>
          </p:cNvPr>
          <p:cNvSpPr>
            <a:spLocks xmlns:a="http://schemas.openxmlformats.org/drawingml/2006/main" noGrp="1"/>
          </p:cNvSpPr>
          <p:nvPr/>
        </p:nvSpPr>
        <p:spPr>
          <a:xfrm xmlns:a="http://schemas.openxmlformats.org/drawingml/2006/main">
            <a:off x="165652" y="6082284"/>
            <a:ext cx="45720" cy="585216"/>
          </a:xfrm>
          <a:prstGeom xmlns:a="http://schemas.openxmlformats.org/drawingml/2006/main" prst="rect">
            <a:avLst/>
          </a:prstGeom>
          <a:solidFill xmlns:a="http://schemas.openxmlformats.org/drawingml/2006/main">
            <a:srgbClr val="30D158"/>
          </a:solidFill>
          <a:ln xmlns:a="http://schemas.openxmlformats.org/drawingml/2006/main" w="12700">
            <a:solidFill>
              <a:srgbClr val="30D158"/>
            </a:solidFill>
            <a:prstDash val="solid"/>
          </a:ln>
        </p:spPr>
        <p:txBody>
          <a:bodyPr xmlns:a="http://schemas.openxmlformats.org/drawingml/2006/main"/>
          <a:lstStyle xmlns:a="http://schemas.openxmlformats.org/drawingml/2006/main"/>
          <a:p xmlns:a="http://schemas.openxmlformats.org/drawingml/2006/main">
            <a:endParaRPr/>
          </a:p>
        </p:txBody>
      </p:sp>
      <p:sp>
        <p:nvSpPr>
          <p:cNvPr id="5" name="Text 29">
            <a:extLst xmlns:a="http://schemas.openxmlformats.org/drawingml/2006/main">
              <a:ext uri="{FF2B5EF4-FFF2-40B4-BE49-F238E27FC236}">
                <a16:creationId xmlns:a16="http://schemas.microsoft.com/office/drawing/2014/main" id="{34AD7C9C-83B3-7468-F478-761E84A3970E}"/>
              </a:ext>
            </a:extLst>
          </p:cNvPr>
          <p:cNvSpPr>
            <a:spLocks xmlns:a="http://schemas.openxmlformats.org/drawingml/2006/main" noGrp="1"/>
          </p:cNvSpPr>
          <p:nvPr/>
        </p:nvSpPr>
        <p:spPr>
          <a:xfrm xmlns:a="http://schemas.openxmlformats.org/drawingml/2006/main">
            <a:off x="323850" y="6076950"/>
            <a:ext cx="10477500" cy="209550"/>
          </a:xfrm>
          <a:prstGeom xmlns:a="http://schemas.openxmlformats.org/drawingml/2006/main" prst="rect">
            <a:avLst/>
          </a:prstGeom>
          <a:noFill xmlns:a="http://schemas.openxmlformats.org/drawingml/2006/main"/>
        </p:spPr>
        <p:txBody>
          <a:bodyPr xmlns:a="http://schemas.openxmlformats.org/drawingml/2006/main" wrap="square" lIns="0" tIns="0" rIns="0" bIns="0" anchor="ctr">
            <a:noAutofit/>
          </a:bodyPr>
          <a:lstStyle xmlns:a="http://schemas.openxmlformats.org/drawingml/2006/main">
            <a:defPPr algn="l">
              <a:defRPr sz="1200" b="1">
                <a:solidFill>
                  <a:srgbClr val="FFFFFF"/>
                </a:solidFill>
                <a:latin typeface="Arial"/>
                <a:ea typeface="Arial"/>
                <a:cs typeface="Arial"/>
              </a:defRPr>
            </a:defPPr>
          </a:lstStyle>
          <a:p xmlns:a="http://schemas.openxmlformats.org/drawingml/2006/main">
            <a:pPr marL="0" indent="0" algn="l">
              <a:buNone/>
              <a:defRPr sz="1200" b="1">
                <a:solidFill>
                  <a:srgbClr val="FFFFFF"/>
                </a:solidFill>
                <a:latin typeface="Arial"/>
                <a:ea typeface="Arial"/>
                <a:cs typeface="Arial"/>
              </a:defRPr>
            </a:pPr>
            <a:r>
              <a:rPr sz="1200" b="1">
                <a:solidFill>
                  <a:srgbClr val="FFFFFF"/>
                </a:solidFill>
                <a:latin typeface="Arial"/>
                <a:ea typeface="Arial"/>
                <a:cs typeface="Arial"/>
              </a:rPr>
              <a:t>Notice:</a:t>
            </a:r>
            <a:endParaRPr sz="1100">
              <a:solidFill>
                <a:schemeClr val="bg1"/>
              </a:solidFill>
              <a:latin typeface="Arial"/>
              <a:ea typeface="Arial"/>
              <a:cs typeface="Arial"/>
            </a:endParaRPr>
          </a:p>
        </p:txBody>
      </p:sp>
      <p:sp>
        <p:nvSpPr>
          <p:cNvPr id="6" name="Text 30">
            <a:extLst xmlns:a="http://schemas.openxmlformats.org/drawingml/2006/main">
              <a:ext uri="{FF2B5EF4-FFF2-40B4-BE49-F238E27FC236}">
                <a16:creationId xmlns:a16="http://schemas.microsoft.com/office/drawing/2014/main" id="{0C14B9B7-7998-C0FF-39FD-2729A3461148}"/>
              </a:ext>
            </a:extLst>
          </p:cNvPr>
          <p:cNvSpPr>
            <a:spLocks xmlns:a="http://schemas.openxmlformats.org/drawingml/2006/main" noGrp="1"/>
          </p:cNvSpPr>
          <p:nvPr/>
        </p:nvSpPr>
        <p:spPr>
          <a:xfrm xmlns:a="http://schemas.openxmlformats.org/drawingml/2006/main">
            <a:off x="323850" y="6315075"/>
            <a:ext cx="10858500" cy="400050"/>
          </a:xfrm>
          <a:prstGeom xmlns:a="http://schemas.openxmlformats.org/drawingml/2006/main" prst="rect">
            <a:avLst/>
          </a:prstGeom>
          <a:noFill xmlns:a="http://schemas.openxmlformats.org/drawingml/2006/main"/>
        </p:spPr>
        <p:txBody>
          <a:bodyPr xmlns:a="http://schemas.openxmlformats.org/drawingml/2006/main" wrap="square" lIns="0" tIns="0" rIns="0" bIns="0" anchor="ctr">
            <a:noAutofit/>
          </a:bodyPr>
          <a:lstStyle xmlns:a="http://schemas.openxmlformats.org/drawingml/2006/main">
            <a:defPPr algn="l">
              <a:defRPr sz="1050" b="0">
                <a:solidFill>
                  <a:srgbClr val="FFFFFF"/>
                </a:solidFill>
                <a:latin typeface="Arial"/>
                <a:ea typeface="Arial"/>
                <a:cs typeface="Arial"/>
              </a:defRPr>
            </a:defPPr>
          </a:lstStyle>
          <a:p xmlns:a="http://schemas.openxmlformats.org/drawingml/2006/main">
            <a:pPr algn="l">
              <a:buNone/>
              <a:defRPr sz="1050" b="0">
                <a:solidFill>
                  <a:srgbClr val="FFFFFF"/>
                </a:solidFill>
                <a:latin typeface="Arial"/>
                <a:ea typeface="Arial"/>
                <a:cs typeface="Arial"/>
              </a:defRPr>
            </a:pPr>
            <a:r>
              <a:rPr sz="1050" b="0">
                <a:solidFill>
                  <a:srgbClr val="FFFFFF"/>
                </a:solidFill>
                <a:latin typeface="Arial"/>
                <a:ea typeface="Arial"/>
                <a:cs typeface="Arial"/>
              </a:rPr>
              <a:t>Trình bày giải pháp để giải quyết được pain point</a:t>
            </a:r>
          </a:p>
          <a:p xmlns:a="http://schemas.openxmlformats.org/drawingml/2006/main">
            <a:pPr algn="l">
              <a:buNone/>
              <a:defRPr sz="1050" b="0">
                <a:solidFill>
                  <a:srgbClr val="FFFFFF"/>
                </a:solidFill>
                <a:latin typeface="Arial"/>
                <a:ea typeface="Arial"/>
                <a:cs typeface="Arial"/>
              </a:defRPr>
            </a:pPr>
            <a:r>
              <a:rPr sz="1050" b="0">
                <a:solidFill>
                  <a:srgbClr val="FFFFFF"/>
                </a:solidFill>
                <a:latin typeface="Arial"/>
                <a:ea typeface="Arial"/>
                <a:cs typeface="Arial"/>
              </a:rPr>
              <a:t>Điểm mới/ vượt trội của giải pháp này so với các giải pháp hiện có là gì?</a:t>
            </a:r>
          </a:p>
        </p:txBody>
      </p:sp>
      <p:sp>
        <p:nvSpPr>
          <p:cNvPr id="8" name="pitch-text-61">
            <a:extLst xmlns:a="http://schemas.openxmlformats.org/drawingml/2006/main">
              <a:ext uri="{FF2B5EF4-FFF2-40B4-BE49-F238E27FC236}">
                <a16:creationId xmlns:a16="http://schemas.microsoft.com/office/drawing/2014/main" id="{F653ABE9-D4AA-4C25-81A4-301982B2A225}"/>
              </a:ext>
            </a:extLst>
          </p:cNvPr>
          <p:cNvSpPr>
            <a:spLocks xmlns:a="http://schemas.openxmlformats.org/drawingml/2006/main" noGrp="1"/>
          </p:cNvSpPr>
          <p:nvPr/>
        </p:nvSpPr>
        <p:spPr>
          <a:xfrm xmlns:a="http://schemas.openxmlformats.org/drawingml/2006/main">
            <a:off x="457200" y="1438275"/>
            <a:ext cx="112776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2025" b="1">
                <a:solidFill>
                  <a:srgbClr val="20245F"/>
                </a:solidFill>
                <a:latin typeface="Arial"/>
                <a:ea typeface="Arial"/>
                <a:cs typeface="Arial"/>
              </a:defRPr>
            </a:defPPr>
          </a:lstStyle>
          <a:p xmlns:a="http://schemas.openxmlformats.org/drawingml/2006/main">
            <a:pPr algn="l">
              <a:buNone/>
              <a:defRPr sz="2025" b="1">
                <a:solidFill>
                  <a:srgbClr val="20245F"/>
                </a:solidFill>
                <a:latin typeface="Arial"/>
                <a:ea typeface="Arial"/>
                <a:cs typeface="Arial"/>
              </a:defRPr>
            </a:pPr>
            <a:r>
              <a:rPr sz="2025" b="1">
                <a:solidFill>
                  <a:srgbClr val="20245F"/>
                </a:solidFill>
                <a:latin typeface="Arial"/>
                <a:ea typeface="Arial"/>
                <a:cs typeface="Arial"/>
              </a:rPr>
              <a:t>Dữ liệu đúng lỗi, policy qua kiểm thử, chi phí có đối chứng</a:t>
            </a:r>
          </a:p>
        </p:txBody>
      </p:sp>
      <p:sp>
        <p:nvSpPr>
          <p:cNvPr id="9" name="panel-62">
            <a:extLst xmlns:a="http://schemas.openxmlformats.org/drawingml/2006/main">
              <a:ext uri="{FF2B5EF4-FFF2-40B4-BE49-F238E27FC236}">
                <a16:creationId xmlns:a16="http://schemas.microsoft.com/office/drawing/2014/main" id="{9EFA9CFF-D4DC-4406-8829-827028601E51}"/>
              </a:ext>
            </a:extLst>
          </p:cNvPr>
          <p:cNvSpPr>
            <a:spLocks xmlns:a="http://schemas.openxmlformats.org/drawingml/2006/main" noGrp="1"/>
          </p:cNvSpPr>
          <p:nvPr/>
        </p:nvSpPr>
        <p:spPr>
          <a:xfrm xmlns:a="http://schemas.openxmlformats.org/drawingml/2006/main">
            <a:off x="457200" y="1943100"/>
            <a:ext cx="3400425" cy="2419350"/>
          </a:xfrm>
          <a:prstGeom xmlns:a="http://schemas.openxmlformats.org/drawingml/2006/main" prst="roundRect">
            <a:avLst>
              <a:gd name="adj" fmla="val 3150"/>
            </a:avLst>
          </a:prstGeom>
          <a:solidFill xmlns:a="http://schemas.openxmlformats.org/drawingml/2006/main">
            <a:srgbClr val="EEF2FA"/>
          </a:solidFill>
          <a:ln xmlns:a="http://schemas.openxmlformats.org/drawingml/2006/main" w="0">
            <a:noFill/>
          </a:ln>
        </p:spPr>
      </p:sp>
      <p:sp>
        <p:nvSpPr>
          <p:cNvPr id="10" name="panel-63">
            <a:extLst xmlns:a="http://schemas.openxmlformats.org/drawingml/2006/main">
              <a:ext uri="{FF2B5EF4-FFF2-40B4-BE49-F238E27FC236}">
                <a16:creationId xmlns:a16="http://schemas.microsoft.com/office/drawing/2014/main" id="{CDAEB5F2-931B-47E0-A3DF-C11D1E39F048}"/>
              </a:ext>
            </a:extLst>
          </p:cNvPr>
          <p:cNvSpPr>
            <a:spLocks xmlns:a="http://schemas.openxmlformats.org/drawingml/2006/main" noGrp="1"/>
          </p:cNvSpPr>
          <p:nvPr/>
        </p:nvSpPr>
        <p:spPr>
          <a:xfrm xmlns:a="http://schemas.openxmlformats.org/drawingml/2006/main">
            <a:off x="457200" y="1943100"/>
            <a:ext cx="3400425" cy="381000"/>
          </a:xfrm>
          <a:prstGeom xmlns:a="http://schemas.openxmlformats.org/drawingml/2006/main" prst="roundRect">
            <a:avLst>
              <a:gd name="adj" fmla="val 20000"/>
            </a:avLst>
          </a:prstGeom>
          <a:solidFill xmlns:a="http://schemas.openxmlformats.org/drawingml/2006/main">
            <a:srgbClr val="39458F"/>
          </a:solidFill>
          <a:ln xmlns:a="http://schemas.openxmlformats.org/drawingml/2006/main" w="0">
            <a:noFill/>
          </a:ln>
        </p:spPr>
      </p:sp>
      <p:sp>
        <p:nvSpPr>
          <p:cNvPr id="11" name="pitch-text-64">
            <a:extLst xmlns:a="http://schemas.openxmlformats.org/drawingml/2006/main">
              <a:ext uri="{FF2B5EF4-FFF2-40B4-BE49-F238E27FC236}">
                <a16:creationId xmlns:a16="http://schemas.microsoft.com/office/drawing/2014/main" id="{4E64E63D-C501-49E0-9DCC-4228F9C618E4}"/>
              </a:ext>
            </a:extLst>
          </p:cNvPr>
          <p:cNvSpPr>
            <a:spLocks xmlns:a="http://schemas.openxmlformats.org/drawingml/2006/main" noGrp="1"/>
          </p:cNvSpPr>
          <p:nvPr/>
        </p:nvSpPr>
        <p:spPr>
          <a:xfrm xmlns:a="http://schemas.openxmlformats.org/drawingml/2006/main">
            <a:off x="590550" y="2009775"/>
            <a:ext cx="3133725"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1575" b="1">
                <a:solidFill>
                  <a:srgbClr val="FFFFFF"/>
                </a:solidFill>
                <a:latin typeface="Arial"/>
                <a:ea typeface="Arial"/>
                <a:cs typeface="Arial"/>
              </a:defRPr>
            </a:defPPr>
          </a:lstStyle>
          <a:p xmlns:a="http://schemas.openxmlformats.org/drawingml/2006/main">
            <a:pPr algn="ctr">
              <a:buNone/>
              <a:defRPr sz="1575" b="1">
                <a:solidFill>
                  <a:srgbClr val="FFFFFF"/>
                </a:solidFill>
                <a:latin typeface="Arial"/>
                <a:ea typeface="Arial"/>
                <a:cs typeface="Arial"/>
              </a:defRPr>
            </a:pPr>
            <a:r>
              <a:rPr sz="1575" b="1">
                <a:solidFill>
                  <a:srgbClr val="FFFFFF"/>
                </a:solidFill>
                <a:latin typeface="Arial"/>
                <a:ea typeface="Arial"/>
                <a:cs typeface="Arial"/>
              </a:rPr>
              <a:t>① DỮ LIỆU ĐẦU VÀO</a:t>
            </a:r>
          </a:p>
        </p:txBody>
      </p:sp>
      <p:sp>
        <p:nvSpPr>
          <p:cNvPr id="12" name="pitch-text-65">
            <a:extLst xmlns:a="http://schemas.openxmlformats.org/drawingml/2006/main">
              <a:ext uri="{FF2B5EF4-FFF2-40B4-BE49-F238E27FC236}">
                <a16:creationId xmlns:a16="http://schemas.microsoft.com/office/drawing/2014/main" id="{565BB121-D7FD-4EC6-8281-5A3CA52A1B26}"/>
              </a:ext>
            </a:extLst>
          </p:cNvPr>
          <p:cNvSpPr>
            <a:spLocks xmlns:a="http://schemas.openxmlformats.org/drawingml/2006/main" noGrp="1"/>
          </p:cNvSpPr>
          <p:nvPr/>
        </p:nvSpPr>
        <p:spPr>
          <a:xfrm xmlns:a="http://schemas.openxmlformats.org/drawingml/2006/main">
            <a:off x="638175" y="2466975"/>
            <a:ext cx="30384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725" b="1">
                <a:solidFill>
                  <a:srgbClr val="20245F"/>
                </a:solidFill>
                <a:latin typeface="Arial"/>
                <a:ea typeface="Arial"/>
                <a:cs typeface="Arial"/>
              </a:defRPr>
            </a:defPPr>
          </a:lstStyle>
          <a:p xmlns:a="http://schemas.openxmlformats.org/drawingml/2006/main">
            <a:pPr algn="l">
              <a:buNone/>
              <a:defRPr sz="1725" b="1">
                <a:solidFill>
                  <a:srgbClr val="20245F"/>
                </a:solidFill>
                <a:latin typeface="Arial"/>
                <a:ea typeface="Arial"/>
                <a:cs typeface="Arial"/>
              </a:defRPr>
            </a:pPr>
            <a:r>
              <a:rPr sz="1725" b="1">
                <a:solidFill>
                  <a:srgbClr val="20245F"/>
                </a:solidFill>
                <a:latin typeface="Arial"/>
                <a:ea typeface="Arial"/>
                <a:cs typeface="Arial"/>
              </a:rPr>
              <a:t>Human egocentric</a:t>
            </a:r>
          </a:p>
        </p:txBody>
      </p:sp>
      <p:sp>
        <p:nvSpPr>
          <p:cNvPr id="13" name="pitch-text-66">
            <a:extLst xmlns:a="http://schemas.openxmlformats.org/drawingml/2006/main">
              <a:ext uri="{FF2B5EF4-FFF2-40B4-BE49-F238E27FC236}">
                <a16:creationId xmlns:a16="http://schemas.microsoft.com/office/drawing/2014/main" id="{89C9AD94-22DF-49C4-8011-1DF3DEB9272F}"/>
              </a:ext>
            </a:extLst>
          </p:cNvPr>
          <p:cNvSpPr>
            <a:spLocks xmlns:a="http://schemas.openxmlformats.org/drawingml/2006/main" noGrp="1"/>
          </p:cNvSpPr>
          <p:nvPr/>
        </p:nvSpPr>
        <p:spPr>
          <a:xfrm xmlns:a="http://schemas.openxmlformats.org/drawingml/2006/main">
            <a:off x="638175" y="2771775"/>
            <a:ext cx="30384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350" b="0">
                <a:solidFill>
                  <a:srgbClr val="222C4C"/>
                </a:solidFill>
                <a:latin typeface="Arial"/>
                <a:ea typeface="Arial"/>
                <a:cs typeface="Arial"/>
              </a:defRPr>
            </a:defPPr>
          </a:lstStyle>
          <a:p xmlns:a="http://schemas.openxmlformats.org/drawingml/2006/main">
            <a:pPr algn="l">
              <a:buNone/>
              <a:defRPr sz="1350" b="0">
                <a:solidFill>
                  <a:srgbClr val="222C4C"/>
                </a:solidFill>
                <a:latin typeface="Arial"/>
                <a:ea typeface="Arial"/>
                <a:cs typeface="Arial"/>
              </a:defRPr>
            </a:pPr>
            <a:r>
              <a:rPr sz="1350" b="0">
                <a:solidFill>
                  <a:srgbClr val="222C4C"/>
                </a:solidFill>
                <a:latin typeface="Arial"/>
                <a:ea typeface="Arial"/>
                <a:cs typeface="Arial"/>
              </a:rPr>
              <a:t>Kế thừa kiến thức thao tác</a:t>
            </a:r>
          </a:p>
        </p:txBody>
      </p:sp>
      <p:sp>
        <p:nvSpPr>
          <p:cNvPr id="14" name="pitch-text-67">
            <a:extLst xmlns:a="http://schemas.openxmlformats.org/drawingml/2006/main">
              <a:ext uri="{FF2B5EF4-FFF2-40B4-BE49-F238E27FC236}">
                <a16:creationId xmlns:a16="http://schemas.microsoft.com/office/drawing/2014/main" id="{D533A115-5C0C-4BEE-867E-B25E6D46A864}"/>
              </a:ext>
            </a:extLst>
          </p:cNvPr>
          <p:cNvSpPr>
            <a:spLocks xmlns:a="http://schemas.openxmlformats.org/drawingml/2006/main" noGrp="1"/>
          </p:cNvSpPr>
          <p:nvPr/>
        </p:nvSpPr>
        <p:spPr>
          <a:xfrm xmlns:a="http://schemas.openxmlformats.org/drawingml/2006/main">
            <a:off x="638175" y="3057525"/>
            <a:ext cx="30384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725" b="1">
                <a:solidFill>
                  <a:srgbClr val="20245F"/>
                </a:solidFill>
                <a:latin typeface="Arial"/>
                <a:ea typeface="Arial"/>
                <a:cs typeface="Arial"/>
              </a:defRPr>
            </a:defPPr>
          </a:lstStyle>
          <a:p xmlns:a="http://schemas.openxmlformats.org/drawingml/2006/main">
            <a:pPr algn="l">
              <a:buNone/>
              <a:defRPr sz="1725" b="1">
                <a:solidFill>
                  <a:srgbClr val="20245F"/>
                </a:solidFill>
                <a:latin typeface="Arial"/>
                <a:ea typeface="Arial"/>
                <a:cs typeface="Arial"/>
              </a:defRPr>
            </a:pPr>
            <a:r>
              <a:rPr sz="1725" b="1">
                <a:solidFill>
                  <a:srgbClr val="20245F"/>
                </a:solidFill>
                <a:latin typeface="Arial"/>
                <a:ea typeface="Arial"/>
                <a:cs typeface="Arial"/>
              </a:rPr>
              <a:t>Robot teleop</a:t>
            </a:r>
          </a:p>
        </p:txBody>
      </p:sp>
      <p:sp>
        <p:nvSpPr>
          <p:cNvPr id="15" name="pitch-text-68">
            <a:extLst xmlns:a="http://schemas.openxmlformats.org/drawingml/2006/main">
              <a:ext uri="{FF2B5EF4-FFF2-40B4-BE49-F238E27FC236}">
                <a16:creationId xmlns:a16="http://schemas.microsoft.com/office/drawing/2014/main" id="{024024DE-9DA9-4D43-9601-9BDB10902A90}"/>
              </a:ext>
            </a:extLst>
          </p:cNvPr>
          <p:cNvSpPr>
            <a:spLocks xmlns:a="http://schemas.openxmlformats.org/drawingml/2006/main" noGrp="1"/>
          </p:cNvSpPr>
          <p:nvPr/>
        </p:nvSpPr>
        <p:spPr>
          <a:xfrm xmlns:a="http://schemas.openxmlformats.org/drawingml/2006/main">
            <a:off x="638175" y="3362325"/>
            <a:ext cx="30384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350" b="0">
                <a:solidFill>
                  <a:srgbClr val="222C4C"/>
                </a:solidFill>
                <a:latin typeface="Arial"/>
                <a:ea typeface="Arial"/>
                <a:cs typeface="Arial"/>
              </a:defRPr>
            </a:defPPr>
          </a:lstStyle>
          <a:p xmlns:a="http://schemas.openxmlformats.org/drawingml/2006/main">
            <a:pPr algn="l">
              <a:buNone/>
              <a:defRPr sz="1350" b="0">
                <a:solidFill>
                  <a:srgbClr val="222C4C"/>
                </a:solidFill>
                <a:latin typeface="Arial"/>
                <a:ea typeface="Arial"/>
                <a:cs typeface="Arial"/>
              </a:defRPr>
            </a:pPr>
            <a:r>
              <a:rPr sz="1350" b="0">
                <a:solidFill>
                  <a:srgbClr val="222C4C"/>
                </a:solidFill>
                <a:latin typeface="Arial"/>
                <a:ea typeface="Arial"/>
                <a:cs typeface="Arial"/>
              </a:rPr>
              <a:t>RGB, state, action đồng bộ</a:t>
            </a:r>
          </a:p>
        </p:txBody>
      </p:sp>
      <p:sp>
        <p:nvSpPr>
          <p:cNvPr id="16" name="pitch-text-69">
            <a:extLst xmlns:a="http://schemas.openxmlformats.org/drawingml/2006/main">
              <a:ext uri="{FF2B5EF4-FFF2-40B4-BE49-F238E27FC236}">
                <a16:creationId xmlns:a16="http://schemas.microsoft.com/office/drawing/2014/main" id="{BED27A0A-0017-43D1-88C4-4FC09DD510EA}"/>
              </a:ext>
            </a:extLst>
          </p:cNvPr>
          <p:cNvSpPr>
            <a:spLocks xmlns:a="http://schemas.openxmlformats.org/drawingml/2006/main" noGrp="1"/>
          </p:cNvSpPr>
          <p:nvPr/>
        </p:nvSpPr>
        <p:spPr>
          <a:xfrm xmlns:a="http://schemas.openxmlformats.org/drawingml/2006/main">
            <a:off x="638175" y="3648075"/>
            <a:ext cx="30384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725" b="1">
                <a:solidFill>
                  <a:srgbClr val="12833E"/>
                </a:solidFill>
                <a:latin typeface="Arial"/>
                <a:ea typeface="Arial"/>
                <a:cs typeface="Arial"/>
              </a:defRPr>
            </a:defPPr>
          </a:lstStyle>
          <a:p xmlns:a="http://schemas.openxmlformats.org/drawingml/2006/main">
            <a:pPr algn="l">
              <a:buNone/>
              <a:defRPr sz="1725" b="1">
                <a:solidFill>
                  <a:srgbClr val="12833E"/>
                </a:solidFill>
                <a:latin typeface="Arial"/>
                <a:ea typeface="Arial"/>
                <a:cs typeface="Arial"/>
              </a:defRPr>
            </a:pPr>
            <a:r>
              <a:rPr sz="1725" b="1">
                <a:solidFill>
                  <a:srgbClr val="12833E"/>
                </a:solidFill>
                <a:latin typeface="Arial"/>
                <a:ea typeface="Arial"/>
                <a:cs typeface="Arial"/>
              </a:rPr>
              <a:t>Synthetic trong sim</a:t>
            </a:r>
          </a:p>
        </p:txBody>
      </p:sp>
      <p:sp>
        <p:nvSpPr>
          <p:cNvPr id="17" name="pitch-text-70">
            <a:extLst xmlns:a="http://schemas.openxmlformats.org/drawingml/2006/main">
              <a:ext uri="{FF2B5EF4-FFF2-40B4-BE49-F238E27FC236}">
                <a16:creationId xmlns:a16="http://schemas.microsoft.com/office/drawing/2014/main" id="{4BA7F87E-98F3-4344-99D4-1143104EA009}"/>
              </a:ext>
            </a:extLst>
          </p:cNvPr>
          <p:cNvSpPr>
            <a:spLocks xmlns:a="http://schemas.openxmlformats.org/drawingml/2006/main" noGrp="1"/>
          </p:cNvSpPr>
          <p:nvPr/>
        </p:nvSpPr>
        <p:spPr>
          <a:xfrm xmlns:a="http://schemas.openxmlformats.org/drawingml/2006/main">
            <a:off x="638175" y="3952875"/>
            <a:ext cx="30384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350" b="0">
                <a:solidFill>
                  <a:srgbClr val="222C4C"/>
                </a:solidFill>
                <a:latin typeface="Arial"/>
                <a:ea typeface="Arial"/>
                <a:cs typeface="Arial"/>
              </a:defRPr>
            </a:defPPr>
          </a:lstStyle>
          <a:p xmlns:a="http://schemas.openxmlformats.org/drawingml/2006/main">
            <a:pPr algn="l">
              <a:buNone/>
              <a:defRPr sz="1350" b="0">
                <a:solidFill>
                  <a:srgbClr val="222C4C"/>
                </a:solidFill>
                <a:latin typeface="Arial"/>
                <a:ea typeface="Arial"/>
                <a:cs typeface="Arial"/>
              </a:defRPr>
            </a:pPr>
            <a:r>
              <a:rPr sz="1350" b="0">
                <a:solidFill>
                  <a:srgbClr val="222C4C"/>
                </a:solidFill>
                <a:latin typeface="Arial"/>
                <a:ea typeface="Arial"/>
                <a:cs typeface="Arial"/>
              </a:rPr>
              <a:t>Rollout thực thi có nhãn, đạt QA</a:t>
            </a:r>
          </a:p>
        </p:txBody>
      </p:sp>
      <p:sp>
        <p:nvSpPr>
          <p:cNvPr id="18" name="panel-71">
            <a:extLst xmlns:a="http://schemas.openxmlformats.org/drawingml/2006/main">
              <a:ext uri="{FF2B5EF4-FFF2-40B4-BE49-F238E27FC236}">
                <a16:creationId xmlns:a16="http://schemas.microsoft.com/office/drawing/2014/main" id="{6F1B6689-C6C4-41D7-8AAA-EF6F616207AD}"/>
              </a:ext>
            </a:extLst>
          </p:cNvPr>
          <p:cNvSpPr>
            <a:spLocks xmlns:a="http://schemas.openxmlformats.org/drawingml/2006/main" noGrp="1"/>
          </p:cNvSpPr>
          <p:nvPr/>
        </p:nvSpPr>
        <p:spPr>
          <a:xfrm xmlns:a="http://schemas.openxmlformats.org/drawingml/2006/main">
            <a:off x="4229100" y="1943100"/>
            <a:ext cx="3429000" cy="2419350"/>
          </a:xfrm>
          <a:prstGeom xmlns:a="http://schemas.openxmlformats.org/drawingml/2006/main" prst="roundRect">
            <a:avLst>
              <a:gd name="adj" fmla="val 3150"/>
            </a:avLst>
          </a:prstGeom>
          <a:solidFill xmlns:a="http://schemas.openxmlformats.org/drawingml/2006/main">
            <a:srgbClr val="20245F"/>
          </a:solidFill>
          <a:ln xmlns:a="http://schemas.openxmlformats.org/drawingml/2006/main" w="0">
            <a:noFill/>
          </a:ln>
        </p:spPr>
      </p:sp>
      <p:sp>
        <p:nvSpPr>
          <p:cNvPr id="19" name="pitch-text-72">
            <a:extLst xmlns:a="http://schemas.openxmlformats.org/drawingml/2006/main">
              <a:ext uri="{FF2B5EF4-FFF2-40B4-BE49-F238E27FC236}">
                <a16:creationId xmlns:a16="http://schemas.microsoft.com/office/drawing/2014/main" id="{F27F866A-1009-4322-B2BA-E0532BDD4581}"/>
              </a:ext>
            </a:extLst>
          </p:cNvPr>
          <p:cNvSpPr>
            <a:spLocks xmlns:a="http://schemas.openxmlformats.org/drawingml/2006/main" noGrp="1"/>
          </p:cNvSpPr>
          <p:nvPr/>
        </p:nvSpPr>
        <p:spPr>
          <a:xfrm xmlns:a="http://schemas.openxmlformats.org/drawingml/2006/main">
            <a:off x="4391025" y="2085975"/>
            <a:ext cx="310515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1575" b="1">
                <a:solidFill>
                  <a:srgbClr val="FFFFFF"/>
                </a:solidFill>
                <a:latin typeface="Arial"/>
                <a:ea typeface="Arial"/>
                <a:cs typeface="Arial"/>
              </a:defRPr>
            </a:defPPr>
          </a:lstStyle>
          <a:p xmlns:a="http://schemas.openxmlformats.org/drawingml/2006/main">
            <a:pPr algn="ctr">
              <a:buNone/>
              <a:defRPr sz="1575" b="1">
                <a:solidFill>
                  <a:srgbClr val="FFFFFF"/>
                </a:solidFill>
                <a:latin typeface="Arial"/>
                <a:ea typeface="Arial"/>
                <a:cs typeface="Arial"/>
              </a:defRPr>
            </a:pPr>
            <a:r>
              <a:rPr sz="1575" b="1">
                <a:solidFill>
                  <a:srgbClr val="FFFFFF"/>
                </a:solidFill>
                <a:latin typeface="Arial"/>
                <a:ea typeface="Arial"/>
                <a:cs typeface="Arial"/>
              </a:rPr>
              <a:t>② DỮ LIỆU VÀ HUẤN LUYỆN</a:t>
            </a:r>
          </a:p>
        </p:txBody>
      </p:sp>
      <p:sp>
        <p:nvSpPr>
          <p:cNvPr id="20" name="pitch-text-73">
            <a:extLst xmlns:a="http://schemas.openxmlformats.org/drawingml/2006/main">
              <a:ext uri="{FF2B5EF4-FFF2-40B4-BE49-F238E27FC236}">
                <a16:creationId xmlns:a16="http://schemas.microsoft.com/office/drawing/2014/main" id="{C2DC9245-4969-405D-9B1D-DB6CAC0E06F9}"/>
              </a:ext>
            </a:extLst>
          </p:cNvPr>
          <p:cNvSpPr>
            <a:spLocks xmlns:a="http://schemas.openxmlformats.org/drawingml/2006/main" noGrp="1"/>
          </p:cNvSpPr>
          <p:nvPr/>
        </p:nvSpPr>
        <p:spPr>
          <a:xfrm xmlns:a="http://schemas.openxmlformats.org/drawingml/2006/main">
            <a:off x="4429125" y="2543175"/>
            <a:ext cx="30289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1650" b="1">
                <a:solidFill>
                  <a:srgbClr val="FFFFFF"/>
                </a:solidFill>
                <a:latin typeface="Arial"/>
                <a:ea typeface="Arial"/>
                <a:cs typeface="Arial"/>
              </a:defRPr>
            </a:defPPr>
          </a:lstStyle>
          <a:p xmlns:a="http://schemas.openxmlformats.org/drawingml/2006/main">
            <a:pPr algn="ctr">
              <a:buNone/>
              <a:defRPr sz="1650" b="1">
                <a:solidFill>
                  <a:srgbClr val="FFFFFF"/>
                </a:solidFill>
                <a:latin typeface="Arial"/>
                <a:ea typeface="Arial"/>
                <a:cs typeface="Arial"/>
              </a:defRPr>
            </a:pPr>
            <a:r>
              <a:rPr sz="1650" b="1">
                <a:solidFill>
                  <a:srgbClr val="FFFFFF"/>
                </a:solidFill>
                <a:latin typeface="Arial"/>
                <a:ea typeface="Arial"/>
                <a:cs typeface="Arial"/>
              </a:rPr>
              <a:t>Kiểm tra chất lượng dữ liệu</a:t>
            </a:r>
          </a:p>
          <a:p xmlns:a="http://schemas.openxmlformats.org/drawingml/2006/main">
            <a:pPr algn="ctr">
              <a:buNone/>
              <a:defRPr sz="1650" b="1">
                <a:solidFill>
                  <a:srgbClr val="FFFFFF"/>
                </a:solidFill>
                <a:latin typeface="Arial"/>
                <a:ea typeface="Arial"/>
                <a:cs typeface="Arial"/>
              </a:defRPr>
            </a:pPr>
            <a:r>
              <a:rPr sz="1650" b="1">
                <a:solidFill>
                  <a:srgbClr val="FFFFFF"/>
                </a:solidFill>
                <a:latin typeface="Arial"/>
                <a:ea typeface="Arial"/>
                <a:cs typeface="Arial"/>
              </a:rPr>
              <a:t>Lưu nguồn gốc và phiên bản</a:t>
            </a:r>
          </a:p>
        </p:txBody>
      </p:sp>
      <p:sp>
        <p:nvSpPr>
          <p:cNvPr id="21" name="panel-74">
            <a:extLst xmlns:a="http://schemas.openxmlformats.org/drawingml/2006/main">
              <a:ext uri="{FF2B5EF4-FFF2-40B4-BE49-F238E27FC236}">
                <a16:creationId xmlns:a16="http://schemas.microsoft.com/office/drawing/2014/main" id="{43B48391-892E-4CBD-A249-6A46FE644D43}"/>
              </a:ext>
            </a:extLst>
          </p:cNvPr>
          <p:cNvSpPr>
            <a:spLocks xmlns:a="http://schemas.openxmlformats.org/drawingml/2006/main" noGrp="1"/>
          </p:cNvSpPr>
          <p:nvPr/>
        </p:nvSpPr>
        <p:spPr>
          <a:xfrm xmlns:a="http://schemas.openxmlformats.org/drawingml/2006/main">
            <a:off x="4476750" y="3248025"/>
            <a:ext cx="2933700" cy="666750"/>
          </a:xfrm>
          <a:prstGeom xmlns:a="http://schemas.openxmlformats.org/drawingml/2006/main" prst="roundRect">
            <a:avLst>
              <a:gd name="adj" fmla="val 11429"/>
            </a:avLst>
          </a:prstGeom>
          <a:solidFill xmlns:a="http://schemas.openxmlformats.org/drawingml/2006/main">
            <a:srgbClr val="39458F"/>
          </a:solidFill>
          <a:ln xmlns:a="http://schemas.openxmlformats.org/drawingml/2006/main" w="0">
            <a:noFill/>
          </a:ln>
        </p:spPr>
      </p:sp>
      <p:sp>
        <p:nvSpPr>
          <p:cNvPr id="22" name="pitch-text-75">
            <a:extLst xmlns:a="http://schemas.openxmlformats.org/drawingml/2006/main">
              <a:ext uri="{FF2B5EF4-FFF2-40B4-BE49-F238E27FC236}">
                <a16:creationId xmlns:a16="http://schemas.microsoft.com/office/drawing/2014/main" id="{13A5AF1B-3B14-48F7-BFDE-27320373210F}"/>
              </a:ext>
            </a:extLst>
          </p:cNvPr>
          <p:cNvSpPr>
            <a:spLocks xmlns:a="http://schemas.openxmlformats.org/drawingml/2006/main" noGrp="1"/>
          </p:cNvSpPr>
          <p:nvPr/>
        </p:nvSpPr>
        <p:spPr>
          <a:xfrm xmlns:a="http://schemas.openxmlformats.org/drawingml/2006/main">
            <a:off x="4581525" y="3314700"/>
            <a:ext cx="27241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1725" b="1">
                <a:solidFill>
                  <a:srgbClr val="FFFFFF"/>
                </a:solidFill>
                <a:latin typeface="Arial"/>
                <a:ea typeface="Arial"/>
                <a:cs typeface="Arial"/>
              </a:defRPr>
            </a:defPPr>
          </a:lstStyle>
          <a:p xmlns:a="http://schemas.openxmlformats.org/drawingml/2006/main">
            <a:pPr algn="ctr">
              <a:buNone/>
              <a:defRPr sz="1725" b="1">
                <a:solidFill>
                  <a:srgbClr val="FFFFFF"/>
                </a:solidFill>
                <a:latin typeface="Arial"/>
                <a:ea typeface="Arial"/>
                <a:cs typeface="Arial"/>
              </a:defRPr>
            </a:pPr>
            <a:r>
              <a:rPr sz="1725" b="1">
                <a:solidFill>
                  <a:srgbClr val="FFFFFF"/>
                </a:solidFill>
                <a:latin typeface="Arial"/>
                <a:ea typeface="Arial"/>
                <a:cs typeface="Arial"/>
              </a:rPr>
              <a:t>Ψ₀ + SIMPLE</a:t>
            </a:r>
          </a:p>
        </p:txBody>
      </p:sp>
      <p:sp>
        <p:nvSpPr>
          <p:cNvPr id="23" name="pitch-text-76">
            <a:extLst xmlns:a="http://schemas.openxmlformats.org/drawingml/2006/main">
              <a:ext uri="{FF2B5EF4-FFF2-40B4-BE49-F238E27FC236}">
                <a16:creationId xmlns:a16="http://schemas.microsoft.com/office/drawing/2014/main" id="{187ADF74-43A6-4197-9261-A5DDAC8D8363}"/>
              </a:ext>
            </a:extLst>
          </p:cNvPr>
          <p:cNvSpPr>
            <a:spLocks xmlns:a="http://schemas.openxmlformats.org/drawingml/2006/main" noGrp="1"/>
          </p:cNvSpPr>
          <p:nvPr/>
        </p:nvSpPr>
        <p:spPr>
          <a:xfrm xmlns:a="http://schemas.openxmlformats.org/drawingml/2006/main">
            <a:off x="4581525" y="3609975"/>
            <a:ext cx="27241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1275" b="0">
                <a:solidFill>
                  <a:srgbClr val="DCE7FF"/>
                </a:solidFill>
                <a:latin typeface="Arial"/>
                <a:ea typeface="Arial"/>
                <a:cs typeface="Arial"/>
              </a:defRPr>
            </a:defPPr>
          </a:lstStyle>
          <a:p xmlns:a="http://schemas.openxmlformats.org/drawingml/2006/main">
            <a:pPr algn="ctr">
              <a:buNone/>
              <a:defRPr sz="1275" b="0">
                <a:solidFill>
                  <a:srgbClr val="DCE7FF"/>
                </a:solidFill>
                <a:latin typeface="Arial"/>
                <a:ea typeface="Arial"/>
                <a:cs typeface="Arial"/>
              </a:defRPr>
            </a:pPr>
            <a:r>
              <a:rPr sz="1275" b="0">
                <a:solidFill>
                  <a:srgbClr val="DCE7FF"/>
                </a:solidFill>
                <a:latin typeface="Arial"/>
                <a:ea typeface="Arial"/>
                <a:cs typeface="Arial"/>
              </a:rPr>
              <a:t>Học task, tạo policy ứng viên</a:t>
            </a:r>
          </a:p>
        </p:txBody>
      </p:sp>
      <p:sp>
        <p:nvSpPr>
          <p:cNvPr id="24" name="pitch-text-77">
            <a:extLst xmlns:a="http://schemas.openxmlformats.org/drawingml/2006/main">
              <a:ext uri="{FF2B5EF4-FFF2-40B4-BE49-F238E27FC236}">
                <a16:creationId xmlns:a16="http://schemas.microsoft.com/office/drawing/2014/main" id="{5B1BFEF2-E2FF-4B5A-85E4-D5D81AEE4E24}"/>
              </a:ext>
            </a:extLst>
          </p:cNvPr>
          <p:cNvSpPr>
            <a:spLocks xmlns:a="http://schemas.openxmlformats.org/drawingml/2006/main" noGrp="1"/>
          </p:cNvSpPr>
          <p:nvPr/>
        </p:nvSpPr>
        <p:spPr>
          <a:xfrm xmlns:a="http://schemas.openxmlformats.org/drawingml/2006/main">
            <a:off x="4391025" y="4057650"/>
            <a:ext cx="31051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1350" b="1">
                <a:solidFill>
                  <a:srgbClr val="A7EDBD"/>
                </a:solidFill>
                <a:latin typeface="Arial"/>
                <a:ea typeface="Arial"/>
                <a:cs typeface="Arial"/>
              </a:defRPr>
            </a:defPPr>
          </a:lstStyle>
          <a:p xmlns:a="http://schemas.openxmlformats.org/drawingml/2006/main">
            <a:pPr algn="ctr">
              <a:buNone/>
              <a:defRPr sz="1350" b="1">
                <a:solidFill>
                  <a:srgbClr val="A7EDBD"/>
                </a:solidFill>
                <a:latin typeface="Arial"/>
                <a:ea typeface="Arial"/>
                <a:cs typeface="Arial"/>
              </a:defRPr>
            </a:pPr>
            <a:r>
              <a:rPr sz="1350" b="1">
                <a:solidFill>
                  <a:srgbClr val="A7EDBD"/>
                </a:solidFill>
                <a:latin typeface="Arial"/>
                <a:ea typeface="Arial"/>
                <a:cs typeface="Arial"/>
              </a:rPr>
              <a:t>Dữ liệu, policy, kết quả và chi phí</a:t>
            </a:r>
          </a:p>
        </p:txBody>
      </p:sp>
      <p:sp>
        <p:nvSpPr>
          <p:cNvPr id="25" name="panel-78">
            <a:extLst xmlns:a="http://schemas.openxmlformats.org/drawingml/2006/main">
              <a:ext uri="{FF2B5EF4-FFF2-40B4-BE49-F238E27FC236}">
                <a16:creationId xmlns:a16="http://schemas.microsoft.com/office/drawing/2014/main" id="{AA0D1F4E-BD8F-45B6-8388-C93317E11704}"/>
              </a:ext>
            </a:extLst>
          </p:cNvPr>
          <p:cNvSpPr>
            <a:spLocks xmlns:a="http://schemas.openxmlformats.org/drawingml/2006/main" noGrp="1"/>
          </p:cNvSpPr>
          <p:nvPr/>
        </p:nvSpPr>
        <p:spPr>
          <a:xfrm xmlns:a="http://schemas.openxmlformats.org/drawingml/2006/main">
            <a:off x="8048625" y="1943100"/>
            <a:ext cx="3686175" cy="2419350"/>
          </a:xfrm>
          <a:prstGeom xmlns:a="http://schemas.openxmlformats.org/drawingml/2006/main" prst="roundRect">
            <a:avLst>
              <a:gd name="adj" fmla="val 3150"/>
            </a:avLst>
          </a:prstGeom>
          <a:solidFill xmlns:a="http://schemas.openxmlformats.org/drawingml/2006/main">
            <a:srgbClr val="EEF2FA"/>
          </a:solidFill>
          <a:ln xmlns:a="http://schemas.openxmlformats.org/drawingml/2006/main" w="0">
            <a:noFill/>
          </a:ln>
        </p:spPr>
      </p:sp>
      <p:sp>
        <p:nvSpPr>
          <p:cNvPr id="26" name="panel-79">
            <a:extLst xmlns:a="http://schemas.openxmlformats.org/drawingml/2006/main">
              <a:ext uri="{FF2B5EF4-FFF2-40B4-BE49-F238E27FC236}">
                <a16:creationId xmlns:a16="http://schemas.microsoft.com/office/drawing/2014/main" id="{B90AB9F8-5861-41F9-A248-72328BD7EE4E}"/>
              </a:ext>
            </a:extLst>
          </p:cNvPr>
          <p:cNvSpPr>
            <a:spLocks xmlns:a="http://schemas.openxmlformats.org/drawingml/2006/main" noGrp="1"/>
          </p:cNvSpPr>
          <p:nvPr/>
        </p:nvSpPr>
        <p:spPr>
          <a:xfrm xmlns:a="http://schemas.openxmlformats.org/drawingml/2006/main">
            <a:off x="8048625" y="1943100"/>
            <a:ext cx="3686175" cy="381000"/>
          </a:xfrm>
          <a:prstGeom xmlns:a="http://schemas.openxmlformats.org/drawingml/2006/main" prst="roundRect">
            <a:avLst>
              <a:gd name="adj" fmla="val 20000"/>
            </a:avLst>
          </a:prstGeom>
          <a:solidFill xmlns:a="http://schemas.openxmlformats.org/drawingml/2006/main">
            <a:srgbClr val="12833E"/>
          </a:solidFill>
          <a:ln xmlns:a="http://schemas.openxmlformats.org/drawingml/2006/main" w="0">
            <a:noFill/>
          </a:ln>
        </p:spPr>
      </p:sp>
      <p:sp>
        <p:nvSpPr>
          <p:cNvPr id="27" name="pitch-text-80">
            <a:extLst xmlns:a="http://schemas.openxmlformats.org/drawingml/2006/main">
              <a:ext uri="{FF2B5EF4-FFF2-40B4-BE49-F238E27FC236}">
                <a16:creationId xmlns:a16="http://schemas.microsoft.com/office/drawing/2014/main" id="{1C0C5E35-C999-461F-88B0-EC628567557F}"/>
              </a:ext>
            </a:extLst>
          </p:cNvPr>
          <p:cNvSpPr>
            <a:spLocks xmlns:a="http://schemas.openxmlformats.org/drawingml/2006/main" noGrp="1"/>
          </p:cNvSpPr>
          <p:nvPr/>
        </p:nvSpPr>
        <p:spPr>
          <a:xfrm xmlns:a="http://schemas.openxmlformats.org/drawingml/2006/main">
            <a:off x="8191500" y="2009775"/>
            <a:ext cx="3400425"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1575" b="1">
                <a:solidFill>
                  <a:srgbClr val="FFFFFF"/>
                </a:solidFill>
                <a:latin typeface="Arial"/>
                <a:ea typeface="Arial"/>
                <a:cs typeface="Arial"/>
              </a:defRPr>
            </a:defPPr>
          </a:lstStyle>
          <a:p xmlns:a="http://schemas.openxmlformats.org/drawingml/2006/main">
            <a:pPr algn="ctr">
              <a:buNone/>
              <a:defRPr sz="1575" b="1">
                <a:solidFill>
                  <a:srgbClr val="FFFFFF"/>
                </a:solidFill>
                <a:latin typeface="Arial"/>
                <a:ea typeface="Arial"/>
                <a:cs typeface="Arial"/>
              </a:defRPr>
            </a:pPr>
            <a:r>
              <a:rPr sz="1575" b="1">
                <a:solidFill>
                  <a:srgbClr val="FFFFFF"/>
                </a:solidFill>
                <a:latin typeface="Arial"/>
                <a:ea typeface="Arial"/>
                <a:cs typeface="Arial"/>
              </a:rPr>
              <a:t>③ KIỂM THỬ VÀ CẬP NHẬT</a:t>
            </a:r>
          </a:p>
        </p:txBody>
      </p:sp>
      <p:sp>
        <p:nvSpPr>
          <p:cNvPr id="28" name="pitch-text-81">
            <a:extLst xmlns:a="http://schemas.openxmlformats.org/drawingml/2006/main">
              <a:ext uri="{FF2B5EF4-FFF2-40B4-BE49-F238E27FC236}">
                <a16:creationId xmlns:a16="http://schemas.microsoft.com/office/drawing/2014/main" id="{876CC8EA-6F7B-453E-8EE7-91D165CEE83A}"/>
              </a:ext>
            </a:extLst>
          </p:cNvPr>
          <p:cNvSpPr>
            <a:spLocks xmlns:a="http://schemas.openxmlformats.org/drawingml/2006/main" noGrp="1"/>
          </p:cNvSpPr>
          <p:nvPr/>
        </p:nvSpPr>
        <p:spPr>
          <a:xfrm xmlns:a="http://schemas.openxmlformats.org/drawingml/2006/main">
            <a:off x="8220075" y="2466975"/>
            <a:ext cx="3343275"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1575" b="1">
                <a:solidFill>
                  <a:srgbClr val="222C4C"/>
                </a:solidFill>
                <a:latin typeface="Arial"/>
                <a:ea typeface="Arial"/>
                <a:cs typeface="Arial"/>
              </a:defRPr>
            </a:defPPr>
          </a:lstStyle>
          <a:p xmlns:a="http://schemas.openxmlformats.org/drawingml/2006/main">
            <a:pPr algn="ctr">
              <a:buNone/>
              <a:defRPr sz="1575" b="1">
                <a:solidFill>
                  <a:srgbClr val="222C4C"/>
                </a:solidFill>
                <a:latin typeface="Arial"/>
                <a:ea typeface="Arial"/>
                <a:cs typeface="Arial"/>
              </a:defRPr>
            </a:pPr>
            <a:r>
              <a:rPr sz="1575" b="1">
                <a:solidFill>
                  <a:srgbClr val="222C4C"/>
                </a:solidFill>
                <a:latin typeface="Arial"/>
                <a:ea typeface="Arial"/>
                <a:cs typeface="Arial"/>
              </a:rPr>
              <a:t>Cùng chất lượng, so chi phí</a:t>
            </a:r>
          </a:p>
        </p:txBody>
      </p:sp>
      <p:sp>
        <p:nvSpPr>
          <p:cNvPr id="29" name="panel-82">
            <a:extLst xmlns:a="http://schemas.openxmlformats.org/drawingml/2006/main">
              <a:ext uri="{FF2B5EF4-FFF2-40B4-BE49-F238E27FC236}">
                <a16:creationId xmlns:a16="http://schemas.microsoft.com/office/drawing/2014/main" id="{B89CDB1B-8C87-45EA-B092-6FE48FB1AEA2}"/>
              </a:ext>
            </a:extLst>
          </p:cNvPr>
          <p:cNvSpPr>
            <a:spLocks xmlns:a="http://schemas.openxmlformats.org/drawingml/2006/main" noGrp="1"/>
          </p:cNvSpPr>
          <p:nvPr/>
        </p:nvSpPr>
        <p:spPr>
          <a:xfrm xmlns:a="http://schemas.openxmlformats.org/drawingml/2006/main">
            <a:off x="8286750" y="2876550"/>
            <a:ext cx="885825" cy="885825"/>
          </a:xfrm>
          <a:prstGeom xmlns:a="http://schemas.openxmlformats.org/drawingml/2006/main" prst="diamond">
            <a:avLst/>
          </a:prstGeom>
          <a:solidFill xmlns:a="http://schemas.openxmlformats.org/drawingml/2006/main">
            <a:srgbClr val="FFFFFF"/>
          </a:solidFill>
          <a:ln xmlns:a="http://schemas.openxmlformats.org/drawingml/2006/main" w="14288">
            <a:solidFill>
              <a:srgbClr val="12833E"/>
            </a:solidFill>
          </a:ln>
        </p:spPr>
      </p:sp>
      <p:sp>
        <p:nvSpPr>
          <p:cNvPr id="30" name="pitch-text-83">
            <a:extLst xmlns:a="http://schemas.openxmlformats.org/drawingml/2006/main">
              <a:ext uri="{FF2B5EF4-FFF2-40B4-BE49-F238E27FC236}">
                <a16:creationId xmlns:a16="http://schemas.microsoft.com/office/drawing/2014/main" id="{6231C8ED-72EA-48B0-9B4E-3E38421704CE}"/>
              </a:ext>
            </a:extLst>
          </p:cNvPr>
          <p:cNvSpPr>
            <a:spLocks xmlns:a="http://schemas.openxmlformats.org/drawingml/2006/main" noGrp="1"/>
          </p:cNvSpPr>
          <p:nvPr/>
        </p:nvSpPr>
        <p:spPr>
          <a:xfrm xmlns:a="http://schemas.openxmlformats.org/drawingml/2006/main">
            <a:off x="8420100" y="3152775"/>
            <a:ext cx="619125"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1725" b="1">
                <a:solidFill>
                  <a:srgbClr val="12833E"/>
                </a:solidFill>
                <a:latin typeface="Arial"/>
                <a:ea typeface="Arial"/>
                <a:cs typeface="Arial"/>
              </a:defRPr>
            </a:defPPr>
          </a:lstStyle>
          <a:p xmlns:a="http://schemas.openxmlformats.org/drawingml/2006/main">
            <a:pPr algn="ctr">
              <a:buNone/>
              <a:defRPr sz="1725" b="1">
                <a:solidFill>
                  <a:srgbClr val="12833E"/>
                </a:solidFill>
                <a:latin typeface="Arial"/>
                <a:ea typeface="Arial"/>
                <a:cs typeface="Arial"/>
              </a:defRPr>
            </a:pPr>
            <a:r>
              <a:rPr sz="1725" b="1">
                <a:solidFill>
                  <a:srgbClr val="12833E"/>
                </a:solidFill>
                <a:latin typeface="Arial"/>
                <a:ea typeface="Arial"/>
                <a:cs typeface="Arial"/>
              </a:rPr>
              <a:t>Đạt?</a:t>
            </a:r>
          </a:p>
        </p:txBody>
      </p:sp>
      <p:sp>
        <p:nvSpPr>
          <p:cNvPr id="31" name="Robot-84">
            <a:extLst xmlns:a="http://schemas.openxmlformats.org/drawingml/2006/main">
              <a:ext uri="{FF2B5EF4-FFF2-40B4-BE49-F238E27FC236}">
                <a16:creationId xmlns:a16="http://schemas.microsoft.com/office/drawing/2014/main" id="{7CEF94CD-912E-482A-87B7-F7E5BD28E58F}"/>
              </a:ext>
            </a:extLst>
          </p:cNvPr>
          <p:cNvSpPr>
            <a:spLocks xmlns:a="http://schemas.openxmlformats.org/drawingml/2006/main" noGrp="1"/>
          </p:cNvSpPr>
          <p:nvPr/>
        </p:nvSpPr>
        <p:spPr>
          <a:xfrm xmlns:a="http://schemas.openxmlformats.org/drawingml/2006/main">
            <a:off x="9886950" y="2886075"/>
            <a:ext cx="1628775" cy="876300"/>
          </a:xfrm>
          <a:prstGeom xmlns:a="http://schemas.openxmlformats.org/drawingml/2006/main" prst="roundRect">
            <a:avLst>
              <a:gd name="adj" fmla="val 8696"/>
            </a:avLst>
          </a:prstGeom>
          <a:solidFill xmlns:a="http://schemas.openxmlformats.org/drawingml/2006/main">
            <a:srgbClr val="E9F6ED"/>
          </a:solidFill>
          <a:ln xmlns:a="http://schemas.openxmlformats.org/drawingml/2006/main" w="14288">
            <a:solidFill>
              <a:srgbClr val="12833E"/>
            </a:solidFill>
          </a:ln>
        </p:spPr>
      </p:sp>
      <p:sp>
        <p:nvSpPr>
          <p:cNvPr id="32" name="pitch-text-85">
            <a:extLst xmlns:a="http://schemas.openxmlformats.org/drawingml/2006/main">
              <a:ext uri="{FF2B5EF4-FFF2-40B4-BE49-F238E27FC236}">
                <a16:creationId xmlns:a16="http://schemas.microsoft.com/office/drawing/2014/main" id="{DF17B3BC-7155-4C54-8C1C-6794FD41CEFE}"/>
              </a:ext>
            </a:extLst>
          </p:cNvPr>
          <p:cNvSpPr>
            <a:spLocks xmlns:a="http://schemas.openxmlformats.org/drawingml/2006/main" noGrp="1"/>
          </p:cNvSpPr>
          <p:nvPr/>
        </p:nvSpPr>
        <p:spPr>
          <a:xfrm xmlns:a="http://schemas.openxmlformats.org/drawingml/2006/main">
            <a:off x="10001250" y="2981325"/>
            <a:ext cx="140017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1875" b="1">
                <a:solidFill>
                  <a:srgbClr val="12833E"/>
                </a:solidFill>
                <a:latin typeface="Arial"/>
                <a:ea typeface="Arial"/>
                <a:cs typeface="Arial"/>
              </a:defRPr>
            </a:defPPr>
          </a:lstStyle>
          <a:p xmlns:a="http://schemas.openxmlformats.org/drawingml/2006/main">
            <a:pPr algn="ctr">
              <a:buNone/>
              <a:defRPr sz="1875" b="1">
                <a:solidFill>
                  <a:srgbClr val="12833E"/>
                </a:solidFill>
                <a:latin typeface="Arial"/>
                <a:ea typeface="Arial"/>
                <a:cs typeface="Arial"/>
              </a:defRPr>
            </a:pPr>
            <a:r>
              <a:rPr sz="1875" b="1">
                <a:solidFill>
                  <a:srgbClr val="12833E"/>
                </a:solidFill>
                <a:latin typeface="Arial"/>
                <a:ea typeface="Arial"/>
                <a:cs typeface="Arial"/>
              </a:rPr>
              <a:t>Robot</a:t>
            </a:r>
          </a:p>
        </p:txBody>
      </p:sp>
      <p:sp>
        <p:nvSpPr>
          <p:cNvPr id="33" name="pitch-text-86">
            <a:extLst xmlns:a="http://schemas.openxmlformats.org/drawingml/2006/main">
              <a:ext uri="{FF2B5EF4-FFF2-40B4-BE49-F238E27FC236}">
                <a16:creationId xmlns:a16="http://schemas.microsoft.com/office/drawing/2014/main" id="{C130D9A6-5807-4277-87E8-3B8BEAC50B82}"/>
              </a:ext>
            </a:extLst>
          </p:cNvPr>
          <p:cNvSpPr>
            <a:spLocks xmlns:a="http://schemas.openxmlformats.org/drawingml/2006/main" noGrp="1"/>
          </p:cNvSpPr>
          <p:nvPr/>
        </p:nvSpPr>
        <p:spPr>
          <a:xfrm xmlns:a="http://schemas.openxmlformats.org/drawingml/2006/main">
            <a:off x="10001250" y="3371850"/>
            <a:ext cx="1400175"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1500" b="0">
                <a:solidFill>
                  <a:srgbClr val="222C4C"/>
                </a:solidFill>
                <a:latin typeface="Arial"/>
                <a:ea typeface="Arial"/>
                <a:cs typeface="Arial"/>
              </a:defRPr>
            </a:defPPr>
          </a:lstStyle>
          <a:p xmlns:a="http://schemas.openxmlformats.org/drawingml/2006/main">
            <a:pPr algn="ctr">
              <a:buNone/>
              <a:defRPr sz="1500" b="0">
                <a:solidFill>
                  <a:srgbClr val="222C4C"/>
                </a:solidFill>
                <a:latin typeface="Arial"/>
                <a:ea typeface="Arial"/>
                <a:cs typeface="Arial"/>
              </a:defRPr>
            </a:pPr>
            <a:r>
              <a:rPr sz="1500" b="0">
                <a:solidFill>
                  <a:srgbClr val="222C4C"/>
                </a:solidFill>
                <a:latin typeface="Arial"/>
                <a:ea typeface="Arial"/>
                <a:cs typeface="Arial"/>
              </a:rPr>
              <a:t>Chạy task</a:t>
            </a:r>
          </a:p>
        </p:txBody>
      </p:sp>
      <p:sp>
        <p:nvSpPr>
          <p:cNvPr id="34" name="decision-arrow-87">
            <a:extLst xmlns:a="http://schemas.openxmlformats.org/drawingml/2006/main">
              <a:ext uri="{FF2B5EF4-FFF2-40B4-BE49-F238E27FC236}">
                <a16:creationId xmlns:a16="http://schemas.microsoft.com/office/drawing/2014/main" id="{C8666C3D-F049-499F-9A28-E3ACF886D9EF}"/>
              </a:ext>
            </a:extLst>
          </p:cNvPr>
          <p:cNvSpPr>
            <a:spLocks xmlns:a="http://schemas.openxmlformats.org/drawingml/2006/main" noGrp="1"/>
          </p:cNvSpPr>
          <p:nvPr/>
        </p:nvSpPr>
        <p:spPr>
          <a:xfrm xmlns:a="http://schemas.openxmlformats.org/drawingml/2006/main">
            <a:off x="9191625" y="3248025"/>
            <a:ext cx="666750" cy="133350"/>
          </a:xfrm>
          <a:prstGeom xmlns:a="http://schemas.openxmlformats.org/drawingml/2006/main" prst="rightArrow">
            <a:avLst/>
          </a:prstGeom>
          <a:solidFill xmlns:a="http://schemas.openxmlformats.org/drawingml/2006/main">
            <a:srgbClr val="12833E"/>
          </a:solidFill>
          <a:ln xmlns:a="http://schemas.openxmlformats.org/drawingml/2006/main" w="0">
            <a:noFill/>
          </a:ln>
        </p:spPr>
      </p:sp>
      <p:sp>
        <p:nvSpPr>
          <p:cNvPr id="35" name="pitch-text-88">
            <a:extLst xmlns:a="http://schemas.openxmlformats.org/drawingml/2006/main">
              <a:ext uri="{FF2B5EF4-FFF2-40B4-BE49-F238E27FC236}">
                <a16:creationId xmlns:a16="http://schemas.microsoft.com/office/drawing/2014/main" id="{E215B5B1-0DCC-4BE6-9043-20C7EBB026C0}"/>
              </a:ext>
            </a:extLst>
          </p:cNvPr>
          <p:cNvSpPr>
            <a:spLocks xmlns:a="http://schemas.openxmlformats.org/drawingml/2006/main" noGrp="1"/>
          </p:cNvSpPr>
          <p:nvPr/>
        </p:nvSpPr>
        <p:spPr>
          <a:xfrm xmlns:a="http://schemas.openxmlformats.org/drawingml/2006/main">
            <a:off x="9353550" y="2914650"/>
            <a:ext cx="4476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275" b="1">
                <a:solidFill>
                  <a:srgbClr val="12833E"/>
                </a:solidFill>
                <a:latin typeface="Arial"/>
                <a:ea typeface="Arial"/>
                <a:cs typeface="Arial"/>
              </a:defRPr>
            </a:defPPr>
          </a:lstStyle>
          <a:p xmlns:a="http://schemas.openxmlformats.org/drawingml/2006/main">
            <a:pPr algn="l">
              <a:buNone/>
              <a:defRPr sz="1275" b="1">
                <a:solidFill>
                  <a:srgbClr val="12833E"/>
                </a:solidFill>
                <a:latin typeface="Arial"/>
                <a:ea typeface="Arial"/>
                <a:cs typeface="Arial"/>
              </a:defRPr>
            </a:pPr>
            <a:r>
              <a:rPr sz="1275" b="1">
                <a:solidFill>
                  <a:srgbClr val="12833E"/>
                </a:solidFill>
                <a:latin typeface="Arial"/>
                <a:ea typeface="Arial"/>
                <a:cs typeface="Arial"/>
              </a:rPr>
              <a:t>Có</a:t>
            </a:r>
          </a:p>
        </p:txBody>
      </p:sp>
      <p:sp>
        <p:nvSpPr>
          <p:cNvPr id="36" name="pitch-text-89">
            <a:extLst xmlns:a="http://schemas.openxmlformats.org/drawingml/2006/main">
              <a:ext uri="{FF2B5EF4-FFF2-40B4-BE49-F238E27FC236}">
                <a16:creationId xmlns:a16="http://schemas.microsoft.com/office/drawing/2014/main" id="{7549171A-514B-414F-9BD2-BF4656CFCA1C}"/>
              </a:ext>
            </a:extLst>
          </p:cNvPr>
          <p:cNvSpPr>
            <a:spLocks xmlns:a="http://schemas.openxmlformats.org/drawingml/2006/main" noGrp="1"/>
          </p:cNvSpPr>
          <p:nvPr/>
        </p:nvSpPr>
        <p:spPr>
          <a:xfrm xmlns:a="http://schemas.openxmlformats.org/drawingml/2006/main">
            <a:off x="8210550" y="4000500"/>
            <a:ext cx="3362325"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1350" b="1">
                <a:solidFill>
                  <a:srgbClr val="C91C3B"/>
                </a:solidFill>
                <a:latin typeface="Arial"/>
                <a:ea typeface="Arial"/>
                <a:cs typeface="Arial"/>
              </a:defRPr>
            </a:defPPr>
          </a:lstStyle>
          <a:p xmlns:a="http://schemas.openxmlformats.org/drawingml/2006/main">
            <a:pPr algn="ctr">
              <a:buNone/>
              <a:defRPr sz="1350" b="1">
                <a:solidFill>
                  <a:srgbClr val="C91C3B"/>
                </a:solidFill>
                <a:latin typeface="Arial"/>
                <a:ea typeface="Arial"/>
                <a:cs typeface="Arial"/>
              </a:defRPr>
            </a:pPr>
            <a:r>
              <a:rPr sz="1350" b="1">
                <a:solidFill>
                  <a:srgbClr val="C91C3B"/>
                </a:solidFill>
                <a:latin typeface="Arial"/>
                <a:ea typeface="Arial"/>
                <a:cs typeface="Arial"/>
              </a:rPr>
              <a:t>Chưa đạt: giữ phiên bản cũ</a:t>
            </a:r>
          </a:p>
        </p:txBody>
      </p:sp>
      <p:sp>
        <p:nvSpPr>
          <p:cNvPr id="37" name="anchor-90">
            <a:extLst xmlns:a="http://schemas.openxmlformats.org/drawingml/2006/main">
              <a:ext uri="{FF2B5EF4-FFF2-40B4-BE49-F238E27FC236}">
                <a16:creationId xmlns:a16="http://schemas.microsoft.com/office/drawing/2014/main" id="{9B1DBE30-EDA7-4EE1-88FB-C45F828446B8}"/>
              </a:ext>
            </a:extLst>
          </p:cNvPr>
          <p:cNvSpPr>
            <a:spLocks xmlns:a="http://schemas.openxmlformats.org/drawingml/2006/main" noGrp="1"/>
          </p:cNvSpPr>
          <p:nvPr/>
        </p:nvSpPr>
        <p:spPr>
          <a:xfrm xmlns:a="http://schemas.openxmlformats.org/drawingml/2006/main">
            <a:off x="3866198" y="3151823"/>
            <a:ext cx="1905" cy="1905"/>
          </a:xfrm>
          <a:prstGeom xmlns:a="http://schemas.openxmlformats.org/drawingml/2006/main" prst="rect">
            <a:avLst/>
          </a:prstGeom>
          <a:noFill xmlns:a="http://schemas.openxmlformats.org/drawingml/2006/main"/>
          <a:ln xmlns:a="http://schemas.openxmlformats.org/drawingml/2006/main" w="0">
            <a:noFill/>
          </a:ln>
        </p:spPr>
      </p:sp>
      <p:sp>
        <p:nvSpPr>
          <p:cNvPr id="38" name="anchor-91">
            <a:extLst xmlns:a="http://schemas.openxmlformats.org/drawingml/2006/main">
              <a:ext uri="{FF2B5EF4-FFF2-40B4-BE49-F238E27FC236}">
                <a16:creationId xmlns:a16="http://schemas.microsoft.com/office/drawing/2014/main" id="{EB515991-E863-4145-84C3-5E3A9BA7C2A9}"/>
              </a:ext>
            </a:extLst>
          </p:cNvPr>
          <p:cNvSpPr>
            <a:spLocks xmlns:a="http://schemas.openxmlformats.org/drawingml/2006/main" noGrp="1"/>
          </p:cNvSpPr>
          <p:nvPr/>
        </p:nvSpPr>
        <p:spPr>
          <a:xfrm xmlns:a="http://schemas.openxmlformats.org/drawingml/2006/main">
            <a:off x="4209098" y="3151823"/>
            <a:ext cx="1905" cy="1905"/>
          </a:xfrm>
          <a:prstGeom xmlns:a="http://schemas.openxmlformats.org/drawingml/2006/main" prst="rect">
            <a:avLst/>
          </a:prstGeom>
          <a:noFill xmlns:a="http://schemas.openxmlformats.org/drawingml/2006/main"/>
          <a:ln xmlns:a="http://schemas.openxmlformats.org/drawingml/2006/main" w="0">
            <a:noFill/>
          </a:ln>
        </p:spPr>
      </p:sp>
      <p:sp>
        <p:nvSpPr>
          <p:cNvPr id="40" name="anchor-92">
            <a:extLst xmlns:a="http://schemas.openxmlformats.org/drawingml/2006/main">
              <a:ext uri="{FF2B5EF4-FFF2-40B4-BE49-F238E27FC236}">
                <a16:creationId xmlns:a16="http://schemas.microsoft.com/office/drawing/2014/main" id="{BB0D04A6-3469-4F23-AF49-278E18B5F185}"/>
              </a:ext>
            </a:extLst>
          </p:cNvPr>
          <p:cNvSpPr>
            <a:spLocks xmlns:a="http://schemas.openxmlformats.org/drawingml/2006/main" noGrp="1"/>
          </p:cNvSpPr>
          <p:nvPr/>
        </p:nvSpPr>
        <p:spPr>
          <a:xfrm xmlns:a="http://schemas.openxmlformats.org/drawingml/2006/main">
            <a:off x="7666673" y="3151823"/>
            <a:ext cx="1905" cy="1905"/>
          </a:xfrm>
          <a:prstGeom xmlns:a="http://schemas.openxmlformats.org/drawingml/2006/main" prst="rect">
            <a:avLst/>
          </a:prstGeom>
          <a:noFill xmlns:a="http://schemas.openxmlformats.org/drawingml/2006/main"/>
          <a:ln xmlns:a="http://schemas.openxmlformats.org/drawingml/2006/main" w="0">
            <a:noFill/>
          </a:ln>
        </p:spPr>
      </p:sp>
      <p:sp>
        <p:nvSpPr>
          <p:cNvPr id="41" name="anchor-93">
            <a:extLst xmlns:a="http://schemas.openxmlformats.org/drawingml/2006/main">
              <a:ext uri="{FF2B5EF4-FFF2-40B4-BE49-F238E27FC236}">
                <a16:creationId xmlns:a16="http://schemas.microsoft.com/office/drawing/2014/main" id="{EFE7013E-66E9-42F2-8FD3-DD01FC05BD99}"/>
              </a:ext>
            </a:extLst>
          </p:cNvPr>
          <p:cNvSpPr>
            <a:spLocks xmlns:a="http://schemas.openxmlformats.org/drawingml/2006/main" noGrp="1"/>
          </p:cNvSpPr>
          <p:nvPr/>
        </p:nvSpPr>
        <p:spPr>
          <a:xfrm xmlns:a="http://schemas.openxmlformats.org/drawingml/2006/main">
            <a:off x="8028623" y="3151823"/>
            <a:ext cx="1905" cy="1905"/>
          </a:xfrm>
          <a:prstGeom xmlns:a="http://schemas.openxmlformats.org/drawingml/2006/main" prst="rect">
            <a:avLst/>
          </a:prstGeom>
          <a:noFill xmlns:a="http://schemas.openxmlformats.org/drawingml/2006/main"/>
          <a:ln xmlns:a="http://schemas.openxmlformats.org/drawingml/2006/main" w="0">
            <a:noFill/>
          </a:ln>
        </p:spPr>
      </p:sp>
      <p:sp>
        <p:nvSpPr>
          <p:cNvPr id="43" name="panel-94">
            <a:extLst xmlns:a="http://schemas.openxmlformats.org/drawingml/2006/main">
              <a:ext uri="{FF2B5EF4-FFF2-40B4-BE49-F238E27FC236}">
                <a16:creationId xmlns:a16="http://schemas.microsoft.com/office/drawing/2014/main" id="{B7881473-3673-4E1E-A4C6-8A68675DA5EC}"/>
              </a:ext>
            </a:extLst>
          </p:cNvPr>
          <p:cNvSpPr>
            <a:spLocks xmlns:a="http://schemas.openxmlformats.org/drawingml/2006/main" noGrp="1"/>
          </p:cNvSpPr>
          <p:nvPr/>
        </p:nvSpPr>
        <p:spPr>
          <a:xfrm xmlns:a="http://schemas.openxmlformats.org/drawingml/2006/main">
            <a:off x="457200" y="4495800"/>
            <a:ext cx="11277600" cy="504825"/>
          </a:xfrm>
          <a:prstGeom xmlns:a="http://schemas.openxmlformats.org/drawingml/2006/main" prst="roundRect">
            <a:avLst>
              <a:gd name="adj" fmla="val 15094"/>
            </a:avLst>
          </a:prstGeom>
          <a:solidFill xmlns:a="http://schemas.openxmlformats.org/drawingml/2006/main">
            <a:srgbClr val="E9F6ED"/>
          </a:solidFill>
          <a:ln xmlns:a="http://schemas.openxmlformats.org/drawingml/2006/main" w="0">
            <a:noFill/>
          </a:ln>
        </p:spPr>
      </p:sp>
      <p:sp>
        <p:nvSpPr>
          <p:cNvPr id="44" name="pitch-text-95">
            <a:extLst xmlns:a="http://schemas.openxmlformats.org/drawingml/2006/main">
              <a:ext uri="{FF2B5EF4-FFF2-40B4-BE49-F238E27FC236}">
                <a16:creationId xmlns:a16="http://schemas.microsoft.com/office/drawing/2014/main" id="{6D6D4BB9-43B2-4791-953F-340104EE77A4}"/>
              </a:ext>
            </a:extLst>
          </p:cNvPr>
          <p:cNvSpPr>
            <a:spLocks xmlns:a="http://schemas.openxmlformats.org/drawingml/2006/main" noGrp="1"/>
          </p:cNvSpPr>
          <p:nvPr/>
        </p:nvSpPr>
        <p:spPr>
          <a:xfrm xmlns:a="http://schemas.openxmlformats.org/drawingml/2006/main">
            <a:off x="600075" y="4610100"/>
            <a:ext cx="22383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500" b="1">
                <a:solidFill>
                  <a:srgbClr val="12833E"/>
                </a:solidFill>
                <a:latin typeface="Arial"/>
                <a:ea typeface="Arial"/>
                <a:cs typeface="Arial"/>
              </a:defRPr>
            </a:defPPr>
          </a:lstStyle>
          <a:p xmlns:a="http://schemas.openxmlformats.org/drawingml/2006/main">
            <a:pPr algn="l">
              <a:buNone/>
              <a:defRPr sz="1500" b="1">
                <a:solidFill>
                  <a:srgbClr val="12833E"/>
                </a:solidFill>
                <a:latin typeface="Arial"/>
                <a:ea typeface="Arial"/>
                <a:cs typeface="Arial"/>
              </a:defRPr>
            </a:pPr>
            <a:r>
              <a:rPr sz="1500" b="1">
                <a:solidFill>
                  <a:srgbClr val="12833E"/>
                </a:solidFill>
                <a:latin typeface="Arial"/>
                <a:ea typeface="Arial"/>
                <a:cs typeface="Arial"/>
              </a:rPr>
              <a:t>④ DATA FLYWHEEL</a:t>
            </a:r>
          </a:p>
        </p:txBody>
      </p:sp>
      <p:sp>
        <p:nvSpPr>
          <p:cNvPr id="45" name="pitch-text-96">
            <a:extLst xmlns:a="http://schemas.openxmlformats.org/drawingml/2006/main">
              <a:ext uri="{FF2B5EF4-FFF2-40B4-BE49-F238E27FC236}">
                <a16:creationId xmlns:a16="http://schemas.microsoft.com/office/drawing/2014/main" id="{73A64EE6-DAD4-45FB-8D4B-2332DAADF5EE}"/>
              </a:ext>
            </a:extLst>
          </p:cNvPr>
          <p:cNvSpPr>
            <a:spLocks xmlns:a="http://schemas.openxmlformats.org/drawingml/2006/main" noGrp="1"/>
          </p:cNvSpPr>
          <p:nvPr/>
        </p:nvSpPr>
        <p:spPr>
          <a:xfrm xmlns:a="http://schemas.openxmlformats.org/drawingml/2006/main">
            <a:off x="2990850" y="4610100"/>
            <a:ext cx="13811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575" b="1">
                <a:solidFill>
                  <a:srgbClr val="222C4C"/>
                </a:solidFill>
                <a:latin typeface="Arial"/>
                <a:ea typeface="Arial"/>
                <a:cs typeface="Arial"/>
              </a:defRPr>
            </a:defPPr>
          </a:lstStyle>
          <a:p xmlns:a="http://schemas.openxmlformats.org/drawingml/2006/main">
            <a:pPr algn="l">
              <a:buNone/>
              <a:defRPr sz="1575" b="1">
                <a:solidFill>
                  <a:srgbClr val="222C4C"/>
                </a:solidFill>
                <a:latin typeface="Arial"/>
                <a:ea typeface="Arial"/>
                <a:cs typeface="Arial"/>
              </a:defRPr>
            </a:pPr>
            <a:r>
              <a:rPr sz="1575" b="1">
                <a:solidFill>
                  <a:srgbClr val="222C4C"/>
                </a:solidFill>
                <a:latin typeface="Arial"/>
                <a:ea typeface="Arial"/>
                <a:cs typeface="Arial"/>
              </a:rPr>
              <a:t>Lỗi robot</a:t>
            </a:r>
          </a:p>
        </p:txBody>
      </p:sp>
      <p:sp>
        <p:nvSpPr>
          <p:cNvPr id="46" name="pitch-text-97">
            <a:extLst xmlns:a="http://schemas.openxmlformats.org/drawingml/2006/main">
              <a:ext uri="{FF2B5EF4-FFF2-40B4-BE49-F238E27FC236}">
                <a16:creationId xmlns:a16="http://schemas.microsoft.com/office/drawing/2014/main" id="{36DE4083-07A4-4B31-B550-11AF743BE3A3}"/>
              </a:ext>
            </a:extLst>
          </p:cNvPr>
          <p:cNvSpPr>
            <a:spLocks xmlns:a="http://schemas.openxmlformats.org/drawingml/2006/main" noGrp="1"/>
          </p:cNvSpPr>
          <p:nvPr/>
        </p:nvSpPr>
        <p:spPr>
          <a:xfrm xmlns:a="http://schemas.openxmlformats.org/drawingml/2006/main">
            <a:off x="4905375" y="4610100"/>
            <a:ext cx="25622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575" b="1">
                <a:solidFill>
                  <a:srgbClr val="222C4C"/>
                </a:solidFill>
                <a:latin typeface="Arial"/>
                <a:ea typeface="Arial"/>
                <a:cs typeface="Arial"/>
              </a:defRPr>
            </a:defPPr>
          </a:lstStyle>
          <a:p xmlns:a="http://schemas.openxmlformats.org/drawingml/2006/main">
            <a:pPr algn="l">
              <a:buNone/>
              <a:defRPr sz="1575" b="1">
                <a:solidFill>
                  <a:srgbClr val="222C4C"/>
                </a:solidFill>
                <a:latin typeface="Arial"/>
                <a:ea typeface="Arial"/>
                <a:cs typeface="Arial"/>
              </a:defRPr>
            </a:pPr>
            <a:r>
              <a:rPr sz="1575" b="1">
                <a:solidFill>
                  <a:srgbClr val="222C4C"/>
                </a:solidFill>
                <a:latin typeface="Arial"/>
                <a:ea typeface="Arial"/>
                <a:cs typeface="Arial"/>
              </a:rPr>
              <a:t>Kỹ sư duyệt can thiệp</a:t>
            </a:r>
          </a:p>
        </p:txBody>
      </p:sp>
      <p:sp>
        <p:nvSpPr>
          <p:cNvPr id="47" name="pitch-text-98">
            <a:extLst xmlns:a="http://schemas.openxmlformats.org/drawingml/2006/main">
              <a:ext uri="{FF2B5EF4-FFF2-40B4-BE49-F238E27FC236}">
                <a16:creationId xmlns:a16="http://schemas.microsoft.com/office/drawing/2014/main" id="{92329486-E622-45D1-8129-ADE43CAAF8E9}"/>
              </a:ext>
            </a:extLst>
          </p:cNvPr>
          <p:cNvSpPr>
            <a:spLocks xmlns:a="http://schemas.openxmlformats.org/drawingml/2006/main" noGrp="1"/>
          </p:cNvSpPr>
          <p:nvPr/>
        </p:nvSpPr>
        <p:spPr>
          <a:xfrm xmlns:a="http://schemas.openxmlformats.org/drawingml/2006/main">
            <a:off x="8029575" y="4610100"/>
            <a:ext cx="35528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425" b="1">
                <a:solidFill>
                  <a:srgbClr val="222C4C"/>
                </a:solidFill>
                <a:latin typeface="Arial"/>
                <a:ea typeface="Arial"/>
                <a:cs typeface="Arial"/>
              </a:defRPr>
            </a:defPPr>
          </a:lstStyle>
          <a:p xmlns:a="http://schemas.openxmlformats.org/drawingml/2006/main">
            <a:pPr algn="l">
              <a:buNone/>
              <a:defRPr sz="1425" b="1">
                <a:solidFill>
                  <a:srgbClr val="222C4C"/>
                </a:solidFill>
                <a:latin typeface="Arial"/>
                <a:ea typeface="Arial"/>
                <a:cs typeface="Arial"/>
              </a:defRPr>
            </a:pPr>
            <a:r>
              <a:rPr sz="1425" b="1">
                <a:solidFill>
                  <a:srgbClr val="222C4C"/>
                </a:solidFill>
                <a:latin typeface="Arial"/>
                <a:ea typeface="Arial"/>
                <a:cs typeface="Arial"/>
              </a:rPr>
              <a:t>Cập nhật dữ liệu, học và kiểm lại</a:t>
            </a:r>
          </a:p>
        </p:txBody>
      </p:sp>
      <p:sp>
        <p:nvSpPr>
          <p:cNvPr id="48" name="loop-arrow-99">
            <a:extLst xmlns:a="http://schemas.openxmlformats.org/drawingml/2006/main">
              <a:ext uri="{FF2B5EF4-FFF2-40B4-BE49-F238E27FC236}">
                <a16:creationId xmlns:a16="http://schemas.microsoft.com/office/drawing/2014/main" id="{CD3462AF-ED4E-4A35-85E3-AFB2F949EC14}"/>
              </a:ext>
            </a:extLst>
          </p:cNvPr>
          <p:cNvSpPr>
            <a:spLocks xmlns:a="http://schemas.openxmlformats.org/drawingml/2006/main" noGrp="1"/>
          </p:cNvSpPr>
          <p:nvPr/>
        </p:nvSpPr>
        <p:spPr>
          <a:xfrm xmlns:a="http://schemas.openxmlformats.org/drawingml/2006/main">
            <a:off x="4400550" y="4667250"/>
            <a:ext cx="371475" cy="152400"/>
          </a:xfrm>
          <a:prstGeom xmlns:a="http://schemas.openxmlformats.org/drawingml/2006/main" prst="rightArrow">
            <a:avLst/>
          </a:prstGeom>
          <a:solidFill xmlns:a="http://schemas.openxmlformats.org/drawingml/2006/main">
            <a:srgbClr val="12833E"/>
          </a:solidFill>
          <a:ln xmlns:a="http://schemas.openxmlformats.org/drawingml/2006/main" w="0">
            <a:noFill/>
          </a:ln>
        </p:spPr>
      </p:sp>
      <p:sp>
        <p:nvSpPr>
          <p:cNvPr id="49" name="loop-arrow-100">
            <a:extLst xmlns:a="http://schemas.openxmlformats.org/drawingml/2006/main">
              <a:ext uri="{FF2B5EF4-FFF2-40B4-BE49-F238E27FC236}">
                <a16:creationId xmlns:a16="http://schemas.microsoft.com/office/drawing/2014/main" id="{A087E34C-21F7-45A0-8AD5-EFFA0A884FB7}"/>
              </a:ext>
            </a:extLst>
          </p:cNvPr>
          <p:cNvSpPr>
            <a:spLocks xmlns:a="http://schemas.openxmlformats.org/drawingml/2006/main" noGrp="1"/>
          </p:cNvSpPr>
          <p:nvPr/>
        </p:nvSpPr>
        <p:spPr>
          <a:xfrm xmlns:a="http://schemas.openxmlformats.org/drawingml/2006/main">
            <a:off x="7515225" y="4667250"/>
            <a:ext cx="400050" cy="152400"/>
          </a:xfrm>
          <a:prstGeom xmlns:a="http://schemas.openxmlformats.org/drawingml/2006/main" prst="rightArrow">
            <a:avLst/>
          </a:prstGeom>
          <a:solidFill xmlns:a="http://schemas.openxmlformats.org/drawingml/2006/main">
            <a:srgbClr val="12833E"/>
          </a:solidFill>
          <a:ln xmlns:a="http://schemas.openxmlformats.org/drawingml/2006/main" w="0">
            <a:noFill/>
          </a:ln>
        </p:spPr>
      </p:sp>
      <p:sp>
        <p:nvSpPr>
          <p:cNvPr id="50" name="anchor-101">
            <a:extLst xmlns:a="http://schemas.openxmlformats.org/drawingml/2006/main">
              <a:ext uri="{FF2B5EF4-FFF2-40B4-BE49-F238E27FC236}">
                <a16:creationId xmlns:a16="http://schemas.microsoft.com/office/drawing/2014/main" id="{AF1EE45B-4C57-4D01-AE7F-F97A4811B5DC}"/>
              </a:ext>
            </a:extLst>
          </p:cNvPr>
          <p:cNvSpPr>
            <a:spLocks xmlns:a="http://schemas.openxmlformats.org/drawingml/2006/main" noGrp="1"/>
          </p:cNvSpPr>
          <p:nvPr/>
        </p:nvSpPr>
        <p:spPr>
          <a:xfrm xmlns:a="http://schemas.openxmlformats.org/drawingml/2006/main">
            <a:off x="456248" y="4742498"/>
            <a:ext cx="1905" cy="1905"/>
          </a:xfrm>
          <a:prstGeom xmlns:a="http://schemas.openxmlformats.org/drawingml/2006/main" prst="rect">
            <a:avLst/>
          </a:prstGeom>
          <a:noFill xmlns:a="http://schemas.openxmlformats.org/drawingml/2006/main"/>
          <a:ln xmlns:a="http://schemas.openxmlformats.org/drawingml/2006/main" w="0">
            <a:noFill/>
          </a:ln>
        </p:spPr>
      </p:sp>
      <p:sp>
        <p:nvSpPr>
          <p:cNvPr id="51" name="anchor-102">
            <a:extLst xmlns:a="http://schemas.openxmlformats.org/drawingml/2006/main">
              <a:ext uri="{FF2B5EF4-FFF2-40B4-BE49-F238E27FC236}">
                <a16:creationId xmlns:a16="http://schemas.microsoft.com/office/drawing/2014/main" id="{5E1C971D-E4D0-42D8-9174-5E3F66464700}"/>
              </a:ext>
            </a:extLst>
          </p:cNvPr>
          <p:cNvSpPr>
            <a:spLocks xmlns:a="http://schemas.openxmlformats.org/drawingml/2006/main" noGrp="1"/>
          </p:cNvSpPr>
          <p:nvPr/>
        </p:nvSpPr>
        <p:spPr>
          <a:xfrm xmlns:a="http://schemas.openxmlformats.org/drawingml/2006/main">
            <a:off x="265748" y="4742498"/>
            <a:ext cx="1905" cy="1905"/>
          </a:xfrm>
          <a:prstGeom xmlns:a="http://schemas.openxmlformats.org/drawingml/2006/main" prst="rect">
            <a:avLst/>
          </a:prstGeom>
          <a:noFill xmlns:a="http://schemas.openxmlformats.org/drawingml/2006/main"/>
          <a:ln xmlns:a="http://schemas.openxmlformats.org/drawingml/2006/main" w="0">
            <a:noFill/>
          </a:ln>
        </p:spPr>
      </p:sp>
      <p:sp>
        <p:nvSpPr>
          <p:cNvPr id="53" name="anchor-103">
            <a:extLst xmlns:a="http://schemas.openxmlformats.org/drawingml/2006/main">
              <a:ext uri="{FF2B5EF4-FFF2-40B4-BE49-F238E27FC236}">
                <a16:creationId xmlns:a16="http://schemas.microsoft.com/office/drawing/2014/main" id="{9A64B7A8-2308-488A-896C-E416B51F5A1E}"/>
              </a:ext>
            </a:extLst>
          </p:cNvPr>
          <p:cNvSpPr>
            <a:spLocks xmlns:a="http://schemas.openxmlformats.org/drawingml/2006/main" noGrp="1"/>
          </p:cNvSpPr>
          <p:nvPr/>
        </p:nvSpPr>
        <p:spPr>
          <a:xfrm xmlns:a="http://schemas.openxmlformats.org/drawingml/2006/main">
            <a:off x="265748" y="4742498"/>
            <a:ext cx="1905" cy="1905"/>
          </a:xfrm>
          <a:prstGeom xmlns:a="http://schemas.openxmlformats.org/drawingml/2006/main" prst="rect">
            <a:avLst/>
          </a:prstGeom>
          <a:noFill xmlns:a="http://schemas.openxmlformats.org/drawingml/2006/main"/>
          <a:ln xmlns:a="http://schemas.openxmlformats.org/drawingml/2006/main" w="0">
            <a:noFill/>
          </a:ln>
        </p:spPr>
      </p:sp>
      <p:sp>
        <p:nvSpPr>
          <p:cNvPr id="54" name="anchor-104">
            <a:extLst xmlns:a="http://schemas.openxmlformats.org/drawingml/2006/main">
              <a:ext uri="{FF2B5EF4-FFF2-40B4-BE49-F238E27FC236}">
                <a16:creationId xmlns:a16="http://schemas.microsoft.com/office/drawing/2014/main" id="{30706CB5-CE73-4F72-B89E-EB643E126187}"/>
              </a:ext>
            </a:extLst>
          </p:cNvPr>
          <p:cNvSpPr>
            <a:spLocks xmlns:a="http://schemas.openxmlformats.org/drawingml/2006/main" noGrp="1"/>
          </p:cNvSpPr>
          <p:nvPr/>
        </p:nvSpPr>
        <p:spPr>
          <a:xfrm xmlns:a="http://schemas.openxmlformats.org/drawingml/2006/main">
            <a:off x="265748" y="3151823"/>
            <a:ext cx="1905" cy="1905"/>
          </a:xfrm>
          <a:prstGeom xmlns:a="http://schemas.openxmlformats.org/drawingml/2006/main" prst="rect">
            <a:avLst/>
          </a:prstGeom>
          <a:noFill xmlns:a="http://schemas.openxmlformats.org/drawingml/2006/main"/>
          <a:ln xmlns:a="http://schemas.openxmlformats.org/drawingml/2006/main" w="0">
            <a:noFill/>
          </a:ln>
        </p:spPr>
      </p:sp>
      <p:sp>
        <p:nvSpPr>
          <p:cNvPr id="56" name="anchor-105">
            <a:extLst xmlns:a="http://schemas.openxmlformats.org/drawingml/2006/main">
              <a:ext uri="{FF2B5EF4-FFF2-40B4-BE49-F238E27FC236}">
                <a16:creationId xmlns:a16="http://schemas.microsoft.com/office/drawing/2014/main" id="{F0D1EE93-0722-4CFD-A9B9-911D1CC3BB60}"/>
              </a:ext>
            </a:extLst>
          </p:cNvPr>
          <p:cNvSpPr>
            <a:spLocks xmlns:a="http://schemas.openxmlformats.org/drawingml/2006/main" noGrp="1"/>
          </p:cNvSpPr>
          <p:nvPr/>
        </p:nvSpPr>
        <p:spPr>
          <a:xfrm xmlns:a="http://schemas.openxmlformats.org/drawingml/2006/main">
            <a:off x="265748" y="3151823"/>
            <a:ext cx="1905" cy="1905"/>
          </a:xfrm>
          <a:prstGeom xmlns:a="http://schemas.openxmlformats.org/drawingml/2006/main" prst="rect">
            <a:avLst/>
          </a:prstGeom>
          <a:noFill xmlns:a="http://schemas.openxmlformats.org/drawingml/2006/main"/>
          <a:ln xmlns:a="http://schemas.openxmlformats.org/drawingml/2006/main" w="0">
            <a:noFill/>
          </a:ln>
        </p:spPr>
      </p:sp>
      <p:sp>
        <p:nvSpPr>
          <p:cNvPr id="57" name="anchor-106">
            <a:extLst xmlns:a="http://schemas.openxmlformats.org/drawingml/2006/main">
              <a:ext uri="{FF2B5EF4-FFF2-40B4-BE49-F238E27FC236}">
                <a16:creationId xmlns:a16="http://schemas.microsoft.com/office/drawing/2014/main" id="{2BCF640A-59D5-491E-B411-65DD987D391B}"/>
              </a:ext>
            </a:extLst>
          </p:cNvPr>
          <p:cNvSpPr>
            <a:spLocks xmlns:a="http://schemas.openxmlformats.org/drawingml/2006/main" noGrp="1"/>
          </p:cNvSpPr>
          <p:nvPr/>
        </p:nvSpPr>
        <p:spPr>
          <a:xfrm xmlns:a="http://schemas.openxmlformats.org/drawingml/2006/main">
            <a:off x="456248" y="3151823"/>
            <a:ext cx="1905" cy="1905"/>
          </a:xfrm>
          <a:prstGeom xmlns:a="http://schemas.openxmlformats.org/drawingml/2006/main" prst="rect">
            <a:avLst/>
          </a:prstGeom>
          <a:noFill xmlns:a="http://schemas.openxmlformats.org/drawingml/2006/main"/>
          <a:ln xmlns:a="http://schemas.openxmlformats.org/drawingml/2006/main" w="0">
            <a:noFill/>
          </a:ln>
        </p:spPr>
      </p:sp>
      <p:sp>
        <p:nvSpPr>
          <p:cNvPr id="59" name="anchor-107">
            <a:extLst xmlns:a="http://schemas.openxmlformats.org/drawingml/2006/main">
              <a:ext uri="{FF2B5EF4-FFF2-40B4-BE49-F238E27FC236}">
                <a16:creationId xmlns:a16="http://schemas.microsoft.com/office/drawing/2014/main" id="{B6FC4964-2813-4782-9599-4EEA1648BB13}"/>
              </a:ext>
            </a:extLst>
          </p:cNvPr>
          <p:cNvSpPr>
            <a:spLocks xmlns:a="http://schemas.openxmlformats.org/drawingml/2006/main" noGrp="1"/>
          </p:cNvSpPr>
          <p:nvPr/>
        </p:nvSpPr>
        <p:spPr>
          <a:xfrm xmlns:a="http://schemas.openxmlformats.org/drawingml/2006/main">
            <a:off x="9885998" y="4361498"/>
            <a:ext cx="1905" cy="1905"/>
          </a:xfrm>
          <a:prstGeom xmlns:a="http://schemas.openxmlformats.org/drawingml/2006/main" prst="rect">
            <a:avLst/>
          </a:prstGeom>
          <a:noFill xmlns:a="http://schemas.openxmlformats.org/drawingml/2006/main"/>
          <a:ln xmlns:a="http://schemas.openxmlformats.org/drawingml/2006/main" w="0">
            <a:noFill/>
          </a:ln>
        </p:spPr>
      </p:sp>
      <p:sp>
        <p:nvSpPr>
          <p:cNvPr id="60" name="anchor-108">
            <a:extLst xmlns:a="http://schemas.openxmlformats.org/drawingml/2006/main">
              <a:ext uri="{FF2B5EF4-FFF2-40B4-BE49-F238E27FC236}">
                <a16:creationId xmlns:a16="http://schemas.microsoft.com/office/drawing/2014/main" id="{838BBA3C-59FF-4AFD-AB1E-206CC1FC9C05}"/>
              </a:ext>
            </a:extLst>
          </p:cNvPr>
          <p:cNvSpPr>
            <a:spLocks xmlns:a="http://schemas.openxmlformats.org/drawingml/2006/main" noGrp="1"/>
          </p:cNvSpPr>
          <p:nvPr/>
        </p:nvSpPr>
        <p:spPr>
          <a:xfrm xmlns:a="http://schemas.openxmlformats.org/drawingml/2006/main">
            <a:off x="9885998" y="4494848"/>
            <a:ext cx="1905" cy="1905"/>
          </a:xfrm>
          <a:prstGeom xmlns:a="http://schemas.openxmlformats.org/drawingml/2006/main" prst="rect">
            <a:avLst/>
          </a:prstGeom>
          <a:noFill xmlns:a="http://schemas.openxmlformats.org/drawingml/2006/main"/>
          <a:ln xmlns:a="http://schemas.openxmlformats.org/drawingml/2006/main" w="0">
            <a:noFill/>
          </a:ln>
        </p:spPr>
      </p:sp>
      <p:sp>
        <p:nvSpPr>
          <p:cNvPr id="62" name="pitch-text-109">
            <a:extLst xmlns:a="http://schemas.openxmlformats.org/drawingml/2006/main">
              <a:ext uri="{FF2B5EF4-FFF2-40B4-BE49-F238E27FC236}">
                <a16:creationId xmlns:a16="http://schemas.microsoft.com/office/drawing/2014/main" id="{447EA979-6112-467F-8415-0CB54C15CB2D}"/>
              </a:ext>
            </a:extLst>
          </p:cNvPr>
          <p:cNvSpPr>
            <a:spLocks xmlns:a="http://schemas.openxmlformats.org/drawingml/2006/main" noGrp="1"/>
          </p:cNvSpPr>
          <p:nvPr/>
        </p:nvSpPr>
        <p:spPr>
          <a:xfrm xmlns:a="http://schemas.openxmlformats.org/drawingml/2006/main">
            <a:off x="457200" y="5143500"/>
            <a:ext cx="112776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500" b="1">
                <a:solidFill>
                  <a:srgbClr val="20245F"/>
                </a:solidFill>
                <a:latin typeface="Arial"/>
                <a:ea typeface="Arial"/>
                <a:cs typeface="Arial"/>
              </a:defRPr>
            </a:defPPr>
          </a:lstStyle>
          <a:p xmlns:a="http://schemas.openxmlformats.org/drawingml/2006/main">
            <a:pPr algn="l">
              <a:buNone/>
              <a:defRPr sz="1500" b="1">
                <a:solidFill>
                  <a:srgbClr val="20245F"/>
                </a:solidFill>
                <a:latin typeface="Arial"/>
                <a:ea typeface="Arial"/>
                <a:cs typeface="Arial"/>
              </a:defRPr>
            </a:pPr>
            <a:r>
              <a:rPr sz="1500" b="1">
                <a:solidFill>
                  <a:srgbClr val="20245F"/>
                </a:solidFill>
                <a:latin typeface="Arial"/>
                <a:ea typeface="Arial"/>
                <a:cs typeface="Arial"/>
              </a:rPr>
              <a:t>ĐIỂM MỚI TRONG QUY TRÌNH ĐỀ XUẤT</a:t>
            </a:r>
          </a:p>
        </p:txBody>
      </p:sp>
      <p:sp>
        <p:nvSpPr>
          <p:cNvPr id="63" name="panel-110">
            <a:extLst xmlns:a="http://schemas.openxmlformats.org/drawingml/2006/main">
              <a:ext uri="{FF2B5EF4-FFF2-40B4-BE49-F238E27FC236}">
                <a16:creationId xmlns:a16="http://schemas.microsoft.com/office/drawing/2014/main" id="{B5C7F822-C298-4761-916C-DE1600AE06FB}"/>
              </a:ext>
            </a:extLst>
          </p:cNvPr>
          <p:cNvSpPr>
            <a:spLocks xmlns:a="http://schemas.openxmlformats.org/drawingml/2006/main" noGrp="1"/>
          </p:cNvSpPr>
          <p:nvPr/>
        </p:nvSpPr>
        <p:spPr>
          <a:xfrm xmlns:a="http://schemas.openxmlformats.org/drawingml/2006/main">
            <a:off x="457200" y="5467350"/>
            <a:ext cx="3600450" cy="409575"/>
          </a:xfrm>
          <a:prstGeom xmlns:a="http://schemas.openxmlformats.org/drawingml/2006/main" prst="roundRect">
            <a:avLst>
              <a:gd name="adj" fmla="val 18605"/>
            </a:avLst>
          </a:prstGeom>
          <a:solidFill xmlns:a="http://schemas.openxmlformats.org/drawingml/2006/main">
            <a:srgbClr val="FFFFFF"/>
          </a:solidFill>
          <a:ln xmlns:a="http://schemas.openxmlformats.org/drawingml/2006/main" w="14288">
            <a:solidFill>
              <a:srgbClr val="D2DCE8"/>
            </a:solidFill>
          </a:ln>
        </p:spPr>
      </p:sp>
      <p:sp>
        <p:nvSpPr>
          <p:cNvPr id="64" name="pitch-text-111">
            <a:extLst xmlns:a="http://schemas.openxmlformats.org/drawingml/2006/main">
              <a:ext uri="{FF2B5EF4-FFF2-40B4-BE49-F238E27FC236}">
                <a16:creationId xmlns:a16="http://schemas.microsoft.com/office/drawing/2014/main" id="{6DF8F647-CFA7-4D5B-87CE-7965B64C7195}"/>
              </a:ext>
            </a:extLst>
          </p:cNvPr>
          <p:cNvSpPr>
            <a:spLocks xmlns:a="http://schemas.openxmlformats.org/drawingml/2006/main" noGrp="1"/>
          </p:cNvSpPr>
          <p:nvPr/>
        </p:nvSpPr>
        <p:spPr>
          <a:xfrm xmlns:a="http://schemas.openxmlformats.org/drawingml/2006/main">
            <a:off x="552450" y="5505450"/>
            <a:ext cx="3409950"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350" b="1">
                <a:solidFill>
                  <a:srgbClr val="39458F"/>
                </a:solidFill>
                <a:latin typeface="Arial"/>
                <a:ea typeface="Arial"/>
                <a:cs typeface="Arial"/>
              </a:defRPr>
            </a:defPPr>
          </a:lstStyle>
          <a:p xmlns:a="http://schemas.openxmlformats.org/drawingml/2006/main">
            <a:pPr algn="l">
              <a:buNone/>
              <a:defRPr sz="1350" b="1">
                <a:solidFill>
                  <a:srgbClr val="39458F"/>
                </a:solidFill>
                <a:latin typeface="Arial"/>
                <a:ea typeface="Arial"/>
                <a:cs typeface="Arial"/>
              </a:defRPr>
            </a:pPr>
            <a:r>
              <a:rPr sz="1350" b="1">
                <a:solidFill>
                  <a:srgbClr val="39458F"/>
                </a:solidFill>
                <a:latin typeface="Arial"/>
                <a:ea typeface="Arial"/>
                <a:cs typeface="Arial"/>
              </a:rPr>
              <a:t>Chọn can thiệp theo lỗi</a:t>
            </a:r>
          </a:p>
        </p:txBody>
      </p:sp>
      <p:sp>
        <p:nvSpPr>
          <p:cNvPr id="65" name="pitch-text-112">
            <a:extLst xmlns:a="http://schemas.openxmlformats.org/drawingml/2006/main">
              <a:ext uri="{FF2B5EF4-FFF2-40B4-BE49-F238E27FC236}">
                <a16:creationId xmlns:a16="http://schemas.microsoft.com/office/drawing/2014/main" id="{7D1C9037-03C8-4284-97AB-06F91AB264F5}"/>
              </a:ext>
            </a:extLst>
          </p:cNvPr>
          <p:cNvSpPr>
            <a:spLocks xmlns:a="http://schemas.openxmlformats.org/drawingml/2006/main" noGrp="1"/>
          </p:cNvSpPr>
          <p:nvPr/>
        </p:nvSpPr>
        <p:spPr>
          <a:xfrm xmlns:a="http://schemas.openxmlformats.org/drawingml/2006/main">
            <a:off x="552450" y="5715000"/>
            <a:ext cx="340995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050" b="0">
                <a:solidFill>
                  <a:srgbClr val="617087"/>
                </a:solidFill>
                <a:latin typeface="Arial"/>
                <a:ea typeface="Arial"/>
                <a:cs typeface="Arial"/>
              </a:defRPr>
            </a:defPPr>
          </a:lstStyle>
          <a:p xmlns:a="http://schemas.openxmlformats.org/drawingml/2006/main">
            <a:pPr algn="l">
              <a:buNone/>
              <a:defRPr sz="1050" b="0">
                <a:solidFill>
                  <a:srgbClr val="617087"/>
                </a:solidFill>
                <a:latin typeface="Arial"/>
                <a:ea typeface="Arial"/>
                <a:cs typeface="Arial"/>
              </a:defRPr>
            </a:pPr>
            <a:r>
              <a:rPr sz="1050" b="0">
                <a:solidFill>
                  <a:srgbClr val="617087"/>
                </a:solidFill>
                <a:latin typeface="Arial"/>
                <a:ea typeface="Arial"/>
                <a:cs typeface="Arial"/>
              </a:rPr>
              <a:t>Sửa hệ thống hoặc bổ sung dữ liệu</a:t>
            </a:r>
          </a:p>
        </p:txBody>
      </p:sp>
      <p:sp>
        <p:nvSpPr>
          <p:cNvPr id="66" name="panel-113">
            <a:extLst xmlns:a="http://schemas.openxmlformats.org/drawingml/2006/main">
              <a:ext uri="{FF2B5EF4-FFF2-40B4-BE49-F238E27FC236}">
                <a16:creationId xmlns:a16="http://schemas.microsoft.com/office/drawing/2014/main" id="{06AEEEDA-7FAA-4112-B3B3-A6FC45F50134}"/>
              </a:ext>
            </a:extLst>
          </p:cNvPr>
          <p:cNvSpPr>
            <a:spLocks xmlns:a="http://schemas.openxmlformats.org/drawingml/2006/main" noGrp="1"/>
          </p:cNvSpPr>
          <p:nvPr/>
        </p:nvSpPr>
        <p:spPr>
          <a:xfrm xmlns:a="http://schemas.openxmlformats.org/drawingml/2006/main">
            <a:off x="4295775" y="5467350"/>
            <a:ext cx="3600450" cy="409575"/>
          </a:xfrm>
          <a:prstGeom xmlns:a="http://schemas.openxmlformats.org/drawingml/2006/main" prst="roundRect">
            <a:avLst>
              <a:gd name="adj" fmla="val 18605"/>
            </a:avLst>
          </a:prstGeom>
          <a:solidFill xmlns:a="http://schemas.openxmlformats.org/drawingml/2006/main">
            <a:srgbClr val="FFFFFF"/>
          </a:solidFill>
          <a:ln xmlns:a="http://schemas.openxmlformats.org/drawingml/2006/main" w="14288">
            <a:solidFill>
              <a:srgbClr val="D2DCE8"/>
            </a:solidFill>
          </a:ln>
        </p:spPr>
      </p:sp>
      <p:sp>
        <p:nvSpPr>
          <p:cNvPr id="67" name="pitch-text-114">
            <a:extLst xmlns:a="http://schemas.openxmlformats.org/drawingml/2006/main">
              <a:ext uri="{FF2B5EF4-FFF2-40B4-BE49-F238E27FC236}">
                <a16:creationId xmlns:a16="http://schemas.microsoft.com/office/drawing/2014/main" id="{AB096CC5-1AA7-480C-BD09-50F246A53A3F}"/>
              </a:ext>
            </a:extLst>
          </p:cNvPr>
          <p:cNvSpPr>
            <a:spLocks xmlns:a="http://schemas.openxmlformats.org/drawingml/2006/main" noGrp="1"/>
          </p:cNvSpPr>
          <p:nvPr/>
        </p:nvSpPr>
        <p:spPr>
          <a:xfrm xmlns:a="http://schemas.openxmlformats.org/drawingml/2006/main">
            <a:off x="4391025" y="5505450"/>
            <a:ext cx="3409950"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350" b="1">
                <a:solidFill>
                  <a:srgbClr val="39458F"/>
                </a:solidFill>
                <a:latin typeface="Arial"/>
                <a:ea typeface="Arial"/>
                <a:cs typeface="Arial"/>
              </a:defRPr>
            </a:defPPr>
          </a:lstStyle>
          <a:p xmlns:a="http://schemas.openxmlformats.org/drawingml/2006/main">
            <a:pPr algn="l">
              <a:buNone/>
              <a:defRPr sz="1350" b="1">
                <a:solidFill>
                  <a:srgbClr val="39458F"/>
                </a:solidFill>
                <a:latin typeface="Arial"/>
                <a:ea typeface="Arial"/>
                <a:cs typeface="Arial"/>
              </a:defRPr>
            </a:pPr>
            <a:r>
              <a:rPr sz="1350" b="1">
                <a:solidFill>
                  <a:srgbClr val="39458F"/>
                </a:solidFill>
                <a:latin typeface="Arial"/>
                <a:ea typeface="Arial"/>
                <a:cs typeface="Arial"/>
              </a:rPr>
              <a:t>Truy vết từng cải thiện</a:t>
            </a:r>
          </a:p>
        </p:txBody>
      </p:sp>
      <p:sp>
        <p:nvSpPr>
          <p:cNvPr id="68" name="pitch-text-115">
            <a:extLst xmlns:a="http://schemas.openxmlformats.org/drawingml/2006/main">
              <a:ext uri="{FF2B5EF4-FFF2-40B4-BE49-F238E27FC236}">
                <a16:creationId xmlns:a16="http://schemas.microsoft.com/office/drawing/2014/main" id="{F5D26D54-6B96-4833-AF75-3EBEDE2FDA05}"/>
              </a:ext>
            </a:extLst>
          </p:cNvPr>
          <p:cNvSpPr>
            <a:spLocks xmlns:a="http://schemas.openxmlformats.org/drawingml/2006/main" noGrp="1"/>
          </p:cNvSpPr>
          <p:nvPr/>
        </p:nvSpPr>
        <p:spPr>
          <a:xfrm xmlns:a="http://schemas.openxmlformats.org/drawingml/2006/main">
            <a:off x="4391025" y="5715000"/>
            <a:ext cx="340995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050" b="0">
                <a:solidFill>
                  <a:srgbClr val="617087"/>
                </a:solidFill>
                <a:latin typeface="Arial"/>
                <a:ea typeface="Arial"/>
                <a:cs typeface="Arial"/>
              </a:defRPr>
            </a:defPPr>
          </a:lstStyle>
          <a:p xmlns:a="http://schemas.openxmlformats.org/drawingml/2006/main">
            <a:pPr algn="l">
              <a:buNone/>
              <a:defRPr sz="1050" b="0">
                <a:solidFill>
                  <a:srgbClr val="617087"/>
                </a:solidFill>
                <a:latin typeface="Arial"/>
                <a:ea typeface="Arial"/>
                <a:cs typeface="Arial"/>
              </a:defRPr>
            </a:pPr>
            <a:r>
              <a:rPr sz="1050" b="0">
                <a:solidFill>
                  <a:srgbClr val="617087"/>
                </a:solidFill>
                <a:latin typeface="Arial"/>
                <a:ea typeface="Arial"/>
                <a:cs typeface="Arial"/>
              </a:rPr>
              <a:t>Lỗi gắn với dữ liệu và policy</a:t>
            </a:r>
          </a:p>
        </p:txBody>
      </p:sp>
      <p:sp>
        <p:nvSpPr>
          <p:cNvPr id="69" name="panel-116">
            <a:extLst xmlns:a="http://schemas.openxmlformats.org/drawingml/2006/main">
              <a:ext uri="{FF2B5EF4-FFF2-40B4-BE49-F238E27FC236}">
                <a16:creationId xmlns:a16="http://schemas.microsoft.com/office/drawing/2014/main" id="{F7BD3E56-81E6-4B67-9613-59BC4831AAB9}"/>
              </a:ext>
            </a:extLst>
          </p:cNvPr>
          <p:cNvSpPr>
            <a:spLocks xmlns:a="http://schemas.openxmlformats.org/drawingml/2006/main" noGrp="1"/>
          </p:cNvSpPr>
          <p:nvPr/>
        </p:nvSpPr>
        <p:spPr>
          <a:xfrm xmlns:a="http://schemas.openxmlformats.org/drawingml/2006/main">
            <a:off x="8134350" y="5467350"/>
            <a:ext cx="3600450" cy="409575"/>
          </a:xfrm>
          <a:prstGeom xmlns:a="http://schemas.openxmlformats.org/drawingml/2006/main" prst="roundRect">
            <a:avLst>
              <a:gd name="adj" fmla="val 18605"/>
            </a:avLst>
          </a:prstGeom>
          <a:solidFill xmlns:a="http://schemas.openxmlformats.org/drawingml/2006/main">
            <a:srgbClr val="FFFFFF"/>
          </a:solidFill>
          <a:ln xmlns:a="http://schemas.openxmlformats.org/drawingml/2006/main" w="14288">
            <a:solidFill>
              <a:srgbClr val="D2DCE8"/>
            </a:solidFill>
          </a:ln>
        </p:spPr>
      </p:sp>
      <p:sp>
        <p:nvSpPr>
          <p:cNvPr id="70" name="pitch-text-117">
            <a:extLst xmlns:a="http://schemas.openxmlformats.org/drawingml/2006/main">
              <a:ext uri="{FF2B5EF4-FFF2-40B4-BE49-F238E27FC236}">
                <a16:creationId xmlns:a16="http://schemas.microsoft.com/office/drawing/2014/main" id="{1AC1330D-2025-4AB8-BFA7-CD2F68E87A47}"/>
              </a:ext>
            </a:extLst>
          </p:cNvPr>
          <p:cNvSpPr>
            <a:spLocks xmlns:a="http://schemas.openxmlformats.org/drawingml/2006/main" noGrp="1"/>
          </p:cNvSpPr>
          <p:nvPr/>
        </p:nvSpPr>
        <p:spPr>
          <a:xfrm xmlns:a="http://schemas.openxmlformats.org/drawingml/2006/main">
            <a:off x="8229600" y="5505450"/>
            <a:ext cx="3409950"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350" b="1">
                <a:solidFill>
                  <a:srgbClr val="39458F"/>
                </a:solidFill>
                <a:latin typeface="Arial"/>
                <a:ea typeface="Arial"/>
                <a:cs typeface="Arial"/>
              </a:defRPr>
            </a:defPPr>
          </a:lstStyle>
          <a:p xmlns:a="http://schemas.openxmlformats.org/drawingml/2006/main">
            <a:pPr algn="l">
              <a:buNone/>
              <a:defRPr sz="1350" b="1">
                <a:solidFill>
                  <a:srgbClr val="39458F"/>
                </a:solidFill>
                <a:latin typeface="Arial"/>
                <a:ea typeface="Arial"/>
                <a:cs typeface="Arial"/>
              </a:defRPr>
            </a:pPr>
            <a:r>
              <a:rPr sz="1350" b="1">
                <a:solidFill>
                  <a:srgbClr val="39458F"/>
                </a:solidFill>
                <a:latin typeface="Arial"/>
                <a:ea typeface="Arial"/>
                <a:cs typeface="Arial"/>
              </a:rPr>
              <a:t>Cập nhật có điều kiện</a:t>
            </a:r>
          </a:p>
        </p:txBody>
      </p:sp>
      <p:sp>
        <p:nvSpPr>
          <p:cNvPr id="71" name="pitch-text-118">
            <a:extLst xmlns:a="http://schemas.openxmlformats.org/drawingml/2006/main">
              <a:ext uri="{FF2B5EF4-FFF2-40B4-BE49-F238E27FC236}">
                <a16:creationId xmlns:a16="http://schemas.microsoft.com/office/drawing/2014/main" id="{6975F529-96BF-44A5-A1A5-20E3D061B90A}"/>
              </a:ext>
            </a:extLst>
          </p:cNvPr>
          <p:cNvSpPr>
            <a:spLocks xmlns:a="http://schemas.openxmlformats.org/drawingml/2006/main" noGrp="1"/>
          </p:cNvSpPr>
          <p:nvPr/>
        </p:nvSpPr>
        <p:spPr>
          <a:xfrm xmlns:a="http://schemas.openxmlformats.org/drawingml/2006/main">
            <a:off x="8229600" y="5715000"/>
            <a:ext cx="340995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050" b="0">
                <a:solidFill>
                  <a:srgbClr val="617087"/>
                </a:solidFill>
                <a:latin typeface="Arial"/>
                <a:ea typeface="Arial"/>
                <a:cs typeface="Arial"/>
              </a:defRPr>
            </a:defPPr>
          </a:lstStyle>
          <a:p xmlns:a="http://schemas.openxmlformats.org/drawingml/2006/main">
            <a:pPr algn="l">
              <a:buNone/>
              <a:defRPr sz="1050" b="0">
                <a:solidFill>
                  <a:srgbClr val="617087"/>
                </a:solidFill>
                <a:latin typeface="Arial"/>
                <a:ea typeface="Arial"/>
                <a:cs typeface="Arial"/>
              </a:defRPr>
            </a:pPr>
            <a:r>
              <a:rPr sz="1050" b="0">
                <a:solidFill>
                  <a:srgbClr val="617087"/>
                </a:solidFill>
                <a:latin typeface="Arial"/>
                <a:ea typeface="Arial"/>
                <a:cs typeface="Arial"/>
              </a:rPr>
              <a:t>Đạt chất lượng và hiệu quả đã chốt</a:t>
            </a:r>
          </a:p>
        </p:txBody>
      </p:sp>
    </p:spTree>
    <p:extLst>
      <p:ext uri="{BB962C8B-B14F-4D97-AF65-F5344CB8AC3E}">
        <p14:creationId xmlns:p14="http://schemas.microsoft.com/office/powerpoint/2010/main" val="4191444374"/>
      </p:ext>
    </p:extLst>
  </p:cSld>
</p:sld>
</file>

<file path=ppt/slides/slide6.xml><?xml version="1.0" encoding="utf-8"?>
<p:sld xmlns:p="http://schemas.openxmlformats.org/presentationml/2006/main">
  <p:cSld>
    <p:spTree>
      <p:nvGrpSpPr>
        <p:cNvPr id="1" name=""/>
        <p:cNvGrpSpPr/>
        <p:nvPr/>
      </p:nvGrpSpPr>
      <p:grpSpPr>
        <a:xfrm xmlns:a="http://schemas.openxmlformats.org/drawingml/2006/main"/>
      </p:grpSpPr>
      <p:pic>
        <p:nvPicPr>
          <p:cNvPr id="7" name="Picture 6">
            <a:extLst xmlns:a="http://schemas.openxmlformats.org/drawingml/2006/main">
              <a:ext uri="{FF2B5EF4-FFF2-40B4-BE49-F238E27FC236}">
                <a16:creationId xmlns:a16="http://schemas.microsoft.com/office/drawing/2014/main" id="{63AE3D18-D15A-4852-91F7-DD3833AD7E3C}"/>
              </a:ext>
            </a:extLst>
          </p:cNvPr>
          <p:cNvPicPr>
            <a:picLocks xmlns:a="http://schemas.openxmlformats.org/drawingml/2006/main" noChangeAspect="1"/>
          </p:cNvPicPr>
          <p:nvPr/>
        </p:nvPicPr>
        <p:blipFill>
          <a:blip xmlns:r="http://schemas.openxmlformats.org/officeDocument/2006/relationships" xmlns:a="http://schemas.openxmlformats.org/drawingml/2006/main" r:embed="R1c78036cb9754bfb"/>
          <a:srcRect xmlns:a="http://schemas.openxmlformats.org/drawingml/2006/main" l="0" t="32804" r="0" b="51587"/>
          <a:stretch xmlns:a="http://schemas.openxmlformats.org/drawingml/2006/main">
            <a:fillRect l="0" t="0" r="0" b="0"/>
          </a:stretch>
        </p:blipFill>
        <p:spPr>
          <a:xfrm xmlns:a="http://schemas.openxmlformats.org/drawingml/2006/main">
            <a:off x="0" y="5987142"/>
            <a:ext cx="12191999" cy="870861"/>
          </a:xfrm>
          <a:prstGeom xmlns:a="http://schemas.openxmlformats.org/drawingml/2006/main" prst="rect">
            <a:avLst/>
          </a:prstGeom>
        </p:spPr>
      </p:pic>
      <p:sp>
        <p:nvSpPr>
          <p:cNvPr id="2" name="Title 1">
            <a:extLst xmlns:a="http://schemas.openxmlformats.org/drawingml/2006/main">
              <a:ext uri="{FF2B5EF4-FFF2-40B4-BE49-F238E27FC236}">
                <a16:creationId xmlns:a16="http://schemas.microsoft.com/office/drawing/2014/main" id="{3971B769-F908-4ADA-9923-670E56570CBF}"/>
              </a:ext>
            </a:extLst>
          </p:cNvPr>
          <p:cNvSpPr>
            <a:spLocks xmlns:a="http://schemas.openxmlformats.org/drawingml/2006/main" noGrp="1"/>
          </p:cNvSpPr>
          <p:nvPr>
            <p:ph type="title" idx="0"/>
          </p:nvPr>
        </p:nvSpPr>
        <p:spPr>
          <a:xfrm xmlns:a="http://schemas.openxmlformats.org/drawingml/2006/main">
            <a:off x="5762625" y="200025"/>
            <a:ext cx="6096000" cy="866775"/>
          </a:xfrm>
          <a:prstGeom xmlns:a="http://schemas.openxmlformats.org/drawingml/2006/main" prst="rect">
            <a:avLst/>
          </a:prstGeom>
        </p:spPr>
        <p:txBody>
          <a:bodyPr xmlns:a="http://schemas.openxmlformats.org/drawingml/2006/main" wrap="square" lIns="0" tIns="0" rIns="0" bIns="0" anchor="ctr">
            <a:noAutofit/>
          </a:bodyPr>
          <a:lstStyle xmlns:a="http://schemas.openxmlformats.org/drawingml/2006/main">
            <a:defPPr algn="ctr">
              <a:defRPr sz="3600" b="1">
                <a:solidFill>
                  <a:srgbClr val="FFFFFF"/>
                </a:solidFill>
                <a:latin typeface="Times New Roman"/>
                <a:ea typeface="Times New Roman"/>
                <a:cs typeface="Times New Roman"/>
              </a:defRPr>
            </a:defPPr>
          </a:lstStyle>
          <a:p xmlns:a="http://schemas.openxmlformats.org/drawingml/2006/main">
            <a:pPr algn="ctr">
              <a:buNone/>
              <a:defRPr sz="3600" b="1">
                <a:solidFill>
                  <a:srgbClr val="FFFFFF"/>
                </a:solidFill>
                <a:latin typeface="Times New Roman"/>
                <a:ea typeface="Times New Roman"/>
                <a:cs typeface="Times New Roman"/>
              </a:defRPr>
            </a:pPr>
            <a:r>
              <a:rPr sz="3600" b="1">
                <a:solidFill>
                  <a:srgbClr val="FFFFFF"/>
                </a:solidFill>
                <a:latin typeface="Times New Roman"/>
                <a:ea typeface="Times New Roman"/>
                <a:cs typeface="Times New Roman"/>
              </a:rPr>
              <a:t>Dữ liệu và huấn luyện</a:t>
            </a:r>
          </a:p>
        </p:txBody>
      </p:sp>
      <p:sp>
        <p:nvSpPr>
          <p:cNvPr id="4" name="Shape 28">
            <a:extLst xmlns:a="http://schemas.openxmlformats.org/drawingml/2006/main">
              <a:ext uri="{FF2B5EF4-FFF2-40B4-BE49-F238E27FC236}">
                <a16:creationId xmlns:a16="http://schemas.microsoft.com/office/drawing/2014/main" id="{D8CCF9ED-FD98-B255-B5CA-9D20D19AD25E}"/>
              </a:ext>
            </a:extLst>
          </p:cNvPr>
          <p:cNvSpPr>
            <a:spLocks xmlns:a="http://schemas.openxmlformats.org/drawingml/2006/main" noGrp="1"/>
          </p:cNvSpPr>
          <p:nvPr/>
        </p:nvSpPr>
        <p:spPr>
          <a:xfrm xmlns:a="http://schemas.openxmlformats.org/drawingml/2006/main">
            <a:off x="165652" y="6082284"/>
            <a:ext cx="45720" cy="585216"/>
          </a:xfrm>
          <a:prstGeom xmlns:a="http://schemas.openxmlformats.org/drawingml/2006/main" prst="rect">
            <a:avLst/>
          </a:prstGeom>
          <a:solidFill xmlns:a="http://schemas.openxmlformats.org/drawingml/2006/main">
            <a:srgbClr val="30D158"/>
          </a:solidFill>
          <a:ln xmlns:a="http://schemas.openxmlformats.org/drawingml/2006/main" w="12700">
            <a:solidFill>
              <a:srgbClr val="30D158"/>
            </a:solidFill>
            <a:prstDash val="solid"/>
          </a:ln>
        </p:spPr>
        <p:txBody>
          <a:bodyPr xmlns:a="http://schemas.openxmlformats.org/drawingml/2006/main"/>
          <a:lstStyle xmlns:a="http://schemas.openxmlformats.org/drawingml/2006/main"/>
          <a:p xmlns:a="http://schemas.openxmlformats.org/drawingml/2006/main">
            <a:endParaRPr/>
          </a:p>
        </p:txBody>
      </p:sp>
      <p:sp>
        <p:nvSpPr>
          <p:cNvPr id="5" name="Text 29">
            <a:extLst xmlns:a="http://schemas.openxmlformats.org/drawingml/2006/main">
              <a:ext uri="{FF2B5EF4-FFF2-40B4-BE49-F238E27FC236}">
                <a16:creationId xmlns:a16="http://schemas.microsoft.com/office/drawing/2014/main" id="{34AD7C9C-83B3-7468-F478-761E84A3970E}"/>
              </a:ext>
            </a:extLst>
          </p:cNvPr>
          <p:cNvSpPr>
            <a:spLocks xmlns:a="http://schemas.openxmlformats.org/drawingml/2006/main" noGrp="1"/>
          </p:cNvSpPr>
          <p:nvPr/>
        </p:nvSpPr>
        <p:spPr>
          <a:xfrm xmlns:a="http://schemas.openxmlformats.org/drawingml/2006/main">
            <a:off x="323850" y="6076950"/>
            <a:ext cx="10477500" cy="209550"/>
          </a:xfrm>
          <a:prstGeom xmlns:a="http://schemas.openxmlformats.org/drawingml/2006/main" prst="rect">
            <a:avLst/>
          </a:prstGeom>
          <a:noFill xmlns:a="http://schemas.openxmlformats.org/drawingml/2006/main"/>
        </p:spPr>
        <p:txBody>
          <a:bodyPr xmlns:a="http://schemas.openxmlformats.org/drawingml/2006/main" wrap="square" lIns="0" tIns="0" rIns="0" bIns="0" anchor="ctr">
            <a:noAutofit/>
          </a:bodyPr>
          <a:lstStyle xmlns:a="http://schemas.openxmlformats.org/drawingml/2006/main">
            <a:defPPr algn="l">
              <a:defRPr sz="1200" b="1">
                <a:solidFill>
                  <a:srgbClr val="FFFFFF"/>
                </a:solidFill>
                <a:latin typeface="Arial"/>
                <a:ea typeface="Arial"/>
                <a:cs typeface="Arial"/>
              </a:defRPr>
            </a:defPPr>
          </a:lstStyle>
          <a:p xmlns:a="http://schemas.openxmlformats.org/drawingml/2006/main">
            <a:pPr marL="0" indent="0" algn="l">
              <a:buNone/>
              <a:defRPr sz="1200" b="1">
                <a:solidFill>
                  <a:srgbClr val="FFFFFF"/>
                </a:solidFill>
                <a:latin typeface="Arial"/>
                <a:ea typeface="Arial"/>
                <a:cs typeface="Arial"/>
              </a:defRPr>
            </a:pPr>
            <a:r>
              <a:rPr sz="1200" b="1">
                <a:solidFill>
                  <a:srgbClr val="FFFFFF"/>
                </a:solidFill>
                <a:latin typeface="Arial"/>
                <a:ea typeface="Arial"/>
                <a:cs typeface="Arial"/>
              </a:rPr>
              <a:t>Notice:</a:t>
            </a:r>
            <a:endParaRPr sz="1100">
              <a:solidFill>
                <a:schemeClr val="bg1"/>
              </a:solidFill>
              <a:latin typeface="Arial"/>
              <a:ea typeface="Arial"/>
              <a:cs typeface="Arial"/>
            </a:endParaRPr>
          </a:p>
        </p:txBody>
      </p:sp>
      <p:sp>
        <p:nvSpPr>
          <p:cNvPr id="6" name="Text 30">
            <a:extLst xmlns:a="http://schemas.openxmlformats.org/drawingml/2006/main">
              <a:ext uri="{FF2B5EF4-FFF2-40B4-BE49-F238E27FC236}">
                <a16:creationId xmlns:a16="http://schemas.microsoft.com/office/drawing/2014/main" id="{0C14B9B7-7998-C0FF-39FD-2729A3461148}"/>
              </a:ext>
            </a:extLst>
          </p:cNvPr>
          <p:cNvSpPr>
            <a:spLocks xmlns:a="http://schemas.openxmlformats.org/drawingml/2006/main" noGrp="1"/>
          </p:cNvSpPr>
          <p:nvPr/>
        </p:nvSpPr>
        <p:spPr>
          <a:xfrm xmlns:a="http://schemas.openxmlformats.org/drawingml/2006/main">
            <a:off x="323850" y="6315075"/>
            <a:ext cx="10858500" cy="400050"/>
          </a:xfrm>
          <a:prstGeom xmlns:a="http://schemas.openxmlformats.org/drawingml/2006/main" prst="rect">
            <a:avLst/>
          </a:prstGeom>
          <a:noFill xmlns:a="http://schemas.openxmlformats.org/drawingml/2006/main"/>
        </p:spPr>
        <p:txBody>
          <a:bodyPr xmlns:a="http://schemas.openxmlformats.org/drawingml/2006/main" wrap="square" lIns="0" tIns="0" rIns="0" bIns="0" anchor="ctr">
            <a:noAutofit/>
          </a:bodyPr>
          <a:lstStyle xmlns:a="http://schemas.openxmlformats.org/drawingml/2006/main">
            <a:defPPr algn="l">
              <a:defRPr sz="1050" b="0">
                <a:solidFill>
                  <a:srgbClr val="FFFFFF"/>
                </a:solidFill>
                <a:latin typeface="Arial"/>
                <a:ea typeface="Arial"/>
                <a:cs typeface="Arial"/>
              </a:defRPr>
            </a:defPPr>
          </a:lstStyle>
          <a:p xmlns:a="http://schemas.openxmlformats.org/drawingml/2006/main">
            <a:pPr algn="l">
              <a:buNone/>
              <a:defRPr sz="1050" b="0">
                <a:solidFill>
                  <a:srgbClr val="FFFFFF"/>
                </a:solidFill>
                <a:latin typeface="Arial"/>
                <a:ea typeface="Arial"/>
                <a:cs typeface="Arial"/>
              </a:defRPr>
            </a:pPr>
            <a:r>
              <a:rPr sz="1050" b="0">
                <a:solidFill>
                  <a:srgbClr val="FFFFFF"/>
                </a:solidFill>
                <a:latin typeface="Arial"/>
                <a:ea typeface="Arial"/>
                <a:cs typeface="Arial"/>
              </a:rPr>
              <a:t>Trình bày giải pháp để giải quyết được pain point</a:t>
            </a:r>
          </a:p>
          <a:p xmlns:a="http://schemas.openxmlformats.org/drawingml/2006/main">
            <a:pPr algn="l">
              <a:buNone/>
              <a:defRPr sz="1050" b="0">
                <a:solidFill>
                  <a:srgbClr val="FFFFFF"/>
                </a:solidFill>
                <a:latin typeface="Arial"/>
                <a:ea typeface="Arial"/>
                <a:cs typeface="Arial"/>
              </a:defRPr>
            </a:pPr>
            <a:r>
              <a:rPr sz="1050" b="0">
                <a:solidFill>
                  <a:srgbClr val="FFFFFF"/>
                </a:solidFill>
                <a:latin typeface="Arial"/>
                <a:ea typeface="Arial"/>
                <a:cs typeface="Arial"/>
              </a:rPr>
              <a:t>Điểm mới/ vượt trội của giải pháp này so với các giải pháp hiện có là gì?</a:t>
            </a:r>
          </a:p>
        </p:txBody>
      </p:sp>
      <p:sp>
        <p:nvSpPr>
          <p:cNvPr id="8" name="pitch-text-169">
            <a:extLst xmlns:a="http://schemas.openxmlformats.org/drawingml/2006/main">
              <a:ext uri="{FF2B5EF4-FFF2-40B4-BE49-F238E27FC236}">
                <a16:creationId xmlns:a16="http://schemas.microsoft.com/office/drawing/2014/main" id="{87401817-8755-4F75-9C9D-FA8788476BE6}"/>
              </a:ext>
            </a:extLst>
          </p:cNvPr>
          <p:cNvSpPr>
            <a:spLocks xmlns:a="http://schemas.openxmlformats.org/drawingml/2006/main" noGrp="1"/>
          </p:cNvSpPr>
          <p:nvPr/>
        </p:nvSpPr>
        <p:spPr>
          <a:xfrm xmlns:a="http://schemas.openxmlformats.org/drawingml/2006/main">
            <a:off x="409575" y="1438275"/>
            <a:ext cx="113728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875" b="1">
                <a:solidFill>
                  <a:srgbClr val="20245F"/>
                </a:solidFill>
                <a:latin typeface="Arial"/>
                <a:ea typeface="Arial"/>
                <a:cs typeface="Arial"/>
              </a:defRPr>
            </a:defPPr>
          </a:lstStyle>
          <a:p xmlns:a="http://schemas.openxmlformats.org/drawingml/2006/main">
            <a:pPr algn="l">
              <a:buNone/>
              <a:defRPr sz="1875" b="1">
                <a:solidFill>
                  <a:srgbClr val="20245F"/>
                </a:solidFill>
                <a:latin typeface="Arial"/>
                <a:ea typeface="Arial"/>
                <a:cs typeface="Arial"/>
              </a:defRPr>
            </a:pPr>
            <a:r>
              <a:rPr sz="1875" b="1">
                <a:solidFill>
                  <a:srgbClr val="20245F"/>
                </a:solidFill>
                <a:latin typeface="Arial"/>
                <a:ea typeface="Arial"/>
                <a:cs typeface="Arial"/>
              </a:rPr>
              <a:t>Human học biểu diễn, teleop dạy hành động, sim bổ sung tình huống</a:t>
            </a:r>
          </a:p>
        </p:txBody>
      </p:sp>
      <p:pic>
        <p:nvPicPr>
          <p:cNvPr id="9" name="">
            <a:extLst xmlns:a="http://schemas.openxmlformats.org/drawingml/2006/main">
              <a:ext uri="{FF2B5EF4-FFF2-40B4-BE49-F238E27FC236}">
                <a16:creationId xmlns:a16="http://schemas.microsoft.com/office/drawing/2014/main" id="{42D6AB63-E5B9-4180-A324-A767300D6592}"/>
              </a:ext>
            </a:extLst>
          </p:cNvPr>
          <p:cNvPicPr>
            <a:picLocks xmlns:a="http://schemas.openxmlformats.org/drawingml/2006/main" noChangeAspect="1"/>
          </p:cNvPicPr>
          <p:nvPr/>
        </p:nvPicPr>
        <p:blipFill>
          <a:blip xmlns:r="http://schemas.openxmlformats.org/officeDocument/2006/relationships" xmlns:a="http://schemas.openxmlformats.org/drawingml/2006/main" r:embed="R6e31e83847284025"/>
          <a:stretch xmlns:a="http://schemas.openxmlformats.org/drawingml/2006/main"/>
        </p:blipFill>
        <p:spPr>
          <a:xfrm xmlns:a="http://schemas.openxmlformats.org/drawingml/2006/main">
            <a:off x="409575" y="1953835"/>
            <a:ext cx="11372850" cy="2902706"/>
          </a:xfrm>
          <a:prstGeom xmlns:a="http://schemas.openxmlformats.org/drawingml/2006/main" prst="rect">
            <a:avLst/>
          </a:prstGeom>
        </p:spPr>
      </p:pic>
      <p:sp>
        <p:nvSpPr>
          <p:cNvPr id="10" name="pitch-text-170">
            <a:extLst xmlns:a="http://schemas.openxmlformats.org/drawingml/2006/main">
              <a:ext uri="{FF2B5EF4-FFF2-40B4-BE49-F238E27FC236}">
                <a16:creationId xmlns:a16="http://schemas.microsoft.com/office/drawing/2014/main" id="{DD9B0B1F-CEC3-4688-8E2E-3DF978832560}"/>
              </a:ext>
            </a:extLst>
          </p:cNvPr>
          <p:cNvSpPr>
            <a:spLocks xmlns:a="http://schemas.openxmlformats.org/drawingml/2006/main" noGrp="1"/>
          </p:cNvSpPr>
          <p:nvPr/>
        </p:nvSpPr>
        <p:spPr>
          <a:xfrm xmlns:a="http://schemas.openxmlformats.org/drawingml/2006/main">
            <a:off x="409575" y="5000625"/>
            <a:ext cx="36004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425" b="1">
                <a:solidFill>
                  <a:srgbClr val="39458F"/>
                </a:solidFill>
                <a:latin typeface="Arial"/>
                <a:ea typeface="Arial"/>
                <a:cs typeface="Arial"/>
              </a:defRPr>
            </a:defPPr>
          </a:lstStyle>
          <a:p xmlns:a="http://schemas.openxmlformats.org/drawingml/2006/main">
            <a:pPr algn="l">
              <a:buNone/>
              <a:defRPr sz="1425" b="1">
                <a:solidFill>
                  <a:srgbClr val="39458F"/>
                </a:solidFill>
                <a:latin typeface="Arial"/>
                <a:ea typeface="Arial"/>
                <a:cs typeface="Arial"/>
              </a:defRPr>
            </a:pPr>
            <a:r>
              <a:rPr sz="1425" b="1">
                <a:solidFill>
                  <a:srgbClr val="39458F"/>
                </a:solidFill>
                <a:latin typeface="Arial"/>
                <a:ea typeface="Arial"/>
                <a:cs typeface="Arial"/>
              </a:rPr>
              <a:t>HUMAN EGO</a:t>
            </a:r>
          </a:p>
        </p:txBody>
      </p:sp>
      <p:sp>
        <p:nvSpPr>
          <p:cNvPr id="11" name="pitch-text-171">
            <a:extLst xmlns:a="http://schemas.openxmlformats.org/drawingml/2006/main">
              <a:ext uri="{FF2B5EF4-FFF2-40B4-BE49-F238E27FC236}">
                <a16:creationId xmlns:a16="http://schemas.microsoft.com/office/drawing/2014/main" id="{840C5FBC-B192-4A66-BDAA-47C5B3C3FB17}"/>
              </a:ext>
            </a:extLst>
          </p:cNvPr>
          <p:cNvSpPr>
            <a:spLocks xmlns:a="http://schemas.openxmlformats.org/drawingml/2006/main" noGrp="1"/>
          </p:cNvSpPr>
          <p:nvPr/>
        </p:nvSpPr>
        <p:spPr>
          <a:xfrm xmlns:a="http://schemas.openxmlformats.org/drawingml/2006/main">
            <a:off x="409575" y="5286375"/>
            <a:ext cx="36004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875" b="1">
                <a:solidFill>
                  <a:srgbClr val="222C4C"/>
                </a:solidFill>
                <a:latin typeface="Arial"/>
                <a:ea typeface="Arial"/>
                <a:cs typeface="Arial"/>
              </a:defRPr>
            </a:defPPr>
          </a:lstStyle>
          <a:p xmlns:a="http://schemas.openxmlformats.org/drawingml/2006/main">
            <a:pPr algn="l">
              <a:buNone/>
              <a:defRPr sz="1875" b="1">
                <a:solidFill>
                  <a:srgbClr val="222C4C"/>
                </a:solidFill>
                <a:latin typeface="Arial"/>
                <a:ea typeface="Arial"/>
                <a:cs typeface="Arial"/>
              </a:defRPr>
            </a:pPr>
            <a:r>
              <a:rPr sz="1875" b="1">
                <a:solidFill>
                  <a:srgbClr val="222C4C"/>
                </a:solidFill>
                <a:latin typeface="Arial"/>
                <a:ea typeface="Arial"/>
                <a:cs typeface="Arial"/>
              </a:rPr>
              <a:t>Prior từ checkpoint</a:t>
            </a:r>
          </a:p>
        </p:txBody>
      </p:sp>
      <p:sp>
        <p:nvSpPr>
          <p:cNvPr id="12" name="pitch-text-172">
            <a:extLst xmlns:a="http://schemas.openxmlformats.org/drawingml/2006/main">
              <a:ext uri="{FF2B5EF4-FFF2-40B4-BE49-F238E27FC236}">
                <a16:creationId xmlns:a16="http://schemas.microsoft.com/office/drawing/2014/main" id="{EDCA14EF-6B9D-4275-ACFE-A82B56098DEE}"/>
              </a:ext>
            </a:extLst>
          </p:cNvPr>
          <p:cNvSpPr>
            <a:spLocks xmlns:a="http://schemas.openxmlformats.org/drawingml/2006/main" noGrp="1"/>
          </p:cNvSpPr>
          <p:nvPr/>
        </p:nvSpPr>
        <p:spPr>
          <a:xfrm xmlns:a="http://schemas.openxmlformats.org/drawingml/2006/main">
            <a:off x="409575" y="5619750"/>
            <a:ext cx="36004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350" b="0">
                <a:solidFill>
                  <a:srgbClr val="617087"/>
                </a:solidFill>
                <a:latin typeface="Arial"/>
                <a:ea typeface="Arial"/>
                <a:cs typeface="Arial"/>
              </a:defRPr>
            </a:defPPr>
          </a:lstStyle>
          <a:p xmlns:a="http://schemas.openxmlformats.org/drawingml/2006/main">
            <a:pPr algn="l">
              <a:buNone/>
              <a:defRPr sz="1350" b="0">
                <a:solidFill>
                  <a:srgbClr val="617087"/>
                </a:solidFill>
                <a:latin typeface="Arial"/>
                <a:ea typeface="Arial"/>
                <a:cs typeface="Arial"/>
              </a:defRPr>
            </a:pPr>
            <a:r>
              <a:rPr sz="1350" b="0">
                <a:solidFill>
                  <a:srgbClr val="617087"/>
                </a:solidFill>
                <a:latin typeface="Arial"/>
                <a:ea typeface="Arial"/>
                <a:cs typeface="Arial"/>
              </a:rPr>
              <a:t>RGB có pose / token</a:t>
            </a:r>
          </a:p>
        </p:txBody>
      </p:sp>
      <p:sp>
        <p:nvSpPr>
          <p:cNvPr id="13" name="pitch-text-173">
            <a:extLst xmlns:a="http://schemas.openxmlformats.org/drawingml/2006/main">
              <a:ext uri="{FF2B5EF4-FFF2-40B4-BE49-F238E27FC236}">
                <a16:creationId xmlns:a16="http://schemas.microsoft.com/office/drawing/2014/main" id="{D00064E1-C2A6-4301-B639-A00758897503}"/>
              </a:ext>
            </a:extLst>
          </p:cNvPr>
          <p:cNvSpPr>
            <a:spLocks xmlns:a="http://schemas.openxmlformats.org/drawingml/2006/main" noGrp="1"/>
          </p:cNvSpPr>
          <p:nvPr/>
        </p:nvSpPr>
        <p:spPr>
          <a:xfrm xmlns:a="http://schemas.openxmlformats.org/drawingml/2006/main">
            <a:off x="4257675" y="5000625"/>
            <a:ext cx="36004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425" b="1">
                <a:solidFill>
                  <a:srgbClr val="39458F"/>
                </a:solidFill>
                <a:latin typeface="Arial"/>
                <a:ea typeface="Arial"/>
                <a:cs typeface="Arial"/>
              </a:defRPr>
            </a:defPPr>
          </a:lstStyle>
          <a:p xmlns:a="http://schemas.openxmlformats.org/drawingml/2006/main">
            <a:pPr algn="l">
              <a:buNone/>
              <a:defRPr sz="1425" b="1">
                <a:solidFill>
                  <a:srgbClr val="39458F"/>
                </a:solidFill>
                <a:latin typeface="Arial"/>
                <a:ea typeface="Arial"/>
                <a:cs typeface="Arial"/>
              </a:defRPr>
            </a:pPr>
            <a:r>
              <a:rPr sz="1425" b="1">
                <a:solidFill>
                  <a:srgbClr val="39458F"/>
                </a:solidFill>
                <a:latin typeface="Arial"/>
                <a:ea typeface="Arial"/>
                <a:cs typeface="Arial"/>
              </a:rPr>
              <a:t>ROBOT TELEOP</a:t>
            </a:r>
          </a:p>
        </p:txBody>
      </p:sp>
      <p:sp>
        <p:nvSpPr>
          <p:cNvPr id="14" name="pitch-text-174">
            <a:extLst xmlns:a="http://schemas.openxmlformats.org/drawingml/2006/main">
              <a:ext uri="{FF2B5EF4-FFF2-40B4-BE49-F238E27FC236}">
                <a16:creationId xmlns:a16="http://schemas.microsoft.com/office/drawing/2014/main" id="{BBAA5167-520B-4245-AEE9-4EC358170432}"/>
              </a:ext>
            </a:extLst>
          </p:cNvPr>
          <p:cNvSpPr>
            <a:spLocks xmlns:a="http://schemas.openxmlformats.org/drawingml/2006/main" noGrp="1"/>
          </p:cNvSpPr>
          <p:nvPr/>
        </p:nvSpPr>
        <p:spPr>
          <a:xfrm xmlns:a="http://schemas.openxmlformats.org/drawingml/2006/main">
            <a:off x="4257675" y="5286375"/>
            <a:ext cx="36004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875" b="1">
                <a:solidFill>
                  <a:srgbClr val="222C4C"/>
                </a:solidFill>
                <a:latin typeface="Arial"/>
                <a:ea typeface="Arial"/>
                <a:cs typeface="Arial"/>
              </a:defRPr>
            </a:defPPr>
          </a:lstStyle>
          <a:p xmlns:a="http://schemas.openxmlformats.org/drawingml/2006/main">
            <a:pPr algn="l">
              <a:buNone/>
              <a:defRPr sz="1875" b="1">
                <a:solidFill>
                  <a:srgbClr val="222C4C"/>
                </a:solidFill>
                <a:latin typeface="Arial"/>
                <a:ea typeface="Arial"/>
                <a:cs typeface="Arial"/>
              </a:defRPr>
            </a:pPr>
            <a:r>
              <a:rPr sz="1875" b="1">
                <a:solidFill>
                  <a:srgbClr val="222C4C"/>
                </a:solidFill>
                <a:latin typeface="Arial"/>
                <a:ea typeface="Arial"/>
                <a:cs typeface="Arial"/>
              </a:rPr>
              <a:t>Học hành động task</a:t>
            </a:r>
          </a:p>
        </p:txBody>
      </p:sp>
      <p:sp>
        <p:nvSpPr>
          <p:cNvPr id="15" name="pitch-text-175">
            <a:extLst xmlns:a="http://schemas.openxmlformats.org/drawingml/2006/main">
              <a:ext uri="{FF2B5EF4-FFF2-40B4-BE49-F238E27FC236}">
                <a16:creationId xmlns:a16="http://schemas.microsoft.com/office/drawing/2014/main" id="{BECEEECE-887B-4232-B942-C74916CB1595}"/>
              </a:ext>
            </a:extLst>
          </p:cNvPr>
          <p:cNvSpPr>
            <a:spLocks xmlns:a="http://schemas.openxmlformats.org/drawingml/2006/main" noGrp="1"/>
          </p:cNvSpPr>
          <p:nvPr/>
        </p:nvSpPr>
        <p:spPr>
          <a:xfrm xmlns:a="http://schemas.openxmlformats.org/drawingml/2006/main">
            <a:off x="4257675" y="5619750"/>
            <a:ext cx="36004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350" b="0">
                <a:solidFill>
                  <a:srgbClr val="617087"/>
                </a:solidFill>
                <a:latin typeface="Arial"/>
                <a:ea typeface="Arial"/>
                <a:cs typeface="Arial"/>
              </a:defRPr>
            </a:defPPr>
          </a:lstStyle>
          <a:p xmlns:a="http://schemas.openxmlformats.org/drawingml/2006/main">
            <a:pPr algn="l">
              <a:buNone/>
              <a:defRPr sz="1350" b="0">
                <a:solidFill>
                  <a:srgbClr val="617087"/>
                </a:solidFill>
                <a:latin typeface="Arial"/>
                <a:ea typeface="Arial"/>
                <a:cs typeface="Arial"/>
              </a:defRPr>
            </a:pPr>
            <a:r>
              <a:rPr sz="1350" b="0">
                <a:solidFill>
                  <a:srgbClr val="617087"/>
                </a:solidFill>
                <a:latin typeface="Arial"/>
                <a:ea typeface="Arial"/>
                <a:cs typeface="Arial"/>
              </a:rPr>
              <a:t>RGB + state + action</a:t>
            </a:r>
          </a:p>
        </p:txBody>
      </p:sp>
      <p:sp>
        <p:nvSpPr>
          <p:cNvPr id="16" name="pitch-text-176">
            <a:extLst xmlns:a="http://schemas.openxmlformats.org/drawingml/2006/main">
              <a:ext uri="{FF2B5EF4-FFF2-40B4-BE49-F238E27FC236}">
                <a16:creationId xmlns:a16="http://schemas.microsoft.com/office/drawing/2014/main" id="{65704614-5098-4BDE-80CA-4BFBB07B61A7}"/>
              </a:ext>
            </a:extLst>
          </p:cNvPr>
          <p:cNvSpPr>
            <a:spLocks xmlns:a="http://schemas.openxmlformats.org/drawingml/2006/main" noGrp="1"/>
          </p:cNvSpPr>
          <p:nvPr/>
        </p:nvSpPr>
        <p:spPr>
          <a:xfrm xmlns:a="http://schemas.openxmlformats.org/drawingml/2006/main">
            <a:off x="8105775" y="5000625"/>
            <a:ext cx="36004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425" b="1">
                <a:solidFill>
                  <a:srgbClr val="12833E"/>
                </a:solidFill>
                <a:latin typeface="Arial"/>
                <a:ea typeface="Arial"/>
                <a:cs typeface="Arial"/>
              </a:defRPr>
            </a:defPPr>
          </a:lstStyle>
          <a:p xmlns:a="http://schemas.openxmlformats.org/drawingml/2006/main">
            <a:pPr algn="l">
              <a:buNone/>
              <a:defRPr sz="1425" b="1">
                <a:solidFill>
                  <a:srgbClr val="12833E"/>
                </a:solidFill>
                <a:latin typeface="Arial"/>
                <a:ea typeface="Arial"/>
                <a:cs typeface="Arial"/>
              </a:defRPr>
            </a:pPr>
            <a:r>
              <a:rPr sz="1425" b="1">
                <a:solidFill>
                  <a:srgbClr val="12833E"/>
                </a:solidFill>
                <a:latin typeface="Arial"/>
                <a:ea typeface="Arial"/>
                <a:cs typeface="Arial"/>
              </a:rPr>
              <a:t>SYNTHETIC TRONG SIM</a:t>
            </a:r>
          </a:p>
        </p:txBody>
      </p:sp>
      <p:sp>
        <p:nvSpPr>
          <p:cNvPr id="17" name="pitch-text-177">
            <a:extLst xmlns:a="http://schemas.openxmlformats.org/drawingml/2006/main">
              <a:ext uri="{FF2B5EF4-FFF2-40B4-BE49-F238E27FC236}">
                <a16:creationId xmlns:a16="http://schemas.microsoft.com/office/drawing/2014/main" id="{DEFFF310-500C-45FF-838F-7DCF14081F5A}"/>
              </a:ext>
            </a:extLst>
          </p:cNvPr>
          <p:cNvSpPr>
            <a:spLocks xmlns:a="http://schemas.openxmlformats.org/drawingml/2006/main" noGrp="1"/>
          </p:cNvSpPr>
          <p:nvPr/>
        </p:nvSpPr>
        <p:spPr>
          <a:xfrm xmlns:a="http://schemas.openxmlformats.org/drawingml/2006/main">
            <a:off x="8105775" y="5286375"/>
            <a:ext cx="36004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875" b="1">
                <a:solidFill>
                  <a:srgbClr val="222C4C"/>
                </a:solidFill>
                <a:latin typeface="Arial"/>
                <a:ea typeface="Arial"/>
                <a:cs typeface="Arial"/>
              </a:defRPr>
            </a:defPPr>
          </a:lstStyle>
          <a:p xmlns:a="http://schemas.openxmlformats.org/drawingml/2006/main">
            <a:pPr algn="l">
              <a:buNone/>
              <a:defRPr sz="1875" b="1">
                <a:solidFill>
                  <a:srgbClr val="222C4C"/>
                </a:solidFill>
                <a:latin typeface="Arial"/>
                <a:ea typeface="Arial"/>
                <a:cs typeface="Arial"/>
              </a:defRPr>
            </a:pPr>
            <a:r>
              <a:rPr sz="1875" b="1">
                <a:solidFill>
                  <a:srgbClr val="222C4C"/>
                </a:solidFill>
                <a:latin typeface="Arial"/>
                <a:ea typeface="Arial"/>
                <a:cs typeface="Arial"/>
              </a:rPr>
              <a:t>Bổ sung fine-tune task</a:t>
            </a:r>
          </a:p>
        </p:txBody>
      </p:sp>
      <p:sp>
        <p:nvSpPr>
          <p:cNvPr id="18" name="pitch-text-178">
            <a:extLst xmlns:a="http://schemas.openxmlformats.org/drawingml/2006/main">
              <a:ext uri="{FF2B5EF4-FFF2-40B4-BE49-F238E27FC236}">
                <a16:creationId xmlns:a16="http://schemas.microsoft.com/office/drawing/2014/main" id="{92FDD831-0144-47BD-A3F2-B6C43E360868}"/>
              </a:ext>
            </a:extLst>
          </p:cNvPr>
          <p:cNvSpPr>
            <a:spLocks xmlns:a="http://schemas.openxmlformats.org/drawingml/2006/main" noGrp="1"/>
          </p:cNvSpPr>
          <p:nvPr/>
        </p:nvSpPr>
        <p:spPr>
          <a:xfrm xmlns:a="http://schemas.openxmlformats.org/drawingml/2006/main">
            <a:off x="8105775" y="5619750"/>
            <a:ext cx="36004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350" b="0">
                <a:solidFill>
                  <a:srgbClr val="617087"/>
                </a:solidFill>
                <a:latin typeface="Arial"/>
                <a:ea typeface="Arial"/>
                <a:cs typeface="Arial"/>
              </a:defRPr>
            </a:defPPr>
          </a:lstStyle>
          <a:p xmlns:a="http://schemas.openxmlformats.org/drawingml/2006/main">
            <a:pPr algn="l">
              <a:buNone/>
              <a:defRPr sz="1350" b="0">
                <a:solidFill>
                  <a:srgbClr val="617087"/>
                </a:solidFill>
                <a:latin typeface="Arial"/>
                <a:ea typeface="Arial"/>
                <a:cs typeface="Arial"/>
              </a:defRPr>
            </a:pPr>
            <a:r>
              <a:rPr sz="1350" b="0">
                <a:solidFill>
                  <a:srgbClr val="617087"/>
                </a:solidFill>
                <a:latin typeface="Arial"/>
                <a:ea typeface="Arial"/>
                <a:cs typeface="Arial"/>
              </a:rPr>
              <a:t>Cùng schema, đạt QA</a:t>
            </a:r>
          </a:p>
        </p:txBody>
      </p:sp>
      <p:sp>
        <p:nvSpPr>
          <p:cNvPr id="19" name="pitch-text-179">
            <a:extLst xmlns:a="http://schemas.openxmlformats.org/drawingml/2006/main">
              <a:ext uri="{FF2B5EF4-FFF2-40B4-BE49-F238E27FC236}">
                <a16:creationId xmlns:a16="http://schemas.microsoft.com/office/drawing/2014/main" id="{AD857206-4E94-49E9-A40B-AE271B84D77E}"/>
              </a:ext>
            </a:extLst>
          </p:cNvPr>
          <p:cNvSpPr>
            <a:spLocks xmlns:a="http://schemas.openxmlformats.org/drawingml/2006/main" noGrp="1"/>
          </p:cNvSpPr>
          <p:nvPr/>
        </p:nvSpPr>
        <p:spPr>
          <a:xfrm xmlns:a="http://schemas.openxmlformats.org/drawingml/2006/main">
            <a:off x="409575" y="1704975"/>
            <a:ext cx="113728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275" b="0">
                <a:solidFill>
                  <a:srgbClr val="617087"/>
                </a:solidFill>
                <a:latin typeface="Arial"/>
                <a:ea typeface="Arial"/>
                <a:cs typeface="Arial"/>
              </a:defRPr>
            </a:defPPr>
          </a:lstStyle>
          <a:p xmlns:a="http://schemas.openxmlformats.org/drawingml/2006/main">
            <a:pPr algn="l">
              <a:buNone/>
              <a:defRPr sz="1275" b="0">
                <a:solidFill>
                  <a:srgbClr val="617087"/>
                </a:solidFill>
                <a:latin typeface="Arial"/>
                <a:ea typeface="Arial"/>
                <a:cs typeface="Arial"/>
              </a:defRPr>
            </a:pPr>
            <a:r>
              <a:rPr sz="1275" b="0">
                <a:solidFill>
                  <a:srgbClr val="617087"/>
                </a:solidFill>
                <a:latin typeface="Arial"/>
                <a:ea typeface="Arial"/>
                <a:cs typeface="Arial"/>
              </a:rPr>
              <a:t>Figure gốc: psi-lab.ai/Psi0/   Nhánh synthetic đề xuất cần thực nghiệm.</a:t>
            </a:r>
          </a:p>
        </p:txBody>
      </p:sp>
    </p:spTree>
    <p:extLst>
      <p:ext uri="{BB962C8B-B14F-4D97-AF65-F5344CB8AC3E}">
        <p14:creationId xmlns:p14="http://schemas.microsoft.com/office/powerpoint/2010/main" val="4191444374"/>
      </p:ext>
    </p:extLst>
  </p:cSld>
</p:sld>
</file>

<file path=ppt/slides/slide7.xml><?xml version="1.0" encoding="utf-8"?>
<p:sld xmlns:p="http://schemas.openxmlformats.org/presentationml/2006/main">
  <p:cSld>
    <p:spTree>
      <p:nvGrpSpPr>
        <p:cNvPr id="1" name=""/>
        <p:cNvGrpSpPr/>
        <p:nvPr/>
      </p:nvGrpSpPr>
      <p:grpSpPr>
        <a:xfrm xmlns:a="http://schemas.openxmlformats.org/drawingml/2006/main"/>
      </p:grpSpPr>
      <p:pic>
        <p:nvPicPr>
          <p:cNvPr id="7" name="Picture 6">
            <a:extLst xmlns:a="http://schemas.openxmlformats.org/drawingml/2006/main">
              <a:ext uri="{FF2B5EF4-FFF2-40B4-BE49-F238E27FC236}">
                <a16:creationId xmlns:a16="http://schemas.microsoft.com/office/drawing/2014/main" id="{A035ADBE-6EC0-4D2D-9B19-8396E2A5E49A}"/>
              </a:ext>
            </a:extLst>
          </p:cNvPr>
          <p:cNvPicPr>
            <a:picLocks xmlns:a="http://schemas.openxmlformats.org/drawingml/2006/main" noChangeAspect="1"/>
          </p:cNvPicPr>
          <p:nvPr/>
        </p:nvPicPr>
        <p:blipFill>
          <a:blip xmlns:r="http://schemas.openxmlformats.org/officeDocument/2006/relationships" xmlns:a="http://schemas.openxmlformats.org/drawingml/2006/main" r:embed="R2c7c927fc9724a2d"/>
          <a:srcRect xmlns:a="http://schemas.openxmlformats.org/drawingml/2006/main" l="0" t="32804" r="0" b="51587"/>
          <a:stretch xmlns:a="http://schemas.openxmlformats.org/drawingml/2006/main">
            <a:fillRect l="0" t="0" r="0" b="0"/>
          </a:stretch>
        </p:blipFill>
        <p:spPr>
          <a:xfrm xmlns:a="http://schemas.openxmlformats.org/drawingml/2006/main">
            <a:off x="0" y="5987142"/>
            <a:ext cx="12191999" cy="870861"/>
          </a:xfrm>
          <a:prstGeom xmlns:a="http://schemas.openxmlformats.org/drawingml/2006/main" prst="rect">
            <a:avLst/>
          </a:prstGeom>
        </p:spPr>
      </p:pic>
      <p:sp>
        <p:nvSpPr>
          <p:cNvPr id="2" name="Title 1">
            <a:extLst xmlns:a="http://schemas.openxmlformats.org/drawingml/2006/main">
              <a:ext uri="{FF2B5EF4-FFF2-40B4-BE49-F238E27FC236}">
                <a16:creationId xmlns:a16="http://schemas.microsoft.com/office/drawing/2014/main" id="{3971B769-F908-4ADA-9923-670E56570CBF}"/>
              </a:ext>
            </a:extLst>
          </p:cNvPr>
          <p:cNvSpPr>
            <a:spLocks xmlns:a="http://schemas.openxmlformats.org/drawingml/2006/main" noGrp="1"/>
          </p:cNvSpPr>
          <p:nvPr>
            <p:ph type="title" idx="0"/>
          </p:nvPr>
        </p:nvSpPr>
        <p:spPr>
          <a:xfrm xmlns:a="http://schemas.openxmlformats.org/drawingml/2006/main">
            <a:off x="5762625" y="200025"/>
            <a:ext cx="6096000" cy="866775"/>
          </a:xfrm>
          <a:prstGeom xmlns:a="http://schemas.openxmlformats.org/drawingml/2006/main" prst="rect">
            <a:avLst/>
          </a:prstGeom>
        </p:spPr>
        <p:txBody>
          <a:bodyPr xmlns:a="http://schemas.openxmlformats.org/drawingml/2006/main" wrap="square" lIns="0" tIns="0" rIns="0" bIns="0" anchor="ctr">
            <a:noAutofit/>
          </a:bodyPr>
          <a:lstStyle xmlns:a="http://schemas.openxmlformats.org/drawingml/2006/main">
            <a:defPPr algn="ctr">
              <a:defRPr sz="3600" b="1">
                <a:solidFill>
                  <a:srgbClr val="FFFFFF"/>
                </a:solidFill>
                <a:latin typeface="Times New Roman"/>
                <a:ea typeface="Times New Roman"/>
                <a:cs typeface="Times New Roman"/>
              </a:defRPr>
            </a:defPPr>
          </a:lstStyle>
          <a:p xmlns:a="http://schemas.openxmlformats.org/drawingml/2006/main">
            <a:pPr algn="ctr">
              <a:buNone/>
              <a:defRPr sz="3600" b="1">
                <a:solidFill>
                  <a:srgbClr val="FFFFFF"/>
                </a:solidFill>
                <a:latin typeface="Times New Roman"/>
                <a:ea typeface="Times New Roman"/>
                <a:cs typeface="Times New Roman"/>
              </a:defRPr>
            </a:pPr>
            <a:r>
              <a:rPr sz="3600" b="1">
                <a:solidFill>
                  <a:srgbClr val="FFFFFF"/>
                </a:solidFill>
                <a:latin typeface="Times New Roman"/>
                <a:ea typeface="Times New Roman"/>
                <a:cs typeface="Times New Roman"/>
              </a:rPr>
              <a:t>PoC gắp–đặt</a:t>
            </a:r>
          </a:p>
        </p:txBody>
      </p:sp>
      <p:sp>
        <p:nvSpPr>
          <p:cNvPr id="4" name="Shape 28">
            <a:extLst xmlns:a="http://schemas.openxmlformats.org/drawingml/2006/main">
              <a:ext uri="{FF2B5EF4-FFF2-40B4-BE49-F238E27FC236}">
                <a16:creationId xmlns:a16="http://schemas.microsoft.com/office/drawing/2014/main" id="{D8CCF9ED-FD98-B255-B5CA-9D20D19AD25E}"/>
              </a:ext>
            </a:extLst>
          </p:cNvPr>
          <p:cNvSpPr>
            <a:spLocks xmlns:a="http://schemas.openxmlformats.org/drawingml/2006/main" noGrp="1"/>
          </p:cNvSpPr>
          <p:nvPr/>
        </p:nvSpPr>
        <p:spPr>
          <a:xfrm xmlns:a="http://schemas.openxmlformats.org/drawingml/2006/main">
            <a:off x="165652" y="6082284"/>
            <a:ext cx="45720" cy="585216"/>
          </a:xfrm>
          <a:prstGeom xmlns:a="http://schemas.openxmlformats.org/drawingml/2006/main" prst="rect">
            <a:avLst/>
          </a:prstGeom>
          <a:solidFill xmlns:a="http://schemas.openxmlformats.org/drawingml/2006/main">
            <a:srgbClr val="30D158"/>
          </a:solidFill>
          <a:ln xmlns:a="http://schemas.openxmlformats.org/drawingml/2006/main" w="12700">
            <a:solidFill>
              <a:srgbClr val="30D158"/>
            </a:solidFill>
            <a:prstDash val="solid"/>
          </a:ln>
        </p:spPr>
        <p:txBody>
          <a:bodyPr xmlns:a="http://schemas.openxmlformats.org/drawingml/2006/main"/>
          <a:lstStyle xmlns:a="http://schemas.openxmlformats.org/drawingml/2006/main"/>
          <a:p xmlns:a="http://schemas.openxmlformats.org/drawingml/2006/main">
            <a:endParaRPr/>
          </a:p>
        </p:txBody>
      </p:sp>
      <p:sp>
        <p:nvSpPr>
          <p:cNvPr id="5" name="Text 29">
            <a:extLst xmlns:a="http://schemas.openxmlformats.org/drawingml/2006/main">
              <a:ext uri="{FF2B5EF4-FFF2-40B4-BE49-F238E27FC236}">
                <a16:creationId xmlns:a16="http://schemas.microsoft.com/office/drawing/2014/main" id="{34AD7C9C-83B3-7468-F478-761E84A3970E}"/>
              </a:ext>
            </a:extLst>
          </p:cNvPr>
          <p:cNvSpPr>
            <a:spLocks xmlns:a="http://schemas.openxmlformats.org/drawingml/2006/main" noGrp="1"/>
          </p:cNvSpPr>
          <p:nvPr/>
        </p:nvSpPr>
        <p:spPr>
          <a:xfrm xmlns:a="http://schemas.openxmlformats.org/drawingml/2006/main">
            <a:off x="323850" y="6076950"/>
            <a:ext cx="10477500" cy="209550"/>
          </a:xfrm>
          <a:prstGeom xmlns:a="http://schemas.openxmlformats.org/drawingml/2006/main" prst="rect">
            <a:avLst/>
          </a:prstGeom>
          <a:noFill xmlns:a="http://schemas.openxmlformats.org/drawingml/2006/main"/>
        </p:spPr>
        <p:txBody>
          <a:bodyPr xmlns:a="http://schemas.openxmlformats.org/drawingml/2006/main" wrap="square" lIns="0" tIns="0" rIns="0" bIns="0" anchor="ctr">
            <a:noAutofit/>
          </a:bodyPr>
          <a:lstStyle xmlns:a="http://schemas.openxmlformats.org/drawingml/2006/main">
            <a:defPPr algn="l">
              <a:defRPr sz="1200" b="1">
                <a:solidFill>
                  <a:srgbClr val="FFFFFF"/>
                </a:solidFill>
                <a:latin typeface="Arial"/>
                <a:ea typeface="Arial"/>
                <a:cs typeface="Arial"/>
              </a:defRPr>
            </a:defPPr>
          </a:lstStyle>
          <a:p xmlns:a="http://schemas.openxmlformats.org/drawingml/2006/main">
            <a:pPr marL="0" indent="0" algn="l">
              <a:buNone/>
              <a:defRPr sz="1200" b="1">
                <a:solidFill>
                  <a:srgbClr val="FFFFFF"/>
                </a:solidFill>
                <a:latin typeface="Arial"/>
                <a:ea typeface="Arial"/>
                <a:cs typeface="Arial"/>
              </a:defRPr>
            </a:pPr>
            <a:r>
              <a:rPr sz="1200" b="1">
                <a:solidFill>
                  <a:srgbClr val="FFFFFF"/>
                </a:solidFill>
                <a:latin typeface="Arial"/>
                <a:ea typeface="Arial"/>
                <a:cs typeface="Arial"/>
              </a:rPr>
              <a:t>Notice:</a:t>
            </a:r>
            <a:endParaRPr sz="1100">
              <a:solidFill>
                <a:schemeClr val="bg1"/>
              </a:solidFill>
              <a:latin typeface="Arial"/>
              <a:ea typeface="Arial"/>
              <a:cs typeface="Arial"/>
            </a:endParaRPr>
          </a:p>
        </p:txBody>
      </p:sp>
      <p:sp>
        <p:nvSpPr>
          <p:cNvPr id="6" name="Text 30">
            <a:extLst xmlns:a="http://schemas.openxmlformats.org/drawingml/2006/main">
              <a:ext uri="{FF2B5EF4-FFF2-40B4-BE49-F238E27FC236}">
                <a16:creationId xmlns:a16="http://schemas.microsoft.com/office/drawing/2014/main" id="{0C14B9B7-7998-C0FF-39FD-2729A3461148}"/>
              </a:ext>
            </a:extLst>
          </p:cNvPr>
          <p:cNvSpPr>
            <a:spLocks xmlns:a="http://schemas.openxmlformats.org/drawingml/2006/main" noGrp="1"/>
          </p:cNvSpPr>
          <p:nvPr/>
        </p:nvSpPr>
        <p:spPr>
          <a:xfrm xmlns:a="http://schemas.openxmlformats.org/drawingml/2006/main">
            <a:off x="323850" y="6315075"/>
            <a:ext cx="10858500" cy="400050"/>
          </a:xfrm>
          <a:prstGeom xmlns:a="http://schemas.openxmlformats.org/drawingml/2006/main" prst="rect">
            <a:avLst/>
          </a:prstGeom>
          <a:noFill xmlns:a="http://schemas.openxmlformats.org/drawingml/2006/main"/>
        </p:spPr>
        <p:txBody>
          <a:bodyPr xmlns:a="http://schemas.openxmlformats.org/drawingml/2006/main" wrap="square" lIns="0" tIns="0" rIns="0" bIns="0" anchor="ctr">
            <a:noAutofit/>
          </a:bodyPr>
          <a:lstStyle xmlns:a="http://schemas.openxmlformats.org/drawingml/2006/main">
            <a:defPPr algn="l">
              <a:defRPr sz="1050" b="0">
                <a:solidFill>
                  <a:srgbClr val="FFFFFF"/>
                </a:solidFill>
                <a:latin typeface="Arial"/>
                <a:ea typeface="Arial"/>
                <a:cs typeface="Arial"/>
              </a:defRPr>
            </a:defPPr>
          </a:lstStyle>
          <a:p xmlns:a="http://schemas.openxmlformats.org/drawingml/2006/main">
            <a:pPr algn="l">
              <a:buNone/>
              <a:defRPr sz="1050" b="0">
                <a:solidFill>
                  <a:srgbClr val="FFFFFF"/>
                </a:solidFill>
                <a:latin typeface="Arial"/>
                <a:ea typeface="Arial"/>
                <a:cs typeface="Arial"/>
              </a:defRPr>
            </a:pPr>
            <a:r>
              <a:rPr sz="1050" b="0">
                <a:solidFill>
                  <a:srgbClr val="FFFFFF"/>
                </a:solidFill>
                <a:latin typeface="Arial"/>
                <a:ea typeface="Arial"/>
                <a:cs typeface="Arial"/>
              </a:rPr>
              <a:t>Trình bày giải pháp để giải quyết được pain point</a:t>
            </a:r>
          </a:p>
          <a:p xmlns:a="http://schemas.openxmlformats.org/drawingml/2006/main">
            <a:pPr algn="l">
              <a:buNone/>
              <a:defRPr sz="1050" b="0">
                <a:solidFill>
                  <a:srgbClr val="FFFFFF"/>
                </a:solidFill>
                <a:latin typeface="Arial"/>
                <a:ea typeface="Arial"/>
                <a:cs typeface="Arial"/>
              </a:defRPr>
            </a:pPr>
            <a:r>
              <a:rPr sz="1050" b="0">
                <a:solidFill>
                  <a:srgbClr val="FFFFFF"/>
                </a:solidFill>
                <a:latin typeface="Arial"/>
                <a:ea typeface="Arial"/>
                <a:cs typeface="Arial"/>
              </a:rPr>
              <a:t>Điểm mới/ vượt trội của giải pháp này so với các giải pháp hiện có là gì?</a:t>
            </a:r>
          </a:p>
        </p:txBody>
      </p:sp>
      <p:sp>
        <p:nvSpPr>
          <p:cNvPr id="8" name="pitch-text-180">
            <a:extLst xmlns:a="http://schemas.openxmlformats.org/drawingml/2006/main">
              <a:ext uri="{FF2B5EF4-FFF2-40B4-BE49-F238E27FC236}">
                <a16:creationId xmlns:a16="http://schemas.microsoft.com/office/drawing/2014/main" id="{703E5CFF-2BF8-45EF-BD9F-04B934CC8725}"/>
              </a:ext>
            </a:extLst>
          </p:cNvPr>
          <p:cNvSpPr>
            <a:spLocks xmlns:a="http://schemas.openxmlformats.org/drawingml/2006/main" noGrp="1"/>
          </p:cNvSpPr>
          <p:nvPr/>
        </p:nvSpPr>
        <p:spPr>
          <a:xfrm xmlns:a="http://schemas.openxmlformats.org/drawingml/2006/main">
            <a:off x="409575" y="1438275"/>
            <a:ext cx="113728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875" b="1">
                <a:solidFill>
                  <a:srgbClr val="20245F"/>
                </a:solidFill>
                <a:latin typeface="Arial"/>
                <a:ea typeface="Arial"/>
                <a:cs typeface="Arial"/>
              </a:defRPr>
            </a:defPPr>
          </a:lstStyle>
          <a:p xmlns:a="http://schemas.openxmlformats.org/drawingml/2006/main">
            <a:pPr algn="l">
              <a:buNone/>
              <a:defRPr sz="1875" b="1">
                <a:solidFill>
                  <a:srgbClr val="20245F"/>
                </a:solidFill>
                <a:latin typeface="Arial"/>
                <a:ea typeface="Arial"/>
                <a:cs typeface="Arial"/>
              </a:defRPr>
            </a:pPr>
            <a:r>
              <a:rPr sz="1875" b="1">
                <a:solidFill>
                  <a:srgbClr val="20245F"/>
                </a:solidFill>
                <a:latin typeface="Arial"/>
                <a:ea typeface="Arial"/>
                <a:cs typeface="Arial"/>
              </a:rPr>
              <a:t>Một task, một cách huấn luyện, hai cấu hình đối chứng</a:t>
            </a:r>
          </a:p>
        </p:txBody>
      </p:sp>
      <p:sp>
        <p:nvSpPr>
          <p:cNvPr id="9" name="pitch-text-181">
            <a:extLst xmlns:a="http://schemas.openxmlformats.org/drawingml/2006/main">
              <a:ext uri="{FF2B5EF4-FFF2-40B4-BE49-F238E27FC236}">
                <a16:creationId xmlns:a16="http://schemas.microsoft.com/office/drawing/2014/main" id="{85830655-98F7-4944-B35E-F61A0DE1AFAF}"/>
              </a:ext>
            </a:extLst>
          </p:cNvPr>
          <p:cNvSpPr>
            <a:spLocks xmlns:a="http://schemas.openxmlformats.org/drawingml/2006/main" noGrp="1"/>
          </p:cNvSpPr>
          <p:nvPr/>
        </p:nvSpPr>
        <p:spPr>
          <a:xfrm xmlns:a="http://schemas.openxmlformats.org/drawingml/2006/main">
            <a:off x="409575" y="1809750"/>
            <a:ext cx="113728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2250" b="1">
                <a:solidFill>
                  <a:srgbClr val="20245F"/>
                </a:solidFill>
                <a:latin typeface="Arial"/>
                <a:ea typeface="Arial"/>
                <a:cs typeface="Arial"/>
              </a:defRPr>
            </a:defPPr>
          </a:lstStyle>
          <a:p xmlns:a="http://schemas.openxmlformats.org/drawingml/2006/main">
            <a:pPr algn="l">
              <a:buNone/>
              <a:defRPr sz="2250" b="1">
                <a:solidFill>
                  <a:srgbClr val="20245F"/>
                </a:solidFill>
                <a:latin typeface="Arial"/>
                <a:ea typeface="Arial"/>
                <a:cs typeface="Arial"/>
              </a:defRPr>
            </a:pPr>
            <a:r>
              <a:rPr sz="2250" b="1">
                <a:solidFill>
                  <a:srgbClr val="20245F"/>
                </a:solidFill>
                <a:latin typeface="Arial"/>
                <a:ea typeface="Arial"/>
                <a:cs typeface="Arial"/>
              </a:rPr>
              <a:t>Ψ₀ + SIMPLE / G1</a:t>
            </a:r>
          </a:p>
        </p:txBody>
      </p:sp>
      <p:pic>
        <p:nvPicPr>
          <p:cNvPr id="10" name="">
            <a:extLst xmlns:a="http://schemas.openxmlformats.org/drawingml/2006/main">
              <a:ext uri="{FF2B5EF4-FFF2-40B4-BE49-F238E27FC236}">
                <a16:creationId xmlns:a16="http://schemas.microsoft.com/office/drawing/2014/main" id="{E90480BA-3C82-4530-A9BD-9FBC60B82EDC}"/>
              </a:ext>
            </a:extLst>
          </p:cNvPr>
          <p:cNvPicPr>
            <a:picLocks xmlns:a="http://schemas.openxmlformats.org/drawingml/2006/main" noChangeAspect="1"/>
          </p:cNvPicPr>
          <p:nvPr/>
        </p:nvPicPr>
        <p:blipFill>
          <a:blip xmlns:r="http://schemas.openxmlformats.org/officeDocument/2006/relationships" xmlns:a="http://schemas.openxmlformats.org/drawingml/2006/main" r:embed="Rd6e0fe1711064bd6"/>
          <a:stretch xmlns:a="http://schemas.openxmlformats.org/drawingml/2006/main"/>
        </p:blipFill>
        <p:spPr>
          <a:xfrm xmlns:a="http://schemas.openxmlformats.org/drawingml/2006/main">
            <a:off x="415046" y="2352675"/>
            <a:ext cx="5227807" cy="2095500"/>
          </a:xfrm>
          <a:prstGeom xmlns:a="http://schemas.openxmlformats.org/drawingml/2006/main" prst="rect">
            <a:avLst/>
          </a:prstGeom>
        </p:spPr>
      </p:pic>
      <p:sp>
        <p:nvSpPr>
          <p:cNvPr id="11" name="A · Baseline-182">
            <a:extLst xmlns:a="http://schemas.openxmlformats.org/drawingml/2006/main">
              <a:ext uri="{FF2B5EF4-FFF2-40B4-BE49-F238E27FC236}">
                <a16:creationId xmlns:a16="http://schemas.microsoft.com/office/drawing/2014/main" id="{D70962FF-BE76-49C1-8FF1-75C1FF69F34F}"/>
              </a:ext>
            </a:extLst>
          </p:cNvPr>
          <p:cNvSpPr>
            <a:spLocks xmlns:a="http://schemas.openxmlformats.org/drawingml/2006/main" noGrp="1"/>
          </p:cNvSpPr>
          <p:nvPr/>
        </p:nvSpPr>
        <p:spPr>
          <a:xfrm xmlns:a="http://schemas.openxmlformats.org/drawingml/2006/main">
            <a:off x="6191250" y="2352675"/>
            <a:ext cx="2667000" cy="885825"/>
          </a:xfrm>
          <a:prstGeom xmlns:a="http://schemas.openxmlformats.org/drawingml/2006/main" prst="roundRect">
            <a:avLst>
              <a:gd name="adj" fmla="val 8602"/>
            </a:avLst>
          </a:prstGeom>
          <a:solidFill xmlns:a="http://schemas.openxmlformats.org/drawingml/2006/main">
            <a:srgbClr val="EEF2FA"/>
          </a:solidFill>
          <a:ln xmlns:a="http://schemas.openxmlformats.org/drawingml/2006/main" w="14288">
            <a:solidFill>
              <a:srgbClr val="39458F"/>
            </a:solidFill>
          </a:ln>
        </p:spPr>
      </p:sp>
      <p:sp>
        <p:nvSpPr>
          <p:cNvPr id="12" name="pitch-text-183">
            <a:extLst xmlns:a="http://schemas.openxmlformats.org/drawingml/2006/main">
              <a:ext uri="{FF2B5EF4-FFF2-40B4-BE49-F238E27FC236}">
                <a16:creationId xmlns:a16="http://schemas.microsoft.com/office/drawing/2014/main" id="{52426357-B993-447E-A42F-47181EB939D1}"/>
              </a:ext>
            </a:extLst>
          </p:cNvPr>
          <p:cNvSpPr>
            <a:spLocks xmlns:a="http://schemas.openxmlformats.org/drawingml/2006/main" noGrp="1"/>
          </p:cNvSpPr>
          <p:nvPr/>
        </p:nvSpPr>
        <p:spPr>
          <a:xfrm xmlns:a="http://schemas.openxmlformats.org/drawingml/2006/main">
            <a:off x="6305550" y="2447925"/>
            <a:ext cx="24384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1875" b="1">
                <a:solidFill>
                  <a:srgbClr val="39458F"/>
                </a:solidFill>
                <a:latin typeface="Arial"/>
                <a:ea typeface="Arial"/>
                <a:cs typeface="Arial"/>
              </a:defRPr>
            </a:defPPr>
          </a:lstStyle>
          <a:p xmlns:a="http://schemas.openxmlformats.org/drawingml/2006/main">
            <a:pPr algn="ctr">
              <a:buNone/>
              <a:defRPr sz="1875" b="1">
                <a:solidFill>
                  <a:srgbClr val="39458F"/>
                </a:solidFill>
                <a:latin typeface="Arial"/>
                <a:ea typeface="Arial"/>
                <a:cs typeface="Arial"/>
              </a:defRPr>
            </a:pPr>
            <a:r>
              <a:rPr sz="1875" b="1">
                <a:solidFill>
                  <a:srgbClr val="39458F"/>
                </a:solidFill>
                <a:latin typeface="Arial"/>
                <a:ea typeface="Arial"/>
                <a:cs typeface="Arial"/>
              </a:rPr>
              <a:t>A · Baseline</a:t>
            </a:r>
          </a:p>
        </p:txBody>
      </p:sp>
      <p:sp>
        <p:nvSpPr>
          <p:cNvPr id="13" name="pitch-text-184">
            <a:extLst xmlns:a="http://schemas.openxmlformats.org/drawingml/2006/main">
              <a:ext uri="{FF2B5EF4-FFF2-40B4-BE49-F238E27FC236}">
                <a16:creationId xmlns:a16="http://schemas.microsoft.com/office/drawing/2014/main" id="{5A132C34-1312-4EB0-B6B4-2205636F356D}"/>
              </a:ext>
            </a:extLst>
          </p:cNvPr>
          <p:cNvSpPr>
            <a:spLocks xmlns:a="http://schemas.openxmlformats.org/drawingml/2006/main" noGrp="1"/>
          </p:cNvSpPr>
          <p:nvPr/>
        </p:nvSpPr>
        <p:spPr>
          <a:xfrm xmlns:a="http://schemas.openxmlformats.org/drawingml/2006/main">
            <a:off x="6305550" y="2838450"/>
            <a:ext cx="24384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1500" b="0">
                <a:solidFill>
                  <a:srgbClr val="222C4C"/>
                </a:solidFill>
                <a:latin typeface="Arial"/>
                <a:ea typeface="Arial"/>
                <a:cs typeface="Arial"/>
              </a:defRPr>
            </a:defPPr>
          </a:lstStyle>
          <a:p xmlns:a="http://schemas.openxmlformats.org/drawingml/2006/main">
            <a:pPr algn="ctr">
              <a:buNone/>
              <a:defRPr sz="1500" b="0">
                <a:solidFill>
                  <a:srgbClr val="222C4C"/>
                </a:solidFill>
                <a:latin typeface="Arial"/>
                <a:ea typeface="Arial"/>
                <a:cs typeface="Arial"/>
              </a:defRPr>
            </a:pPr>
            <a:r>
              <a:rPr sz="1500" b="0">
                <a:solidFill>
                  <a:srgbClr val="222C4C"/>
                </a:solidFill>
                <a:latin typeface="Arial"/>
                <a:ea typeface="Arial"/>
                <a:cs typeface="Arial"/>
              </a:rPr>
              <a:t>D demo teleop</a:t>
            </a:r>
          </a:p>
        </p:txBody>
      </p:sp>
      <p:sp>
        <p:nvSpPr>
          <p:cNvPr id="14" name="B · Candidate-185">
            <a:extLst xmlns:a="http://schemas.openxmlformats.org/drawingml/2006/main">
              <a:ext uri="{FF2B5EF4-FFF2-40B4-BE49-F238E27FC236}">
                <a16:creationId xmlns:a16="http://schemas.microsoft.com/office/drawing/2014/main" id="{B02D06A4-3A83-4B36-98A9-4341C2D48984}"/>
              </a:ext>
            </a:extLst>
          </p:cNvPr>
          <p:cNvSpPr>
            <a:spLocks xmlns:a="http://schemas.openxmlformats.org/drawingml/2006/main" noGrp="1"/>
          </p:cNvSpPr>
          <p:nvPr/>
        </p:nvSpPr>
        <p:spPr>
          <a:xfrm xmlns:a="http://schemas.openxmlformats.org/drawingml/2006/main">
            <a:off x="9115425" y="2352675"/>
            <a:ext cx="2667000" cy="885825"/>
          </a:xfrm>
          <a:prstGeom xmlns:a="http://schemas.openxmlformats.org/drawingml/2006/main" prst="roundRect">
            <a:avLst>
              <a:gd name="adj" fmla="val 8602"/>
            </a:avLst>
          </a:prstGeom>
          <a:solidFill xmlns:a="http://schemas.openxmlformats.org/drawingml/2006/main">
            <a:srgbClr val="E9F6ED"/>
          </a:solidFill>
          <a:ln xmlns:a="http://schemas.openxmlformats.org/drawingml/2006/main" w="14288">
            <a:solidFill>
              <a:srgbClr val="12833E"/>
            </a:solidFill>
          </a:ln>
        </p:spPr>
      </p:sp>
      <p:sp>
        <p:nvSpPr>
          <p:cNvPr id="15" name="pitch-text-186">
            <a:extLst xmlns:a="http://schemas.openxmlformats.org/drawingml/2006/main">
              <a:ext uri="{FF2B5EF4-FFF2-40B4-BE49-F238E27FC236}">
                <a16:creationId xmlns:a16="http://schemas.microsoft.com/office/drawing/2014/main" id="{3DFF65AF-FC92-48B0-9D00-C21135C6DEE7}"/>
              </a:ext>
            </a:extLst>
          </p:cNvPr>
          <p:cNvSpPr>
            <a:spLocks xmlns:a="http://schemas.openxmlformats.org/drawingml/2006/main" noGrp="1"/>
          </p:cNvSpPr>
          <p:nvPr/>
        </p:nvSpPr>
        <p:spPr>
          <a:xfrm xmlns:a="http://schemas.openxmlformats.org/drawingml/2006/main">
            <a:off x="9229725" y="2447925"/>
            <a:ext cx="24384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1875" b="1">
                <a:solidFill>
                  <a:srgbClr val="12833E"/>
                </a:solidFill>
                <a:latin typeface="Arial"/>
                <a:ea typeface="Arial"/>
                <a:cs typeface="Arial"/>
              </a:defRPr>
            </a:defPPr>
          </a:lstStyle>
          <a:p xmlns:a="http://schemas.openxmlformats.org/drawingml/2006/main">
            <a:pPr algn="ctr">
              <a:buNone/>
              <a:defRPr sz="1875" b="1">
                <a:solidFill>
                  <a:srgbClr val="12833E"/>
                </a:solidFill>
                <a:latin typeface="Arial"/>
                <a:ea typeface="Arial"/>
                <a:cs typeface="Arial"/>
              </a:defRPr>
            </a:pPr>
            <a:r>
              <a:rPr sz="1875" b="1">
                <a:solidFill>
                  <a:srgbClr val="12833E"/>
                </a:solidFill>
                <a:latin typeface="Arial"/>
                <a:ea typeface="Arial"/>
                <a:cs typeface="Arial"/>
              </a:rPr>
              <a:t>B · Candidate</a:t>
            </a:r>
          </a:p>
        </p:txBody>
      </p:sp>
      <p:sp>
        <p:nvSpPr>
          <p:cNvPr id="16" name="pitch-text-187">
            <a:extLst xmlns:a="http://schemas.openxmlformats.org/drawingml/2006/main">
              <a:ext uri="{FF2B5EF4-FFF2-40B4-BE49-F238E27FC236}">
                <a16:creationId xmlns:a16="http://schemas.microsoft.com/office/drawing/2014/main" id="{8804641B-E1CC-4C14-BFB9-CFF21C518E2C}"/>
              </a:ext>
            </a:extLst>
          </p:cNvPr>
          <p:cNvSpPr>
            <a:spLocks xmlns:a="http://schemas.openxmlformats.org/drawingml/2006/main" noGrp="1"/>
          </p:cNvSpPr>
          <p:nvPr/>
        </p:nvSpPr>
        <p:spPr>
          <a:xfrm xmlns:a="http://schemas.openxmlformats.org/drawingml/2006/main">
            <a:off x="9229725" y="2838450"/>
            <a:ext cx="24384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1500" b="0">
                <a:solidFill>
                  <a:srgbClr val="222C4C"/>
                </a:solidFill>
                <a:latin typeface="Arial"/>
                <a:ea typeface="Arial"/>
                <a:cs typeface="Arial"/>
              </a:defRPr>
            </a:defPPr>
          </a:lstStyle>
          <a:p xmlns:a="http://schemas.openxmlformats.org/drawingml/2006/main">
            <a:pPr algn="ctr">
              <a:buNone/>
              <a:defRPr sz="1500" b="0">
                <a:solidFill>
                  <a:srgbClr val="222C4C"/>
                </a:solidFill>
                <a:latin typeface="Arial"/>
                <a:ea typeface="Arial"/>
                <a:cs typeface="Arial"/>
              </a:defRPr>
            </a:pPr>
            <a:r>
              <a:rPr sz="1500" b="0">
                <a:solidFill>
                  <a:srgbClr val="222C4C"/>
                </a:solidFill>
                <a:latin typeface="Arial"/>
                <a:ea typeface="Arial"/>
                <a:cs typeface="Arial"/>
              </a:rPr>
              <a:t>0,7D teleop + sim đạt QA</a:t>
            </a:r>
          </a:p>
        </p:txBody>
      </p:sp>
      <p:sp>
        <p:nvSpPr>
          <p:cNvPr id="17" name="pitch-text-188">
            <a:extLst xmlns:a="http://schemas.openxmlformats.org/drawingml/2006/main">
              <a:ext uri="{FF2B5EF4-FFF2-40B4-BE49-F238E27FC236}">
                <a16:creationId xmlns:a16="http://schemas.microsoft.com/office/drawing/2014/main" id="{82FA8385-4E11-4D81-A468-3F7616182F03}"/>
              </a:ext>
            </a:extLst>
          </p:cNvPr>
          <p:cNvSpPr>
            <a:spLocks xmlns:a="http://schemas.openxmlformats.org/drawingml/2006/main" noGrp="1"/>
          </p:cNvSpPr>
          <p:nvPr/>
        </p:nvSpPr>
        <p:spPr>
          <a:xfrm xmlns:a="http://schemas.openxmlformats.org/drawingml/2006/main">
            <a:off x="6191250" y="3476625"/>
            <a:ext cx="5591175"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425" b="1">
                <a:solidFill>
                  <a:srgbClr val="617087"/>
                </a:solidFill>
                <a:latin typeface="Arial"/>
                <a:ea typeface="Arial"/>
                <a:cs typeface="Arial"/>
              </a:defRPr>
            </a:defPPr>
          </a:lstStyle>
          <a:p xmlns:a="http://schemas.openxmlformats.org/drawingml/2006/main">
            <a:pPr algn="l">
              <a:buNone/>
              <a:defRPr sz="1425" b="1">
                <a:solidFill>
                  <a:srgbClr val="617087"/>
                </a:solidFill>
                <a:latin typeface="Arial"/>
                <a:ea typeface="Arial"/>
                <a:cs typeface="Arial"/>
              </a:defRPr>
            </a:pPr>
            <a:r>
              <a:rPr sz="1425" b="1">
                <a:solidFill>
                  <a:srgbClr val="617087"/>
                </a:solidFill>
                <a:latin typeface="Arial"/>
                <a:ea typeface="Arial"/>
                <a:cs typeface="Arial"/>
              </a:rPr>
              <a:t>MỤC TIÊU CHƯA THỰC NGHIỆM</a:t>
            </a:r>
          </a:p>
        </p:txBody>
      </p:sp>
      <p:sp>
        <p:nvSpPr>
          <p:cNvPr id="18" name="pitch-text-189">
            <a:extLst xmlns:a="http://schemas.openxmlformats.org/drawingml/2006/main">
              <a:ext uri="{FF2B5EF4-FFF2-40B4-BE49-F238E27FC236}">
                <a16:creationId xmlns:a16="http://schemas.microsoft.com/office/drawing/2014/main" id="{E19C9E1C-33DA-4D5B-98F5-57FB45C51A0C}"/>
              </a:ext>
            </a:extLst>
          </p:cNvPr>
          <p:cNvSpPr>
            <a:spLocks xmlns:a="http://schemas.openxmlformats.org/drawingml/2006/main" noGrp="1"/>
          </p:cNvSpPr>
          <p:nvPr/>
        </p:nvSpPr>
        <p:spPr>
          <a:xfrm xmlns:a="http://schemas.openxmlformats.org/drawingml/2006/main">
            <a:off x="6191250" y="3886200"/>
            <a:ext cx="2447925"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3825" b="1">
                <a:solidFill>
                  <a:srgbClr val="12833E"/>
                </a:solidFill>
                <a:latin typeface="Arial"/>
                <a:ea typeface="Arial"/>
                <a:cs typeface="Arial"/>
              </a:defRPr>
            </a:defPPr>
          </a:lstStyle>
          <a:p xmlns:a="http://schemas.openxmlformats.org/drawingml/2006/main">
            <a:pPr algn="l">
              <a:buNone/>
              <a:defRPr sz="3825" b="1">
                <a:solidFill>
                  <a:srgbClr val="12833E"/>
                </a:solidFill>
                <a:latin typeface="Arial"/>
                <a:ea typeface="Arial"/>
                <a:cs typeface="Arial"/>
              </a:defRPr>
            </a:pPr>
            <a:r>
              <a:rPr sz="3825" b="1">
                <a:solidFill>
                  <a:srgbClr val="12833E"/>
                </a:solidFill>
                <a:latin typeface="Arial"/>
                <a:ea typeface="Arial"/>
                <a:cs typeface="Arial"/>
              </a:rPr>
              <a:t>≥80%</a:t>
            </a:r>
          </a:p>
        </p:txBody>
      </p:sp>
      <p:sp>
        <p:nvSpPr>
          <p:cNvPr id="19" name="pitch-text-190">
            <a:extLst xmlns:a="http://schemas.openxmlformats.org/drawingml/2006/main">
              <a:ext uri="{FF2B5EF4-FFF2-40B4-BE49-F238E27FC236}">
                <a16:creationId xmlns:a16="http://schemas.microsoft.com/office/drawing/2014/main" id="{96DA832E-3ED1-4314-BEDD-ABB59D044A0E}"/>
              </a:ext>
            </a:extLst>
          </p:cNvPr>
          <p:cNvSpPr>
            <a:spLocks xmlns:a="http://schemas.openxmlformats.org/drawingml/2006/main" noGrp="1"/>
          </p:cNvSpPr>
          <p:nvPr/>
        </p:nvSpPr>
        <p:spPr>
          <a:xfrm xmlns:a="http://schemas.openxmlformats.org/drawingml/2006/main">
            <a:off x="9115425" y="3886200"/>
            <a:ext cx="266700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3825" b="1">
                <a:solidFill>
                  <a:srgbClr val="12833E"/>
                </a:solidFill>
                <a:latin typeface="Arial"/>
                <a:ea typeface="Arial"/>
                <a:cs typeface="Arial"/>
              </a:defRPr>
            </a:defPPr>
          </a:lstStyle>
          <a:p xmlns:a="http://schemas.openxmlformats.org/drawingml/2006/main">
            <a:pPr algn="l">
              <a:buNone/>
              <a:defRPr sz="3825" b="1">
                <a:solidFill>
                  <a:srgbClr val="12833E"/>
                </a:solidFill>
                <a:latin typeface="Arial"/>
                <a:ea typeface="Arial"/>
                <a:cs typeface="Arial"/>
              </a:defRPr>
            </a:pPr>
            <a:r>
              <a:rPr sz="3825" b="1">
                <a:solidFill>
                  <a:srgbClr val="12833E"/>
                </a:solidFill>
                <a:latin typeface="Arial"/>
                <a:ea typeface="Arial"/>
                <a:cs typeface="Arial"/>
              </a:rPr>
              <a:t>−30%</a:t>
            </a:r>
          </a:p>
        </p:txBody>
      </p:sp>
      <p:sp>
        <p:nvSpPr>
          <p:cNvPr id="20" name="pitch-text-191">
            <a:extLst xmlns:a="http://schemas.openxmlformats.org/drawingml/2006/main">
              <a:ext uri="{FF2B5EF4-FFF2-40B4-BE49-F238E27FC236}">
                <a16:creationId xmlns:a16="http://schemas.microsoft.com/office/drawing/2014/main" id="{8AFB6335-F783-4E44-B6FC-C8A4E5E39824}"/>
              </a:ext>
            </a:extLst>
          </p:cNvPr>
          <p:cNvSpPr>
            <a:spLocks xmlns:a="http://schemas.openxmlformats.org/drawingml/2006/main" noGrp="1"/>
          </p:cNvSpPr>
          <p:nvPr/>
        </p:nvSpPr>
        <p:spPr>
          <a:xfrm xmlns:a="http://schemas.openxmlformats.org/drawingml/2006/main">
            <a:off x="6191250" y="4562475"/>
            <a:ext cx="263842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500" b="0">
                <a:solidFill>
                  <a:srgbClr val="222C4C"/>
                </a:solidFill>
                <a:latin typeface="Arial"/>
                <a:ea typeface="Arial"/>
                <a:cs typeface="Arial"/>
              </a:defRPr>
            </a:defPPr>
          </a:lstStyle>
          <a:p xmlns:a="http://schemas.openxmlformats.org/drawingml/2006/main">
            <a:pPr algn="l">
              <a:buNone/>
              <a:defRPr sz="1500" b="0">
                <a:solidFill>
                  <a:srgbClr val="222C4C"/>
                </a:solidFill>
                <a:latin typeface="Arial"/>
                <a:ea typeface="Arial"/>
                <a:cs typeface="Arial"/>
              </a:defRPr>
            </a:pPr>
            <a:r>
              <a:rPr sz="1500" b="0">
                <a:solidFill>
                  <a:srgbClr val="222C4C"/>
                </a:solidFill>
                <a:latin typeface="Arial"/>
                <a:ea typeface="Arial"/>
                <a:cs typeface="Arial"/>
              </a:rPr>
              <a:t>Thành công / 50 lượt test</a:t>
            </a:r>
          </a:p>
        </p:txBody>
      </p:sp>
      <p:sp>
        <p:nvSpPr>
          <p:cNvPr id="21" name="pitch-text-192">
            <a:extLst xmlns:a="http://schemas.openxmlformats.org/drawingml/2006/main">
              <a:ext uri="{FF2B5EF4-FFF2-40B4-BE49-F238E27FC236}">
                <a16:creationId xmlns:a16="http://schemas.microsoft.com/office/drawing/2014/main" id="{29E3ADD7-256E-4ABD-968B-89743CD8DB65}"/>
              </a:ext>
            </a:extLst>
          </p:cNvPr>
          <p:cNvSpPr>
            <a:spLocks xmlns:a="http://schemas.openxmlformats.org/drawingml/2006/main" noGrp="1"/>
          </p:cNvSpPr>
          <p:nvPr/>
        </p:nvSpPr>
        <p:spPr>
          <a:xfrm xmlns:a="http://schemas.openxmlformats.org/drawingml/2006/main">
            <a:off x="9115425" y="4562475"/>
            <a:ext cx="2667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500" b="0">
                <a:solidFill>
                  <a:srgbClr val="222C4C"/>
                </a:solidFill>
                <a:latin typeface="Arial"/>
                <a:ea typeface="Arial"/>
                <a:cs typeface="Arial"/>
              </a:defRPr>
            </a:defPPr>
          </a:lstStyle>
          <a:p xmlns:a="http://schemas.openxmlformats.org/drawingml/2006/main">
            <a:pPr algn="l">
              <a:buNone/>
              <a:defRPr sz="1500" b="0">
                <a:solidFill>
                  <a:srgbClr val="222C4C"/>
                </a:solidFill>
                <a:latin typeface="Arial"/>
                <a:ea typeface="Arial"/>
                <a:cs typeface="Arial"/>
              </a:defRPr>
            </a:pPr>
            <a:r>
              <a:rPr sz="1500" b="0">
                <a:solidFill>
                  <a:srgbClr val="222C4C"/>
                </a:solidFill>
                <a:latin typeface="Arial"/>
                <a:ea typeface="Arial"/>
                <a:cs typeface="Arial"/>
              </a:rPr>
              <a:t>Demo gốc, cùng chất lượng</a:t>
            </a:r>
          </a:p>
        </p:txBody>
      </p:sp>
      <p:sp>
        <p:nvSpPr>
          <p:cNvPr id="22" name="pitch-text-193">
            <a:extLst xmlns:a="http://schemas.openxmlformats.org/drawingml/2006/main">
              <a:ext uri="{FF2B5EF4-FFF2-40B4-BE49-F238E27FC236}">
                <a16:creationId xmlns:a16="http://schemas.microsoft.com/office/drawing/2014/main" id="{F814DF91-6076-42C6-B1FC-DF6B9E672C49}"/>
              </a:ext>
            </a:extLst>
          </p:cNvPr>
          <p:cNvSpPr>
            <a:spLocks xmlns:a="http://schemas.openxmlformats.org/drawingml/2006/main" noGrp="1"/>
          </p:cNvSpPr>
          <p:nvPr/>
        </p:nvSpPr>
        <p:spPr>
          <a:xfrm xmlns:a="http://schemas.openxmlformats.org/drawingml/2006/main">
            <a:off x="409575" y="4543425"/>
            <a:ext cx="5238750" cy="676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575" b="0">
                <a:solidFill>
                  <a:srgbClr val="617087"/>
                </a:solidFill>
                <a:latin typeface="Arial"/>
                <a:ea typeface="Arial"/>
                <a:cs typeface="Arial"/>
              </a:defRPr>
            </a:defPPr>
          </a:lstStyle>
          <a:p xmlns:a="http://schemas.openxmlformats.org/drawingml/2006/main">
            <a:pPr algn="l">
              <a:buNone/>
              <a:defRPr sz="1575" b="0">
                <a:solidFill>
                  <a:srgbClr val="617087"/>
                </a:solidFill>
                <a:latin typeface="Arial"/>
                <a:ea typeface="Arial"/>
                <a:cs typeface="Arial"/>
              </a:defRPr>
            </a:pPr>
            <a:r>
              <a:rPr sz="1575" b="0">
                <a:solidFill>
                  <a:srgbClr val="617087"/>
                </a:solidFill>
                <a:latin typeface="Arial"/>
                <a:ea typeface="Arial"/>
                <a:cs typeface="Arial"/>
              </a:rPr>
              <a:t>Public sim teleop + checkpoint đã học human prior</a:t>
            </a:r>
          </a:p>
          <a:p xmlns:a="http://schemas.openxmlformats.org/drawingml/2006/main">
            <a:pPr algn="l">
              <a:buNone/>
              <a:defRPr sz="1575" b="0">
                <a:solidFill>
                  <a:srgbClr val="617087"/>
                </a:solidFill>
                <a:latin typeface="Arial"/>
                <a:ea typeface="Arial"/>
                <a:cs typeface="Arial"/>
              </a:defRPr>
            </a:pPr>
            <a:r>
              <a:rPr sz="1575" b="0">
                <a:solidFill>
                  <a:srgbClr val="617087"/>
                </a:solidFill>
                <a:latin typeface="Arial"/>
                <a:ea typeface="Arial"/>
                <a:cs typeface="Arial"/>
              </a:rPr>
              <a:t>Cùng checkpoint, compute và test giữ riêng</a:t>
            </a:r>
          </a:p>
        </p:txBody>
      </p:sp>
      <p:sp>
        <p:nvSpPr>
          <p:cNvPr id="23" name="pitch-text-194">
            <a:extLst xmlns:a="http://schemas.openxmlformats.org/drawingml/2006/main">
              <a:ext uri="{FF2B5EF4-FFF2-40B4-BE49-F238E27FC236}">
                <a16:creationId xmlns:a16="http://schemas.microsoft.com/office/drawing/2014/main" id="{09C0DC9F-BD5B-4951-88B1-4D2F3BFEABDE}"/>
              </a:ext>
            </a:extLst>
          </p:cNvPr>
          <p:cNvSpPr>
            <a:spLocks xmlns:a="http://schemas.openxmlformats.org/drawingml/2006/main" noGrp="1"/>
          </p:cNvSpPr>
          <p:nvPr/>
        </p:nvSpPr>
        <p:spPr>
          <a:xfrm xmlns:a="http://schemas.openxmlformats.org/drawingml/2006/main">
            <a:off x="409575" y="5534025"/>
            <a:ext cx="113728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275" b="0">
                <a:solidFill>
                  <a:srgbClr val="617087"/>
                </a:solidFill>
                <a:latin typeface="Arial"/>
                <a:ea typeface="Arial"/>
                <a:cs typeface="Arial"/>
              </a:defRPr>
            </a:defPPr>
          </a:lstStyle>
          <a:p xmlns:a="http://schemas.openxmlformats.org/drawingml/2006/main">
            <a:pPr algn="l">
              <a:buNone/>
              <a:defRPr sz="1275" b="0">
                <a:solidFill>
                  <a:srgbClr val="617087"/>
                </a:solidFill>
                <a:latin typeface="Arial"/>
                <a:ea typeface="Arial"/>
                <a:cs typeface="Arial"/>
              </a:defRPr>
            </a:pPr>
            <a:r>
              <a:rPr sz="1275" b="0">
                <a:solidFill>
                  <a:srgbClr val="617087"/>
                </a:solidFill>
                <a:latin typeface="Arial"/>
                <a:ea typeface="Arial"/>
                <a:cs typeface="Arial"/>
              </a:rPr>
              <a:t>Hiện có reference MuJoCo kiểm logic gate: S 12/12, C 0/12.</a:t>
            </a:r>
          </a:p>
          <a:p xmlns:a="http://schemas.openxmlformats.org/drawingml/2006/main">
            <a:pPr algn="l">
              <a:buNone/>
              <a:defRPr sz="1275" b="0">
                <a:solidFill>
                  <a:srgbClr val="617087"/>
                </a:solidFill>
                <a:latin typeface="Arial"/>
                <a:ea typeface="Arial"/>
                <a:cs typeface="Arial"/>
              </a:defRPr>
            </a:pPr>
            <a:r>
              <a:rPr sz="1275" b="0">
                <a:solidFill>
                  <a:srgbClr val="617087"/>
                </a:solidFill>
                <a:latin typeface="Arial"/>
                <a:ea typeface="Arial"/>
                <a:cs typeface="Arial"/>
              </a:rPr>
              <a:t>State lý tưởng, model 4D, grasp weld. Chưa kiểm Ψ₀ hoặc robot thật.</a:t>
            </a:r>
          </a:p>
        </p:txBody>
      </p:sp>
      <p:sp>
        <p:nvSpPr>
          <p:cNvPr id="24" name="pitch-text-195">
            <a:extLst xmlns:a="http://schemas.openxmlformats.org/drawingml/2006/main">
              <a:ext uri="{FF2B5EF4-FFF2-40B4-BE49-F238E27FC236}">
                <a16:creationId xmlns:a16="http://schemas.microsoft.com/office/drawing/2014/main" id="{E82B0851-E8F3-40FB-82B9-9AE1CD82B443}"/>
              </a:ext>
            </a:extLst>
          </p:cNvPr>
          <p:cNvSpPr>
            <a:spLocks xmlns:a="http://schemas.openxmlformats.org/drawingml/2006/main" noGrp="1"/>
          </p:cNvSpPr>
          <p:nvPr/>
        </p:nvSpPr>
        <p:spPr>
          <a:xfrm xmlns:a="http://schemas.openxmlformats.org/drawingml/2006/main">
            <a:off x="409575" y="5238750"/>
            <a:ext cx="113728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275" b="0">
                <a:solidFill>
                  <a:srgbClr val="617087"/>
                </a:solidFill>
                <a:latin typeface="Arial"/>
                <a:ea typeface="Arial"/>
                <a:cs typeface="Arial"/>
              </a:defRPr>
            </a:defPPr>
          </a:lstStyle>
          <a:p xmlns:a="http://schemas.openxmlformats.org/drawingml/2006/main">
            <a:pPr algn="l">
              <a:buNone/>
              <a:defRPr sz="1275" b="0">
                <a:solidFill>
                  <a:srgbClr val="617087"/>
                </a:solidFill>
                <a:latin typeface="Arial"/>
                <a:ea typeface="Arial"/>
                <a:cs typeface="Arial"/>
              </a:defRPr>
            </a:pPr>
            <a:r>
              <a:rPr sz="1275" b="0">
                <a:solidFill>
                  <a:srgbClr val="617087"/>
                </a:solidFill>
                <a:latin typeface="Arial"/>
                <a:ea typeface="Arial"/>
                <a:cs typeface="Arial"/>
              </a:rPr>
              <a:t>Nguồn figure, code và dataset: psi-lab.ai/Psi0/ (liên kết đầy đủ trong notes)</a:t>
            </a:r>
          </a:p>
        </p:txBody>
      </p:sp>
    </p:spTree>
    <p:extLst>
      <p:ext uri="{BB962C8B-B14F-4D97-AF65-F5344CB8AC3E}">
        <p14:creationId xmlns:p14="http://schemas.microsoft.com/office/powerpoint/2010/main" val="4191444374"/>
      </p:ext>
    </p:extLst>
  </p:cSld>
</p:sld>
</file>

<file path=ppt/slides/slide8.xml><?xml version="1.0" encoding="utf-8"?>
<p:sld xmlns:p="http://schemas.openxmlformats.org/presentationml/2006/main">
  <p:cSld>
    <p:spTree>
      <p:nvGrpSpPr>
        <p:cNvPr id="1" name=""/>
        <p:cNvGrpSpPr/>
        <p:nvPr/>
      </p:nvGrpSpPr>
      <p:grpSpPr>
        <a:xfrm xmlns:a="http://schemas.openxmlformats.org/drawingml/2006/main"/>
      </p:grpSpPr>
      <p:pic>
        <p:nvPicPr>
          <p:cNvPr id="7" name="Picture 6">
            <a:extLst xmlns:a="http://schemas.openxmlformats.org/drawingml/2006/main">
              <a:ext uri="{FF2B5EF4-FFF2-40B4-BE49-F238E27FC236}">
                <a16:creationId xmlns:a16="http://schemas.microsoft.com/office/drawing/2014/main" id="{B26552DD-4F9A-41DA-B600-5D401F60DDDD}"/>
              </a:ext>
            </a:extLst>
          </p:cNvPr>
          <p:cNvPicPr>
            <a:picLocks xmlns:a="http://schemas.openxmlformats.org/drawingml/2006/main" noChangeAspect="1"/>
          </p:cNvPicPr>
          <p:nvPr/>
        </p:nvPicPr>
        <p:blipFill>
          <a:blip xmlns:r="http://schemas.openxmlformats.org/officeDocument/2006/relationships" xmlns:a="http://schemas.openxmlformats.org/drawingml/2006/main" r:embed="R0f1fcaa909cf4ac1"/>
          <a:srcRect xmlns:a="http://schemas.openxmlformats.org/drawingml/2006/main" l="0" t="32804" r="0" b="51587"/>
          <a:stretch xmlns:a="http://schemas.openxmlformats.org/drawingml/2006/main">
            <a:fillRect l="0" t="0" r="0" b="0"/>
          </a:stretch>
        </p:blipFill>
        <p:spPr>
          <a:xfrm xmlns:a="http://schemas.openxmlformats.org/drawingml/2006/main">
            <a:off x="0" y="5832928"/>
            <a:ext cx="12191999" cy="1025075"/>
          </a:xfrm>
          <a:prstGeom xmlns:a="http://schemas.openxmlformats.org/drawingml/2006/main" prst="rect">
            <a:avLst/>
          </a:prstGeom>
        </p:spPr>
      </p:pic>
      <p:sp>
        <p:nvSpPr>
          <p:cNvPr id="2" name="Title 1">
            <a:extLst xmlns:a="http://schemas.openxmlformats.org/drawingml/2006/main">
              <a:ext uri="{FF2B5EF4-FFF2-40B4-BE49-F238E27FC236}">
                <a16:creationId xmlns:a16="http://schemas.microsoft.com/office/drawing/2014/main" id="{BBB7824A-B873-4AFE-8072-7FBE286ECE7B}"/>
              </a:ext>
            </a:extLst>
          </p:cNvPr>
          <p:cNvSpPr>
            <a:spLocks xmlns:a="http://schemas.openxmlformats.org/drawingml/2006/main" noGrp="1"/>
          </p:cNvSpPr>
          <p:nvPr>
            <p:ph type="title" idx="0"/>
          </p:nvPr>
        </p:nvSpPr>
        <p:spPr>
          <a:xfrm xmlns:a="http://schemas.openxmlformats.org/drawingml/2006/main">
            <a:off x="5762625" y="200025"/>
            <a:ext cx="6096000" cy="866775"/>
          </a:xfrm>
          <a:prstGeom xmlns:a="http://schemas.openxmlformats.org/drawingml/2006/main" prst="rect">
            <a:avLst/>
          </a:prstGeom>
        </p:spPr>
        <p:txBody>
          <a:bodyPr xmlns:a="http://schemas.openxmlformats.org/drawingml/2006/main" wrap="square" lIns="0" tIns="0" rIns="0" bIns="0" anchor="ctr">
            <a:noAutofit/>
          </a:bodyPr>
          <a:lstStyle xmlns:a="http://schemas.openxmlformats.org/drawingml/2006/main">
            <a:defPPr algn="ctr">
              <a:defRPr sz="3600" b="1">
                <a:solidFill>
                  <a:srgbClr val="FFFFFF"/>
                </a:solidFill>
                <a:latin typeface="Times New Roman"/>
                <a:ea typeface="Times New Roman"/>
                <a:cs typeface="Times New Roman"/>
              </a:defRPr>
            </a:defPPr>
          </a:lstStyle>
          <a:p xmlns:a="http://schemas.openxmlformats.org/drawingml/2006/main">
            <a:pPr algn="ctr">
              <a:buNone/>
              <a:defRPr sz="3600" b="1">
                <a:solidFill>
                  <a:srgbClr val="FFFFFF"/>
                </a:solidFill>
                <a:latin typeface="Times New Roman"/>
                <a:ea typeface="Times New Roman"/>
                <a:cs typeface="Times New Roman"/>
              </a:defRPr>
            </a:pPr>
            <a:r>
              <a:rPr sz="3600" b="1">
                <a:solidFill>
                  <a:srgbClr val="FFFFFF"/>
                </a:solidFill>
                <a:latin typeface="Times New Roman"/>
                <a:ea typeface="Times New Roman"/>
                <a:cs typeface="Times New Roman"/>
              </a:rPr>
              <a:t>Hiệu quả mang lại?</a:t>
            </a:r>
          </a:p>
        </p:txBody>
      </p:sp>
      <p:sp>
        <p:nvSpPr>
          <p:cNvPr id="4" name="Shape 28">
            <a:extLst xmlns:a="http://schemas.openxmlformats.org/drawingml/2006/main">
              <a:ext uri="{FF2B5EF4-FFF2-40B4-BE49-F238E27FC236}">
                <a16:creationId xmlns:a16="http://schemas.microsoft.com/office/drawing/2014/main" id="{3FF92FF0-C16F-5FF6-7BAA-EE13F3A3077C}"/>
              </a:ext>
            </a:extLst>
          </p:cNvPr>
          <p:cNvSpPr>
            <a:spLocks xmlns:a="http://schemas.openxmlformats.org/drawingml/2006/main" noGrp="1"/>
          </p:cNvSpPr>
          <p:nvPr/>
        </p:nvSpPr>
        <p:spPr>
          <a:xfrm xmlns:a="http://schemas.openxmlformats.org/drawingml/2006/main">
            <a:off x="310908" y="5899993"/>
            <a:ext cx="45719" cy="821936"/>
          </a:xfrm>
          <a:prstGeom xmlns:a="http://schemas.openxmlformats.org/drawingml/2006/main" prst="rect">
            <a:avLst/>
          </a:prstGeom>
          <a:solidFill xmlns:a="http://schemas.openxmlformats.org/drawingml/2006/main">
            <a:srgbClr val="30D158"/>
          </a:solidFill>
          <a:ln xmlns:a="http://schemas.openxmlformats.org/drawingml/2006/main" w="12700">
            <a:solidFill>
              <a:srgbClr val="30D158"/>
            </a:solidFill>
            <a:prstDash val="solid"/>
          </a:ln>
        </p:spPr>
        <p:txBody>
          <a:bodyPr xmlns:a="http://schemas.openxmlformats.org/drawingml/2006/main"/>
          <a:lstStyle xmlns:a="http://schemas.openxmlformats.org/drawingml/2006/main"/>
          <a:p xmlns:a="http://schemas.openxmlformats.org/drawingml/2006/main">
            <a:endParaRPr/>
          </a:p>
        </p:txBody>
      </p:sp>
      <p:sp>
        <p:nvSpPr>
          <p:cNvPr id="5" name="Text 29">
            <a:extLst xmlns:a="http://schemas.openxmlformats.org/drawingml/2006/main">
              <a:ext uri="{FF2B5EF4-FFF2-40B4-BE49-F238E27FC236}">
                <a16:creationId xmlns:a16="http://schemas.microsoft.com/office/drawing/2014/main" id="{F6B4177F-B997-3A40-5B69-23A317D7A4BC}"/>
              </a:ext>
            </a:extLst>
          </p:cNvPr>
          <p:cNvSpPr>
            <a:spLocks xmlns:a="http://schemas.openxmlformats.org/drawingml/2006/main" noGrp="1"/>
          </p:cNvSpPr>
          <p:nvPr/>
        </p:nvSpPr>
        <p:spPr>
          <a:xfrm xmlns:a="http://schemas.openxmlformats.org/drawingml/2006/main">
            <a:off x="466725" y="5895975"/>
            <a:ext cx="10858500" cy="20955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1200" b="1">
                <a:solidFill>
                  <a:srgbClr val="FFFFFF"/>
                </a:solidFill>
                <a:latin typeface="Arial"/>
                <a:ea typeface="Arial"/>
                <a:cs typeface="Arial"/>
              </a:defRPr>
            </a:defPPr>
          </a:lstStyle>
          <a:p xmlns:a="http://schemas.openxmlformats.org/drawingml/2006/main">
            <a:pPr marL="0" indent="0" algn="l">
              <a:lnSpc>
                <a:spcPct val="110000"/>
              </a:lnSpc>
              <a:spcBef>
                <a:spcPts val="0"/>
              </a:spcBef>
              <a:spcAft>
                <a:spcPts val="0"/>
              </a:spcAft>
              <a:buNone/>
              <a:defRPr sz="1200" b="1">
                <a:solidFill>
                  <a:srgbClr val="FFFFFF"/>
                </a:solidFill>
                <a:latin typeface="Arial"/>
                <a:ea typeface="Arial"/>
                <a:cs typeface="Arial"/>
              </a:defRPr>
            </a:pPr>
            <a:r>
              <a:rPr sz="1200" b="1">
                <a:solidFill>
                  <a:srgbClr val="FFFFFF"/>
                </a:solidFill>
                <a:latin typeface="Arial"/>
                <a:ea typeface="Arial"/>
                <a:cs typeface="Arial"/>
              </a:rPr>
              <a:t>Notice:</a:t>
            </a:r>
          </a:p>
        </p:txBody>
      </p:sp>
      <p:sp>
        <p:nvSpPr>
          <p:cNvPr id="6" name="Text 30">
            <a:extLst xmlns:a="http://schemas.openxmlformats.org/drawingml/2006/main">
              <a:ext uri="{FF2B5EF4-FFF2-40B4-BE49-F238E27FC236}">
                <a16:creationId xmlns:a16="http://schemas.microsoft.com/office/drawing/2014/main" id="{34D1BD95-B5A6-0B39-BCD1-2FB2DE13627C}"/>
              </a:ext>
            </a:extLst>
          </p:cNvPr>
          <p:cNvSpPr>
            <a:spLocks xmlns:a="http://schemas.openxmlformats.org/drawingml/2006/main" noGrp="1"/>
          </p:cNvSpPr>
          <p:nvPr/>
        </p:nvSpPr>
        <p:spPr>
          <a:xfrm xmlns:a="http://schemas.openxmlformats.org/drawingml/2006/main">
            <a:off x="466725" y="6124575"/>
            <a:ext cx="10858500" cy="68580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1050" b="0">
                <a:solidFill>
                  <a:srgbClr val="FFFFFF"/>
                </a:solidFill>
                <a:latin typeface="Arial"/>
                <a:ea typeface="Arial"/>
                <a:cs typeface="Arial"/>
              </a:defRPr>
            </a:defPPr>
          </a:lstStyle>
          <a:p xmlns:a="http://schemas.openxmlformats.org/drawingml/2006/main">
            <a:pPr marL="0" indent="0" algn="l">
              <a:lnSpc>
                <a:spcPct val="100000"/>
              </a:lnSpc>
              <a:spcBef>
                <a:spcPts val="0"/>
              </a:spcBef>
              <a:spcAft>
                <a:spcPts val="0"/>
              </a:spcAft>
              <a:buNone/>
              <a:defRPr sz="1050" b="0">
                <a:solidFill>
                  <a:srgbClr val="FFFFFF"/>
                </a:solidFill>
                <a:latin typeface="Arial"/>
                <a:ea typeface="Arial"/>
                <a:cs typeface="Arial"/>
              </a:defRPr>
            </a:pPr>
            <a:r>
              <a:rPr sz="1050" b="0">
                <a:solidFill>
                  <a:srgbClr val="FFFFFF"/>
                </a:solidFill>
                <a:latin typeface="Arial"/>
                <a:ea typeface="Arial"/>
                <a:cs typeface="Arial"/>
              </a:rPr>
              <a:t>1. Mô tả rõ chi phí đầu tư, so sánh ROI</a:t>
            </a:r>
          </a:p>
          <a:p xmlns:a="http://schemas.openxmlformats.org/drawingml/2006/main">
            <a:pPr marL="0" indent="0" algn="l">
              <a:lnSpc>
                <a:spcPct val="100000"/>
              </a:lnSpc>
              <a:spcBef>
                <a:spcPts val="0"/>
              </a:spcBef>
              <a:spcAft>
                <a:spcPts val="0"/>
              </a:spcAft>
              <a:buNone/>
              <a:defRPr sz="1050" b="0">
                <a:solidFill>
                  <a:srgbClr val="FFFFFF"/>
                </a:solidFill>
                <a:latin typeface="Arial"/>
                <a:ea typeface="Arial"/>
                <a:cs typeface="Arial"/>
              </a:defRPr>
            </a:pPr>
            <a:r>
              <a:rPr sz="1050" b="0">
                <a:solidFill>
                  <a:srgbClr val="FFFFFF"/>
                </a:solidFill>
                <a:latin typeface="Arial"/>
                <a:ea typeface="Arial"/>
                <a:cs typeface="Arial"/>
              </a:rPr>
              <a:t>2. Nêu được các hiệu quả sau:</a:t>
            </a:r>
          </a:p>
          <a:p xmlns:a="http://schemas.openxmlformats.org/drawingml/2006/main">
            <a:pPr marL="152400" indent="0" algn="l">
              <a:lnSpc>
                <a:spcPct val="100000"/>
              </a:lnSpc>
              <a:spcBef>
                <a:spcPts val="0"/>
              </a:spcBef>
              <a:spcAft>
                <a:spcPts val="0"/>
              </a:spcAft>
              <a:buNone/>
              <a:defRPr sz="1050" b="0">
                <a:solidFill>
                  <a:srgbClr val="FFFFFF"/>
                </a:solidFill>
                <a:latin typeface="Arial"/>
                <a:ea typeface="Arial"/>
                <a:cs typeface="Arial"/>
              </a:defRPr>
            </a:pPr>
            <a:r>
              <a:rPr sz="1050" b="0">
                <a:solidFill>
                  <a:srgbClr val="FFFFFF"/>
                </a:solidFill>
                <a:latin typeface="Arial"/>
                <a:ea typeface="Arial"/>
                <a:cs typeface="Arial"/>
              </a:rPr>
              <a:t>- Hiệu quả áp dụng trong nhà máy</a:t>
            </a:r>
          </a:p>
          <a:p xmlns:a="http://schemas.openxmlformats.org/drawingml/2006/main">
            <a:pPr marL="152400" indent="0" algn="l">
              <a:lnSpc>
                <a:spcPct val="100000"/>
              </a:lnSpc>
              <a:spcBef>
                <a:spcPts val="0"/>
              </a:spcBef>
              <a:spcAft>
                <a:spcPts val="0"/>
              </a:spcAft>
              <a:buNone/>
              <a:defRPr sz="1050" b="0">
                <a:solidFill>
                  <a:srgbClr val="FFFFFF"/>
                </a:solidFill>
                <a:latin typeface="Arial"/>
                <a:ea typeface="Arial"/>
                <a:cs typeface="Arial"/>
              </a:defRPr>
            </a:pPr>
            <a:r>
              <a:rPr sz="1050" b="0">
                <a:solidFill>
                  <a:srgbClr val="FFFFFF"/>
                </a:solidFill>
                <a:latin typeface="Arial"/>
                <a:ea typeface="Arial"/>
                <a:cs typeface="Arial"/>
              </a:rPr>
              <a:t>- Hiệu quả khi so sánh với phương án truyền thống</a:t>
            </a:r>
          </a:p>
        </p:txBody>
      </p:sp>
      <p:sp>
        <p:nvSpPr>
          <p:cNvPr id="8" name="panel-119">
            <a:extLst xmlns:a="http://schemas.openxmlformats.org/drawingml/2006/main">
              <a:ext uri="{FF2B5EF4-FFF2-40B4-BE49-F238E27FC236}">
                <a16:creationId xmlns:a16="http://schemas.microsoft.com/office/drawing/2014/main" id="{4F879306-8DD4-48D7-A07E-01DFBA057416}"/>
              </a:ext>
            </a:extLst>
          </p:cNvPr>
          <p:cNvSpPr>
            <a:spLocks xmlns:a="http://schemas.openxmlformats.org/drawingml/2006/main" noGrp="1"/>
          </p:cNvSpPr>
          <p:nvPr/>
        </p:nvSpPr>
        <p:spPr>
          <a:xfrm xmlns:a="http://schemas.openxmlformats.org/drawingml/2006/main">
            <a:off x="457200" y="1457325"/>
            <a:ext cx="2647950" cy="1066800"/>
          </a:xfrm>
          <a:prstGeom xmlns:a="http://schemas.openxmlformats.org/drawingml/2006/main" prst="roundRect">
            <a:avLst>
              <a:gd name="adj" fmla="val 7143"/>
            </a:avLst>
          </a:prstGeom>
          <a:solidFill xmlns:a="http://schemas.openxmlformats.org/drawingml/2006/main">
            <a:srgbClr val="EEF2FA"/>
          </a:solidFill>
          <a:ln xmlns:a="http://schemas.openxmlformats.org/drawingml/2006/main" w="0">
            <a:noFill/>
          </a:ln>
        </p:spPr>
      </p:sp>
      <p:sp>
        <p:nvSpPr>
          <p:cNvPr id="9" name="pitch-text-120">
            <a:extLst xmlns:a="http://schemas.openxmlformats.org/drawingml/2006/main">
              <a:ext uri="{FF2B5EF4-FFF2-40B4-BE49-F238E27FC236}">
                <a16:creationId xmlns:a16="http://schemas.microsoft.com/office/drawing/2014/main" id="{D93FEEAC-C42E-42CE-B58F-3082F5E39393}"/>
              </a:ext>
            </a:extLst>
          </p:cNvPr>
          <p:cNvSpPr>
            <a:spLocks xmlns:a="http://schemas.openxmlformats.org/drawingml/2006/main" noGrp="1"/>
          </p:cNvSpPr>
          <p:nvPr/>
        </p:nvSpPr>
        <p:spPr>
          <a:xfrm xmlns:a="http://schemas.openxmlformats.org/drawingml/2006/main">
            <a:off x="619125" y="1571625"/>
            <a:ext cx="23241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3000" b="1">
                <a:solidFill>
                  <a:srgbClr val="12833E"/>
                </a:solidFill>
                <a:latin typeface="Arial"/>
                <a:ea typeface="Arial"/>
                <a:cs typeface="Arial"/>
              </a:defRPr>
            </a:defPPr>
          </a:lstStyle>
          <a:p xmlns:a="http://schemas.openxmlformats.org/drawingml/2006/main">
            <a:pPr algn="l">
              <a:buNone/>
              <a:defRPr sz="3000" b="1">
                <a:solidFill>
                  <a:srgbClr val="12833E"/>
                </a:solidFill>
                <a:latin typeface="Arial"/>
                <a:ea typeface="Arial"/>
                <a:cs typeface="Arial"/>
              </a:defRPr>
            </a:pPr>
            <a:r>
              <a:rPr sz="3000" b="1">
                <a:solidFill>
                  <a:srgbClr val="12833E"/>
                </a:solidFill>
                <a:latin typeface="Arial"/>
                <a:ea typeface="Arial"/>
                <a:cs typeface="Arial"/>
              </a:rPr>
              <a:t>$168.20</a:t>
            </a:r>
          </a:p>
        </p:txBody>
      </p:sp>
      <p:sp>
        <p:nvSpPr>
          <p:cNvPr id="10" name="pitch-text-121">
            <a:extLst xmlns:a="http://schemas.openxmlformats.org/drawingml/2006/main">
              <a:ext uri="{FF2B5EF4-FFF2-40B4-BE49-F238E27FC236}">
                <a16:creationId xmlns:a16="http://schemas.microsoft.com/office/drawing/2014/main" id="{05871F38-85A8-4E03-9D38-F62943C16314}"/>
              </a:ext>
            </a:extLst>
          </p:cNvPr>
          <p:cNvSpPr>
            <a:spLocks xmlns:a="http://schemas.openxmlformats.org/drawingml/2006/main" noGrp="1"/>
          </p:cNvSpPr>
          <p:nvPr/>
        </p:nvSpPr>
        <p:spPr>
          <a:xfrm xmlns:a="http://schemas.openxmlformats.org/drawingml/2006/main">
            <a:off x="619125" y="2143125"/>
            <a:ext cx="23241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350" b="0">
                <a:solidFill>
                  <a:srgbClr val="222C4C"/>
                </a:solidFill>
                <a:latin typeface="Arial"/>
                <a:ea typeface="Arial"/>
                <a:cs typeface="Arial"/>
              </a:defRPr>
            </a:defPPr>
          </a:lstStyle>
          <a:p xmlns:a="http://schemas.openxmlformats.org/drawingml/2006/main">
            <a:pPr algn="l">
              <a:buNone/>
              <a:defRPr sz="1350" b="0">
                <a:solidFill>
                  <a:srgbClr val="222C4C"/>
                </a:solidFill>
                <a:latin typeface="Arial"/>
                <a:ea typeface="Arial"/>
                <a:cs typeface="Arial"/>
              </a:defRPr>
            </a:pPr>
            <a:r>
              <a:rPr sz="1350" b="0">
                <a:solidFill>
                  <a:srgbClr val="222C4C"/>
                </a:solidFill>
                <a:latin typeface="Arial"/>
                <a:ea typeface="Arial"/>
                <a:cs typeface="Arial"/>
              </a:rPr>
              <a:t>Ròng mỗi đợt cải thiện task</a:t>
            </a:r>
          </a:p>
        </p:txBody>
      </p:sp>
      <p:sp>
        <p:nvSpPr>
          <p:cNvPr id="11" name="panel-122">
            <a:extLst xmlns:a="http://schemas.openxmlformats.org/drawingml/2006/main">
              <a:ext uri="{FF2B5EF4-FFF2-40B4-BE49-F238E27FC236}">
                <a16:creationId xmlns:a16="http://schemas.microsoft.com/office/drawing/2014/main" id="{628271BB-A3A9-4FD2-A4A1-EDE11E018828}"/>
              </a:ext>
            </a:extLst>
          </p:cNvPr>
          <p:cNvSpPr>
            <a:spLocks xmlns:a="http://schemas.openxmlformats.org/drawingml/2006/main" noGrp="1"/>
          </p:cNvSpPr>
          <p:nvPr/>
        </p:nvSpPr>
        <p:spPr>
          <a:xfrm xmlns:a="http://schemas.openxmlformats.org/drawingml/2006/main">
            <a:off x="3333750" y="1457325"/>
            <a:ext cx="2647950" cy="1066800"/>
          </a:xfrm>
          <a:prstGeom xmlns:a="http://schemas.openxmlformats.org/drawingml/2006/main" prst="roundRect">
            <a:avLst>
              <a:gd name="adj" fmla="val 7143"/>
            </a:avLst>
          </a:prstGeom>
          <a:solidFill xmlns:a="http://schemas.openxmlformats.org/drawingml/2006/main">
            <a:srgbClr val="EEF2FA"/>
          </a:solidFill>
          <a:ln xmlns:a="http://schemas.openxmlformats.org/drawingml/2006/main" w="0">
            <a:noFill/>
          </a:ln>
        </p:spPr>
      </p:sp>
      <p:sp>
        <p:nvSpPr>
          <p:cNvPr id="12" name="pitch-text-123">
            <a:extLst xmlns:a="http://schemas.openxmlformats.org/drawingml/2006/main">
              <a:ext uri="{FF2B5EF4-FFF2-40B4-BE49-F238E27FC236}">
                <a16:creationId xmlns:a16="http://schemas.microsoft.com/office/drawing/2014/main" id="{1D82D037-6365-4357-A770-EE1DFA8BFCBC}"/>
              </a:ext>
            </a:extLst>
          </p:cNvPr>
          <p:cNvSpPr>
            <a:spLocks xmlns:a="http://schemas.openxmlformats.org/drawingml/2006/main" noGrp="1"/>
          </p:cNvSpPr>
          <p:nvPr/>
        </p:nvSpPr>
        <p:spPr>
          <a:xfrm xmlns:a="http://schemas.openxmlformats.org/drawingml/2006/main">
            <a:off x="3495675" y="1571625"/>
            <a:ext cx="23241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3000" b="1">
                <a:solidFill>
                  <a:srgbClr val="20245F"/>
                </a:solidFill>
                <a:latin typeface="Arial"/>
                <a:ea typeface="Arial"/>
                <a:cs typeface="Arial"/>
              </a:defRPr>
            </a:defPPr>
          </a:lstStyle>
          <a:p xmlns:a="http://schemas.openxmlformats.org/drawingml/2006/main">
            <a:pPr algn="l">
              <a:buNone/>
              <a:defRPr sz="3000" b="1">
                <a:solidFill>
                  <a:srgbClr val="20245F"/>
                </a:solidFill>
                <a:latin typeface="Arial"/>
                <a:ea typeface="Arial"/>
                <a:cs typeface="Arial"/>
              </a:defRPr>
            </a:pPr>
            <a:r>
              <a:rPr sz="3000" b="1">
                <a:solidFill>
                  <a:srgbClr val="20245F"/>
                </a:solidFill>
                <a:latin typeface="Arial"/>
                <a:ea typeface="Arial"/>
                <a:cs typeface="Arial"/>
              </a:rPr>
              <a:t>−30%</a:t>
            </a:r>
          </a:p>
        </p:txBody>
      </p:sp>
      <p:sp>
        <p:nvSpPr>
          <p:cNvPr id="13" name="pitch-text-124">
            <a:extLst xmlns:a="http://schemas.openxmlformats.org/drawingml/2006/main">
              <a:ext uri="{FF2B5EF4-FFF2-40B4-BE49-F238E27FC236}">
                <a16:creationId xmlns:a16="http://schemas.microsoft.com/office/drawing/2014/main" id="{D361BB44-84A9-4502-AAA1-48E41D445F43}"/>
              </a:ext>
            </a:extLst>
          </p:cNvPr>
          <p:cNvSpPr>
            <a:spLocks xmlns:a="http://schemas.openxmlformats.org/drawingml/2006/main" noGrp="1"/>
          </p:cNvSpPr>
          <p:nvPr/>
        </p:nvSpPr>
        <p:spPr>
          <a:xfrm xmlns:a="http://schemas.openxmlformats.org/drawingml/2006/main">
            <a:off x="3495675" y="2143125"/>
            <a:ext cx="23241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350" b="0">
                <a:solidFill>
                  <a:srgbClr val="222C4C"/>
                </a:solidFill>
                <a:latin typeface="Arial"/>
                <a:ea typeface="Arial"/>
                <a:cs typeface="Arial"/>
              </a:defRPr>
            </a:defPPr>
          </a:lstStyle>
          <a:p xmlns:a="http://schemas.openxmlformats.org/drawingml/2006/main">
            <a:pPr algn="l">
              <a:buNone/>
              <a:defRPr sz="1350" b="0">
                <a:solidFill>
                  <a:srgbClr val="222C4C"/>
                </a:solidFill>
                <a:latin typeface="Arial"/>
                <a:ea typeface="Arial"/>
                <a:cs typeface="Arial"/>
              </a:defRPr>
            </a:pPr>
            <a:r>
              <a:rPr sz="1350" b="0">
                <a:solidFill>
                  <a:srgbClr val="222C4C"/>
                </a:solidFill>
                <a:latin typeface="Arial"/>
                <a:ea typeface="Arial"/>
                <a:cs typeface="Arial"/>
              </a:rPr>
              <a:t>Demo gốc: 200 còn 140</a:t>
            </a:r>
          </a:p>
        </p:txBody>
      </p:sp>
      <p:sp>
        <p:nvSpPr>
          <p:cNvPr id="14" name="panel-125">
            <a:extLst xmlns:a="http://schemas.openxmlformats.org/drawingml/2006/main">
              <a:ext uri="{FF2B5EF4-FFF2-40B4-BE49-F238E27FC236}">
                <a16:creationId xmlns:a16="http://schemas.microsoft.com/office/drawing/2014/main" id="{AF5A9EA5-FB5B-41FF-8581-6417E54DAC1B}"/>
              </a:ext>
            </a:extLst>
          </p:cNvPr>
          <p:cNvSpPr>
            <a:spLocks xmlns:a="http://schemas.openxmlformats.org/drawingml/2006/main" noGrp="1"/>
          </p:cNvSpPr>
          <p:nvPr/>
        </p:nvSpPr>
        <p:spPr>
          <a:xfrm xmlns:a="http://schemas.openxmlformats.org/drawingml/2006/main">
            <a:off x="6210300" y="1457325"/>
            <a:ext cx="2647950" cy="1066800"/>
          </a:xfrm>
          <a:prstGeom xmlns:a="http://schemas.openxmlformats.org/drawingml/2006/main" prst="roundRect">
            <a:avLst>
              <a:gd name="adj" fmla="val 7143"/>
            </a:avLst>
          </a:prstGeom>
          <a:solidFill xmlns:a="http://schemas.openxmlformats.org/drawingml/2006/main">
            <a:srgbClr val="EEF2FA"/>
          </a:solidFill>
          <a:ln xmlns:a="http://schemas.openxmlformats.org/drawingml/2006/main" w="0">
            <a:noFill/>
          </a:ln>
        </p:spPr>
      </p:sp>
      <p:sp>
        <p:nvSpPr>
          <p:cNvPr id="15" name="pitch-text-126">
            <a:extLst xmlns:a="http://schemas.openxmlformats.org/drawingml/2006/main">
              <a:ext uri="{FF2B5EF4-FFF2-40B4-BE49-F238E27FC236}">
                <a16:creationId xmlns:a16="http://schemas.microsoft.com/office/drawing/2014/main" id="{E6FA52FA-74B0-496C-A73C-37C5D6C2C651}"/>
              </a:ext>
            </a:extLst>
          </p:cNvPr>
          <p:cNvSpPr>
            <a:spLocks xmlns:a="http://schemas.openxmlformats.org/drawingml/2006/main" noGrp="1"/>
          </p:cNvSpPr>
          <p:nvPr/>
        </p:nvSpPr>
        <p:spPr>
          <a:xfrm xmlns:a="http://schemas.openxmlformats.org/drawingml/2006/main">
            <a:off x="6372225" y="1571625"/>
            <a:ext cx="23241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3000" b="1">
                <a:solidFill>
                  <a:srgbClr val="20245F"/>
                </a:solidFill>
                <a:latin typeface="Arial"/>
                <a:ea typeface="Arial"/>
                <a:cs typeface="Arial"/>
              </a:defRPr>
            </a:defPPr>
          </a:lstStyle>
          <a:p xmlns:a="http://schemas.openxmlformats.org/drawingml/2006/main">
            <a:pPr algn="l">
              <a:buNone/>
              <a:defRPr sz="3000" b="1">
                <a:solidFill>
                  <a:srgbClr val="20245F"/>
                </a:solidFill>
                <a:latin typeface="Arial"/>
                <a:ea typeface="Arial"/>
                <a:cs typeface="Arial"/>
              </a:defRPr>
            </a:pPr>
            <a:r>
              <a:rPr sz="3000" b="1">
                <a:solidFill>
                  <a:srgbClr val="20245F"/>
                </a:solidFill>
                <a:latin typeface="Arial"/>
                <a:ea typeface="Arial"/>
                <a:cs typeface="Arial"/>
              </a:rPr>
              <a:t>−50%</a:t>
            </a:r>
          </a:p>
        </p:txBody>
      </p:sp>
      <p:sp>
        <p:nvSpPr>
          <p:cNvPr id="16" name="pitch-text-127">
            <a:extLst xmlns:a="http://schemas.openxmlformats.org/drawingml/2006/main">
              <a:ext uri="{FF2B5EF4-FFF2-40B4-BE49-F238E27FC236}">
                <a16:creationId xmlns:a16="http://schemas.microsoft.com/office/drawing/2014/main" id="{1F0F1AB7-6296-4C78-9289-08CA43D5EF75}"/>
              </a:ext>
            </a:extLst>
          </p:cNvPr>
          <p:cNvSpPr>
            <a:spLocks xmlns:a="http://schemas.openxmlformats.org/drawingml/2006/main" noGrp="1"/>
          </p:cNvSpPr>
          <p:nvPr/>
        </p:nvSpPr>
        <p:spPr>
          <a:xfrm xmlns:a="http://schemas.openxmlformats.org/drawingml/2006/main">
            <a:off x="6372225" y="2143125"/>
            <a:ext cx="23241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350" b="0">
                <a:solidFill>
                  <a:srgbClr val="222C4C"/>
                </a:solidFill>
                <a:latin typeface="Arial"/>
                <a:ea typeface="Arial"/>
                <a:cs typeface="Arial"/>
              </a:defRPr>
            </a:defPPr>
          </a:lstStyle>
          <a:p xmlns:a="http://schemas.openxmlformats.org/drawingml/2006/main">
            <a:pPr algn="l">
              <a:buNone/>
              <a:defRPr sz="1350" b="0">
                <a:solidFill>
                  <a:srgbClr val="222C4C"/>
                </a:solidFill>
                <a:latin typeface="Arial"/>
                <a:ea typeface="Arial"/>
                <a:cs typeface="Arial"/>
              </a:defRPr>
            </a:pPr>
            <a:r>
              <a:rPr sz="1350" b="0">
                <a:solidFill>
                  <a:srgbClr val="222C4C"/>
                </a:solidFill>
                <a:latin typeface="Arial"/>
                <a:ea typeface="Arial"/>
                <a:cs typeface="Arial"/>
              </a:rPr>
              <a:t>Debug: 20 còn 10 giờ</a:t>
            </a:r>
          </a:p>
        </p:txBody>
      </p:sp>
      <p:sp>
        <p:nvSpPr>
          <p:cNvPr id="17" name="panel-128">
            <a:extLst xmlns:a="http://schemas.openxmlformats.org/drawingml/2006/main">
              <a:ext uri="{FF2B5EF4-FFF2-40B4-BE49-F238E27FC236}">
                <a16:creationId xmlns:a16="http://schemas.microsoft.com/office/drawing/2014/main" id="{6B770334-B5E4-4EA3-8EDC-153B0DCC3723}"/>
              </a:ext>
            </a:extLst>
          </p:cNvPr>
          <p:cNvSpPr>
            <a:spLocks xmlns:a="http://schemas.openxmlformats.org/drawingml/2006/main" noGrp="1"/>
          </p:cNvSpPr>
          <p:nvPr/>
        </p:nvSpPr>
        <p:spPr>
          <a:xfrm xmlns:a="http://schemas.openxmlformats.org/drawingml/2006/main">
            <a:off x="9086850" y="1457325"/>
            <a:ext cx="2647950" cy="1066800"/>
          </a:xfrm>
          <a:prstGeom xmlns:a="http://schemas.openxmlformats.org/drawingml/2006/main" prst="roundRect">
            <a:avLst>
              <a:gd name="adj" fmla="val 7143"/>
            </a:avLst>
          </a:prstGeom>
          <a:solidFill xmlns:a="http://schemas.openxmlformats.org/drawingml/2006/main">
            <a:srgbClr val="EEF2FA"/>
          </a:solidFill>
          <a:ln xmlns:a="http://schemas.openxmlformats.org/drawingml/2006/main" w="0">
            <a:noFill/>
          </a:ln>
        </p:spPr>
      </p:sp>
      <p:sp>
        <p:nvSpPr>
          <p:cNvPr id="18" name="pitch-text-129">
            <a:extLst xmlns:a="http://schemas.openxmlformats.org/drawingml/2006/main">
              <a:ext uri="{FF2B5EF4-FFF2-40B4-BE49-F238E27FC236}">
                <a16:creationId xmlns:a16="http://schemas.microsoft.com/office/drawing/2014/main" id="{6E1ABBE9-2366-4B35-B073-254AF570F5F0}"/>
              </a:ext>
            </a:extLst>
          </p:cNvPr>
          <p:cNvSpPr>
            <a:spLocks xmlns:a="http://schemas.openxmlformats.org/drawingml/2006/main" noGrp="1"/>
          </p:cNvSpPr>
          <p:nvPr/>
        </p:nvSpPr>
        <p:spPr>
          <a:xfrm xmlns:a="http://schemas.openxmlformats.org/drawingml/2006/main">
            <a:off x="9248775" y="1571625"/>
            <a:ext cx="23241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3000" b="1">
                <a:solidFill>
                  <a:srgbClr val="12833E"/>
                </a:solidFill>
                <a:latin typeface="Arial"/>
                <a:ea typeface="Arial"/>
                <a:cs typeface="Arial"/>
              </a:defRPr>
            </a:defPPr>
          </a:lstStyle>
          <a:p xmlns:a="http://schemas.openxmlformats.org/drawingml/2006/main">
            <a:pPr algn="l">
              <a:buNone/>
              <a:defRPr sz="3000" b="1">
                <a:solidFill>
                  <a:srgbClr val="12833E"/>
                </a:solidFill>
                <a:latin typeface="Arial"/>
                <a:ea typeface="Arial"/>
                <a:cs typeface="Arial"/>
              </a:defRPr>
            </a:pPr>
            <a:r>
              <a:rPr sz="3000" b="1">
                <a:solidFill>
                  <a:srgbClr val="12833E"/>
                </a:solidFill>
                <a:latin typeface="Arial"/>
                <a:ea typeface="Arial"/>
                <a:cs typeface="Arial"/>
              </a:rPr>
              <a:t>$22,841</a:t>
            </a:r>
          </a:p>
        </p:txBody>
      </p:sp>
      <p:sp>
        <p:nvSpPr>
          <p:cNvPr id="19" name="pitch-text-130">
            <a:extLst xmlns:a="http://schemas.openxmlformats.org/drawingml/2006/main">
              <a:ext uri="{FF2B5EF4-FFF2-40B4-BE49-F238E27FC236}">
                <a16:creationId xmlns:a16="http://schemas.microsoft.com/office/drawing/2014/main" id="{36D20D43-8612-4A18-ADFA-A059962D24E3}"/>
              </a:ext>
            </a:extLst>
          </p:cNvPr>
          <p:cNvSpPr>
            <a:spLocks xmlns:a="http://schemas.openxmlformats.org/drawingml/2006/main" noGrp="1"/>
          </p:cNvSpPr>
          <p:nvPr/>
        </p:nvSpPr>
        <p:spPr>
          <a:xfrm xmlns:a="http://schemas.openxmlformats.org/drawingml/2006/main">
            <a:off x="9248775" y="2143125"/>
            <a:ext cx="23241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350" b="0">
                <a:solidFill>
                  <a:srgbClr val="222C4C"/>
                </a:solidFill>
                <a:latin typeface="Arial"/>
                <a:ea typeface="Arial"/>
                <a:cs typeface="Arial"/>
              </a:defRPr>
            </a:defPPr>
          </a:lstStyle>
          <a:p xmlns:a="http://schemas.openxmlformats.org/drawingml/2006/main">
            <a:pPr algn="l">
              <a:buNone/>
              <a:defRPr sz="1350" b="0">
                <a:solidFill>
                  <a:srgbClr val="222C4C"/>
                </a:solidFill>
                <a:latin typeface="Arial"/>
                <a:ea typeface="Arial"/>
                <a:cs typeface="Arial"/>
              </a:defRPr>
            </a:pPr>
            <a:r>
              <a:rPr sz="1350" b="0">
                <a:solidFill>
                  <a:srgbClr val="222C4C"/>
                </a:solidFill>
                <a:latin typeface="Arial"/>
                <a:ea typeface="Arial"/>
                <a:cs typeface="Arial"/>
              </a:rPr>
              <a:t>Năm ổn định, 144 đợt</a:t>
            </a:r>
          </a:p>
        </p:txBody>
      </p:sp>
      <p:sp>
        <p:nvSpPr>
          <p:cNvPr id="20" name="pitch-text-131">
            <a:extLst xmlns:a="http://schemas.openxmlformats.org/drawingml/2006/main">
              <a:ext uri="{FF2B5EF4-FFF2-40B4-BE49-F238E27FC236}">
                <a16:creationId xmlns:a16="http://schemas.microsoft.com/office/drawing/2014/main" id="{6640AAAA-2D51-4086-916F-6EBD2E01C5B2}"/>
              </a:ext>
            </a:extLst>
          </p:cNvPr>
          <p:cNvSpPr>
            <a:spLocks xmlns:a="http://schemas.openxmlformats.org/drawingml/2006/main" noGrp="1"/>
          </p:cNvSpPr>
          <p:nvPr/>
        </p:nvSpPr>
        <p:spPr>
          <a:xfrm xmlns:a="http://schemas.openxmlformats.org/drawingml/2006/main">
            <a:off x="457200" y="2638425"/>
            <a:ext cx="112776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350" b="0">
                <a:solidFill>
                  <a:srgbClr val="617087"/>
                </a:solidFill>
                <a:latin typeface="Arial"/>
                <a:ea typeface="Arial"/>
                <a:cs typeface="Arial"/>
              </a:defRPr>
            </a:defPPr>
          </a:lstStyle>
          <a:p xmlns:a="http://schemas.openxmlformats.org/drawingml/2006/main">
            <a:pPr algn="l">
              <a:buNone/>
              <a:defRPr sz="1350" b="0">
                <a:solidFill>
                  <a:srgbClr val="617087"/>
                </a:solidFill>
                <a:latin typeface="Arial"/>
                <a:ea typeface="Arial"/>
                <a:cs typeface="Arial"/>
              </a:defRPr>
            </a:pPr>
            <a:r>
              <a:rPr sz="1350" b="0">
                <a:solidFill>
                  <a:srgbClr val="617087"/>
                </a:solidFill>
                <a:latin typeface="Arial"/>
                <a:ea typeface="Arial"/>
                <a:cs typeface="Arial"/>
              </a:rPr>
              <a:t>Kịch bản ước lượng ở cùng chất lượng. Nhân công, khối lượng và mức giảm chưa đo tại DENSO.</a:t>
            </a:r>
          </a:p>
        </p:txBody>
      </p:sp>
      <p:sp>
        <p:nvSpPr>
          <p:cNvPr id="21" name="pitch-text-132">
            <a:extLst xmlns:a="http://schemas.openxmlformats.org/drawingml/2006/main">
              <a:ext uri="{FF2B5EF4-FFF2-40B4-BE49-F238E27FC236}">
                <a16:creationId xmlns:a16="http://schemas.microsoft.com/office/drawing/2014/main" id="{CC795AC3-EAD4-4A64-8C4A-69E0C6BE8F27}"/>
              </a:ext>
            </a:extLst>
          </p:cNvPr>
          <p:cNvSpPr>
            <a:spLocks xmlns:a="http://schemas.openxmlformats.org/drawingml/2006/main" noGrp="1"/>
          </p:cNvSpPr>
          <p:nvPr/>
        </p:nvSpPr>
        <p:spPr>
          <a:xfrm xmlns:a="http://schemas.openxmlformats.org/drawingml/2006/main">
            <a:off x="457200" y="3019425"/>
            <a:ext cx="6905625"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500" b="1">
                <a:solidFill>
                  <a:srgbClr val="20245F"/>
                </a:solidFill>
                <a:latin typeface="Arial"/>
                <a:ea typeface="Arial"/>
                <a:cs typeface="Arial"/>
              </a:defRPr>
            </a:defPPr>
          </a:lstStyle>
          <a:p xmlns:a="http://schemas.openxmlformats.org/drawingml/2006/main">
            <a:pPr algn="l">
              <a:buNone/>
              <a:defRPr sz="1500" b="1">
                <a:solidFill>
                  <a:srgbClr val="20245F"/>
                </a:solidFill>
                <a:latin typeface="Arial"/>
                <a:ea typeface="Arial"/>
                <a:cs typeface="Arial"/>
              </a:defRPr>
            </a:pPr>
            <a:r>
              <a:rPr sz="1500" b="1">
                <a:solidFill>
                  <a:srgbClr val="20245F"/>
                </a:solidFill>
                <a:latin typeface="Arial"/>
                <a:ea typeface="Arial"/>
                <a:cs typeface="Arial"/>
              </a:rPr>
              <a:t>SO SÁNH CHI PHÍ / ĐỢT (USD)</a:t>
            </a:r>
          </a:p>
        </p:txBody>
      </p:sp>
      <p:graphicFrame>
        <p:nvGraphicFramePr>
          <p:cNvPr id="22" name="">
            <a:extLst xmlns:a="http://schemas.openxmlformats.org/drawingml/2006/main">
              <a:ext uri="{FF2B5EF4-FFF2-40B4-BE49-F238E27FC236}">
                <a16:creationId xmlns:a16="http://schemas.microsoft.com/office/drawing/2014/main" id="{C9E8CA59-1651-4E9A-B483-892ED03598B0}"/>
              </a:ext>
            </a:extLst>
          </p:cNvPr>
          <p:cNvGraphicFramePr/>
          <p:nvPr/>
        </p:nvGraphicFramePr>
        <p:xfrm>
          <a:off xmlns:a="http://schemas.openxmlformats.org/drawingml/2006/main" x="457200" y="3362325"/>
          <a:ext xmlns:a="http://schemas.openxmlformats.org/drawingml/2006/main" cx="6905625" cy="2133600"/>
        </p:xfrm>
        <a:graphic xmlns:a="http://schemas.openxmlformats.org/drawingml/2006/main">
          <a:graphicData uri="http://schemas.openxmlformats.org/drawingml/2006/table">
            <a:tbl>
              <a:tblPr/>
              <a:tblGrid>
                <a:gridCol w="3914775"/>
                <a:gridCol w="1495425"/>
                <a:gridCol w="1495425"/>
              </a:tblGrid>
              <a:tr h="304800">
                <a:tc>
                  <a:txBody>
                    <a:bodyPr/>
                    <a:lstStyle/>
                    <a:p>
                      <a:r>
                        <a:rPr sz="1313" b="1">
                          <a:solidFill>
                            <a:srgbClr val="FFFFFF"/>
                          </a:solidFill>
                          <a:latin typeface="Arial"/>
                          <a:ea typeface="Arial"/>
                          <a:cs typeface="Arial"/>
                        </a:rPr>
                        <a:t>Khoản mục</a:t>
                      </a:r>
                    </a:p>
                  </a:txBody>
                  <a:tcPr marL="114300" marR="95250" marT="38100" marB="38100" anchor="ctr">
                    <a:solidFill>
                      <a:srgbClr val="20245F"/>
                    </a:solidFill>
                  </a:tcPr>
                </a:tc>
                <a:tc>
                  <a:txBody>
                    <a:bodyPr/>
                    <a:lstStyle/>
                    <a:p>
                      <a:r>
                        <a:rPr sz="1313" b="1">
                          <a:solidFill>
                            <a:srgbClr val="FFFFFF"/>
                          </a:solidFill>
                          <a:latin typeface="Arial"/>
                          <a:ea typeface="Arial"/>
                          <a:cs typeface="Arial"/>
                        </a:rPr>
                        <a:t>Baseline</a:t>
                      </a:r>
                    </a:p>
                  </a:txBody>
                  <a:tcPr marL="114300" marR="95250" marT="38100" marB="38100" anchor="ctr">
                    <a:solidFill>
                      <a:srgbClr val="20245F"/>
                    </a:solidFill>
                  </a:tcPr>
                </a:tc>
                <a:tc>
                  <a:txBody>
                    <a:bodyPr/>
                    <a:lstStyle/>
                    <a:p>
                      <a:r>
                        <a:rPr sz="1313" b="1">
                          <a:solidFill>
                            <a:srgbClr val="FFFFFF"/>
                          </a:solidFill>
                          <a:latin typeface="Arial"/>
                          <a:ea typeface="Arial"/>
                          <a:cs typeface="Arial"/>
                        </a:rPr>
                        <a:t>Đề xuất</a:t>
                      </a:r>
                    </a:p>
                  </a:txBody>
                  <a:tcPr marL="114300" marR="95250" marT="38100" marB="38100" anchor="ctr">
                    <a:solidFill>
                      <a:srgbClr val="20245F"/>
                    </a:solidFill>
                  </a:tcPr>
                </a:tc>
              </a:tr>
              <a:tr h="304800">
                <a:tc>
                  <a:txBody>
                    <a:bodyPr/>
                    <a:lstStyle/>
                    <a:p>
                      <a:r>
                        <a:rPr sz="1313">
                          <a:solidFill>
                            <a:srgbClr val="222C4C"/>
                          </a:solidFill>
                          <a:latin typeface="Arial"/>
                          <a:ea typeface="Arial"/>
                          <a:cs typeface="Arial"/>
                        </a:rPr>
                        <a:t>Thu + QA teleop [A1]</a:t>
                      </a:r>
                    </a:p>
                  </a:txBody>
                  <a:tcPr marL="114300" marR="95250" marT="38100" marB="38100" anchor="ctr">
                    <a:solidFill>
                      <a:srgbClr val="FFFFFF"/>
                    </a:solidFill>
                  </a:tcPr>
                </a:tc>
                <a:tc>
                  <a:txBody>
                    <a:bodyPr/>
                    <a:lstStyle/>
                    <a:p>
                      <a:r>
                        <a:rPr sz="1313">
                          <a:solidFill>
                            <a:srgbClr val="222C4C"/>
                          </a:solidFill>
                          <a:latin typeface="Arial"/>
                          <a:ea typeface="Arial"/>
                          <a:cs typeface="Arial"/>
                        </a:rPr>
                        <a:t>500.00</a:t>
                      </a:r>
                    </a:p>
                  </a:txBody>
                  <a:tcPr marL="114300" marR="95250" marT="38100" marB="38100" anchor="ctr">
                    <a:solidFill>
                      <a:srgbClr val="FFFFFF"/>
                    </a:solidFill>
                  </a:tcPr>
                </a:tc>
                <a:tc>
                  <a:txBody>
                    <a:bodyPr/>
                    <a:lstStyle/>
                    <a:p>
                      <a:r>
                        <a:rPr sz="1313">
                          <a:solidFill>
                            <a:srgbClr val="222C4C"/>
                          </a:solidFill>
                          <a:latin typeface="Arial"/>
                          <a:ea typeface="Arial"/>
                          <a:cs typeface="Arial"/>
                        </a:rPr>
                        <a:t>350.00</a:t>
                      </a:r>
                    </a:p>
                  </a:txBody>
                  <a:tcPr marL="114300" marR="95250" marT="38100" marB="38100" anchor="ctr">
                    <a:solidFill>
                      <a:srgbClr val="FFFFFF"/>
                    </a:solidFill>
                  </a:tcPr>
                </a:tc>
              </a:tr>
              <a:tr h="304800">
                <a:tc>
                  <a:txBody>
                    <a:bodyPr/>
                    <a:lstStyle/>
                    <a:p>
                      <a:r>
                        <a:rPr sz="1313">
                          <a:solidFill>
                            <a:srgbClr val="222C4C"/>
                          </a:solidFill>
                          <a:latin typeface="Arial"/>
                          <a:ea typeface="Arial"/>
                          <a:cs typeface="Arial"/>
                        </a:rPr>
                        <a:t>Debug [A1]</a:t>
                      </a:r>
                    </a:p>
                  </a:txBody>
                  <a:tcPr marL="114300" marR="95250" marT="38100" marB="38100" anchor="ctr">
                    <a:solidFill>
                      <a:srgbClr val="EEF2FA"/>
                    </a:solidFill>
                  </a:tcPr>
                </a:tc>
                <a:tc>
                  <a:txBody>
                    <a:bodyPr/>
                    <a:lstStyle/>
                    <a:p>
                      <a:r>
                        <a:rPr sz="1313">
                          <a:solidFill>
                            <a:srgbClr val="222C4C"/>
                          </a:solidFill>
                          <a:latin typeface="Arial"/>
                          <a:ea typeface="Arial"/>
                          <a:cs typeface="Arial"/>
                        </a:rPr>
                        <a:t>400.00</a:t>
                      </a:r>
                    </a:p>
                  </a:txBody>
                  <a:tcPr marL="114300" marR="95250" marT="38100" marB="38100" anchor="ctr">
                    <a:solidFill>
                      <a:srgbClr val="EEF2FA"/>
                    </a:solidFill>
                  </a:tcPr>
                </a:tc>
                <a:tc>
                  <a:txBody>
                    <a:bodyPr/>
                    <a:lstStyle/>
                    <a:p>
                      <a:r>
                        <a:rPr sz="1313">
                          <a:solidFill>
                            <a:srgbClr val="222C4C"/>
                          </a:solidFill>
                          <a:latin typeface="Arial"/>
                          <a:ea typeface="Arial"/>
                          <a:cs typeface="Arial"/>
                        </a:rPr>
                        <a:t>200.00</a:t>
                      </a:r>
                    </a:p>
                  </a:txBody>
                  <a:tcPr marL="114300" marR="95250" marT="38100" marB="38100" anchor="ctr">
                    <a:solidFill>
                      <a:srgbClr val="EEF2FA"/>
                    </a:solidFill>
                  </a:tcPr>
                </a:tc>
              </a:tr>
              <a:tr h="304800">
                <a:tc>
                  <a:txBody>
                    <a:bodyPr/>
                    <a:lstStyle/>
                    <a:p>
                      <a:r>
                        <a:rPr sz="1313">
                          <a:solidFill>
                            <a:srgbClr val="222C4C"/>
                          </a:solidFill>
                          <a:latin typeface="Arial"/>
                          <a:ea typeface="Arial"/>
                          <a:cs typeface="Arial"/>
                        </a:rPr>
                        <a:t>GPU [R1]</a:t>
                      </a:r>
                    </a:p>
                  </a:txBody>
                  <a:tcPr marL="114300" marR="95250" marT="38100" marB="38100" anchor="ctr">
                    <a:solidFill>
                      <a:srgbClr val="FFFFFF"/>
                    </a:solidFill>
                  </a:tcPr>
                </a:tc>
                <a:tc>
                  <a:txBody>
                    <a:bodyPr/>
                    <a:lstStyle/>
                    <a:p>
                      <a:r>
                        <a:rPr sz="1313">
                          <a:solidFill>
                            <a:srgbClr val="222C4C"/>
                          </a:solidFill>
                          <a:latin typeface="Arial"/>
                          <a:ea typeface="Arial"/>
                          <a:cs typeface="Arial"/>
                        </a:rPr>
                        <a:t>222.60</a:t>
                      </a:r>
                    </a:p>
                  </a:txBody>
                  <a:tcPr marL="114300" marR="95250" marT="38100" marB="38100" anchor="ctr">
                    <a:solidFill>
                      <a:srgbClr val="FFFFFF"/>
                    </a:solidFill>
                  </a:tcPr>
                </a:tc>
                <a:tc>
                  <a:txBody>
                    <a:bodyPr/>
                    <a:lstStyle/>
                    <a:p>
                      <a:r>
                        <a:rPr sz="1313">
                          <a:solidFill>
                            <a:srgbClr val="222C4C"/>
                          </a:solidFill>
                          <a:latin typeface="Arial"/>
                          <a:ea typeface="Arial"/>
                          <a:cs typeface="Arial"/>
                        </a:rPr>
                        <a:t>237.40</a:t>
                      </a:r>
                    </a:p>
                  </a:txBody>
                  <a:tcPr marL="114300" marR="95250" marT="38100" marB="38100" anchor="ctr">
                    <a:solidFill>
                      <a:srgbClr val="FFFFFF"/>
                    </a:solidFill>
                  </a:tcPr>
                </a:tc>
              </a:tr>
              <a:tr h="304800">
                <a:tc>
                  <a:txBody>
                    <a:bodyPr/>
                    <a:lstStyle/>
                    <a:p>
                      <a:r>
                        <a:rPr sz="1313">
                          <a:solidFill>
                            <a:srgbClr val="222C4C"/>
                          </a:solidFill>
                          <a:latin typeface="Arial"/>
                          <a:ea typeface="Arial"/>
                          <a:cs typeface="Arial"/>
                        </a:rPr>
                        <a:t>QA synthetic + tích hợp [A1]</a:t>
                      </a:r>
                    </a:p>
                  </a:txBody>
                  <a:tcPr marL="114300" marR="95250" marT="38100" marB="38100" anchor="ctr">
                    <a:solidFill>
                      <a:srgbClr val="EEF2FA"/>
                    </a:solidFill>
                  </a:tcPr>
                </a:tc>
                <a:tc>
                  <a:txBody>
                    <a:bodyPr/>
                    <a:lstStyle/>
                    <a:p>
                      <a:r>
                        <a:rPr sz="1313">
                          <a:solidFill>
                            <a:srgbClr val="222C4C"/>
                          </a:solidFill>
                          <a:latin typeface="Arial"/>
                          <a:ea typeface="Arial"/>
                          <a:cs typeface="Arial"/>
                        </a:rPr>
                        <a:t>0.00</a:t>
                      </a:r>
                    </a:p>
                  </a:txBody>
                  <a:tcPr marL="114300" marR="95250" marT="38100" marB="38100" anchor="ctr">
                    <a:solidFill>
                      <a:srgbClr val="EEF2FA"/>
                    </a:solidFill>
                  </a:tcPr>
                </a:tc>
                <a:tc>
                  <a:txBody>
                    <a:bodyPr/>
                    <a:lstStyle/>
                    <a:p>
                      <a:r>
                        <a:rPr sz="1313">
                          <a:solidFill>
                            <a:srgbClr val="222C4C"/>
                          </a:solidFill>
                          <a:latin typeface="Arial"/>
                          <a:ea typeface="Arial"/>
                          <a:cs typeface="Arial"/>
                        </a:rPr>
                        <a:t>160.00</a:t>
                      </a:r>
                    </a:p>
                  </a:txBody>
                  <a:tcPr marL="114300" marR="95250" marT="38100" marB="38100" anchor="ctr">
                    <a:solidFill>
                      <a:srgbClr val="EEF2FA"/>
                    </a:solidFill>
                  </a:tcPr>
                </a:tc>
              </a:tr>
              <a:tr h="304800">
                <a:tc>
                  <a:txBody>
                    <a:bodyPr/>
                    <a:lstStyle/>
                    <a:p>
                      <a:r>
                        <a:rPr sz="1313">
                          <a:solidFill>
                            <a:srgbClr val="222C4C"/>
                          </a:solidFill>
                          <a:latin typeface="Arial"/>
                          <a:ea typeface="Arial"/>
                          <a:cs typeface="Arial"/>
                        </a:rPr>
                        <a:t>Scratch storage [R2]</a:t>
                      </a:r>
                    </a:p>
                  </a:txBody>
                  <a:tcPr marL="114300" marR="95250" marT="38100" marB="38100" anchor="ctr">
                    <a:solidFill>
                      <a:srgbClr val="FFFFFF"/>
                    </a:solidFill>
                  </a:tcPr>
                </a:tc>
                <a:tc>
                  <a:txBody>
                    <a:bodyPr/>
                    <a:lstStyle/>
                    <a:p>
                      <a:r>
                        <a:rPr sz="1313">
                          <a:solidFill>
                            <a:srgbClr val="222C4C"/>
                          </a:solidFill>
                          <a:latin typeface="Arial"/>
                          <a:ea typeface="Arial"/>
                          <a:cs typeface="Arial"/>
                        </a:rPr>
                        <a:t>14.00</a:t>
                      </a:r>
                    </a:p>
                  </a:txBody>
                  <a:tcPr marL="114300" marR="95250" marT="38100" marB="38100" anchor="ctr">
                    <a:solidFill>
                      <a:srgbClr val="FFFFFF"/>
                    </a:solidFill>
                  </a:tcPr>
                </a:tc>
                <a:tc>
                  <a:txBody>
                    <a:bodyPr/>
                    <a:lstStyle/>
                    <a:p>
                      <a:r>
                        <a:rPr sz="1313">
                          <a:solidFill>
                            <a:srgbClr val="222C4C"/>
                          </a:solidFill>
                          <a:latin typeface="Arial"/>
                          <a:ea typeface="Arial"/>
                          <a:cs typeface="Arial"/>
                        </a:rPr>
                        <a:t>21.00</a:t>
                      </a:r>
                    </a:p>
                  </a:txBody>
                  <a:tcPr marL="114300" marR="95250" marT="38100" marB="38100" anchor="ctr">
                    <a:solidFill>
                      <a:srgbClr val="FFFFFF"/>
                    </a:solidFill>
                  </a:tcPr>
                </a:tc>
              </a:tr>
              <a:tr h="304800">
                <a:tc>
                  <a:txBody>
                    <a:bodyPr/>
                    <a:lstStyle/>
                    <a:p>
                      <a:r>
                        <a:rPr sz="1313" b="1">
                          <a:solidFill>
                            <a:srgbClr val="12833E"/>
                          </a:solidFill>
                          <a:latin typeface="Arial"/>
                          <a:ea typeface="Arial"/>
                          <a:cs typeface="Arial"/>
                        </a:rPr>
                        <a:t>Tổng</a:t>
                      </a:r>
                    </a:p>
                  </a:txBody>
                  <a:tcPr marL="114300" marR="95250" marT="38100" marB="38100" anchor="ctr">
                    <a:solidFill>
                      <a:srgbClr val="E9F6ED"/>
                    </a:solidFill>
                  </a:tcPr>
                </a:tc>
                <a:tc>
                  <a:txBody>
                    <a:bodyPr/>
                    <a:lstStyle/>
                    <a:p>
                      <a:r>
                        <a:rPr sz="1313" b="1">
                          <a:solidFill>
                            <a:srgbClr val="12833E"/>
                          </a:solidFill>
                          <a:latin typeface="Arial"/>
                          <a:ea typeface="Arial"/>
                          <a:cs typeface="Arial"/>
                        </a:rPr>
                        <a:t>1,136.60</a:t>
                      </a:r>
                    </a:p>
                  </a:txBody>
                  <a:tcPr marL="114300" marR="95250" marT="38100" marB="38100" anchor="ctr">
                    <a:solidFill>
                      <a:srgbClr val="E9F6ED"/>
                    </a:solidFill>
                  </a:tcPr>
                </a:tc>
                <a:tc>
                  <a:txBody>
                    <a:bodyPr/>
                    <a:lstStyle/>
                    <a:p>
                      <a:r>
                        <a:rPr sz="1313" b="1">
                          <a:solidFill>
                            <a:srgbClr val="12833E"/>
                          </a:solidFill>
                          <a:latin typeface="Arial"/>
                          <a:ea typeface="Arial"/>
                          <a:cs typeface="Arial"/>
                        </a:rPr>
                        <a:t>968.40</a:t>
                      </a:r>
                    </a:p>
                  </a:txBody>
                  <a:tcPr marL="114300" marR="95250" marT="38100" marB="38100" anchor="ctr">
                    <a:solidFill>
                      <a:srgbClr val="E9F6ED"/>
                    </a:solidFill>
                  </a:tcPr>
                </a:tc>
              </a:tr>
            </a:tbl>
          </a:graphicData>
        </a:graphic>
      </p:graphicFrame>
      <p:sp>
        <p:nvSpPr>
          <p:cNvPr id="23" name="panel-133">
            <a:extLst xmlns:a="http://schemas.openxmlformats.org/drawingml/2006/main">
              <a:ext uri="{FF2B5EF4-FFF2-40B4-BE49-F238E27FC236}">
                <a16:creationId xmlns:a16="http://schemas.microsoft.com/office/drawing/2014/main" id="{6DB630EA-49D9-40D6-9E9D-93A6F6A97C05}"/>
              </a:ext>
            </a:extLst>
          </p:cNvPr>
          <p:cNvSpPr>
            <a:spLocks xmlns:a="http://schemas.openxmlformats.org/drawingml/2006/main" noGrp="1"/>
          </p:cNvSpPr>
          <p:nvPr/>
        </p:nvSpPr>
        <p:spPr>
          <a:xfrm xmlns:a="http://schemas.openxmlformats.org/drawingml/2006/main">
            <a:off x="7610475" y="3019425"/>
            <a:ext cx="4124325" cy="2476500"/>
          </a:xfrm>
          <a:prstGeom xmlns:a="http://schemas.openxmlformats.org/drawingml/2006/main" prst="roundRect">
            <a:avLst>
              <a:gd name="adj" fmla="val 3077"/>
            </a:avLst>
          </a:prstGeom>
          <a:solidFill xmlns:a="http://schemas.openxmlformats.org/drawingml/2006/main">
            <a:srgbClr val="20245F"/>
          </a:solidFill>
          <a:ln xmlns:a="http://schemas.openxmlformats.org/drawingml/2006/main" w="0">
            <a:noFill/>
          </a:ln>
        </p:spPr>
      </p:sp>
      <p:sp>
        <p:nvSpPr>
          <p:cNvPr id="24" name="pitch-text-134">
            <a:extLst xmlns:a="http://schemas.openxmlformats.org/drawingml/2006/main">
              <a:ext uri="{FF2B5EF4-FFF2-40B4-BE49-F238E27FC236}">
                <a16:creationId xmlns:a16="http://schemas.microsoft.com/office/drawing/2014/main" id="{278E7EA1-30AA-4A7A-AECF-DA292EBD6291}"/>
              </a:ext>
            </a:extLst>
          </p:cNvPr>
          <p:cNvSpPr>
            <a:spLocks xmlns:a="http://schemas.openxmlformats.org/drawingml/2006/main" noGrp="1"/>
          </p:cNvSpPr>
          <p:nvPr/>
        </p:nvSpPr>
        <p:spPr>
          <a:xfrm xmlns:a="http://schemas.openxmlformats.org/drawingml/2006/main">
            <a:off x="7810500" y="3171825"/>
            <a:ext cx="371475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650" b="1">
                <a:solidFill>
                  <a:srgbClr val="4CE079"/>
                </a:solidFill>
                <a:latin typeface="Arial"/>
                <a:ea typeface="Arial"/>
                <a:cs typeface="Arial"/>
              </a:defRPr>
            </a:defPPr>
          </a:lstStyle>
          <a:p xmlns:a="http://schemas.openxmlformats.org/drawingml/2006/main">
            <a:pPr algn="l">
              <a:buNone/>
              <a:defRPr sz="1650" b="1">
                <a:solidFill>
                  <a:srgbClr val="4CE079"/>
                </a:solidFill>
                <a:latin typeface="Arial"/>
                <a:ea typeface="Arial"/>
                <a:cs typeface="Arial"/>
              </a:defRPr>
            </a:pPr>
            <a:r>
              <a:rPr sz="1650" b="1">
                <a:solidFill>
                  <a:srgbClr val="4CE079"/>
                </a:solidFill>
                <a:latin typeface="Arial"/>
                <a:ea typeface="Arial"/>
                <a:cs typeface="Arial"/>
              </a:rPr>
              <a:t>ĐẦU TƯ VÀ ROI</a:t>
            </a:r>
          </a:p>
        </p:txBody>
      </p:sp>
      <p:sp>
        <p:nvSpPr>
          <p:cNvPr id="25" name="pitch-text-135">
            <a:extLst xmlns:a="http://schemas.openxmlformats.org/drawingml/2006/main">
              <a:ext uri="{FF2B5EF4-FFF2-40B4-BE49-F238E27FC236}">
                <a16:creationId xmlns:a16="http://schemas.microsoft.com/office/drawing/2014/main" id="{1FABDAA0-9A96-4CAF-B38B-B8ECCA9E450D}"/>
              </a:ext>
            </a:extLst>
          </p:cNvPr>
          <p:cNvSpPr>
            <a:spLocks xmlns:a="http://schemas.openxmlformats.org/drawingml/2006/main" noGrp="1"/>
          </p:cNvSpPr>
          <p:nvPr/>
        </p:nvSpPr>
        <p:spPr>
          <a:xfrm xmlns:a="http://schemas.openxmlformats.org/drawingml/2006/main">
            <a:off x="7810500" y="3648075"/>
            <a:ext cx="37147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650" b="1">
                <a:solidFill>
                  <a:srgbClr val="FFFFFF"/>
                </a:solidFill>
                <a:latin typeface="Arial"/>
                <a:ea typeface="Arial"/>
                <a:cs typeface="Arial"/>
              </a:defRPr>
            </a:defPPr>
          </a:lstStyle>
          <a:p xmlns:a="http://schemas.openxmlformats.org/drawingml/2006/main">
            <a:pPr algn="l">
              <a:buNone/>
              <a:defRPr sz="1650" b="1">
                <a:solidFill>
                  <a:srgbClr val="FFFFFF"/>
                </a:solidFill>
                <a:latin typeface="Arial"/>
                <a:ea typeface="Arial"/>
                <a:cs typeface="Arial"/>
              </a:defRPr>
            </a:pPr>
            <a:r>
              <a:rPr sz="1650" b="1">
                <a:solidFill>
                  <a:srgbClr val="FFFFFF"/>
                </a:solidFill>
                <a:latin typeface="Arial"/>
                <a:ea typeface="Arial"/>
                <a:cs typeface="Arial"/>
              </a:rPr>
              <a:t>Đầu tư + pilot: $3,750.80</a:t>
            </a:r>
          </a:p>
          <a:p xmlns:a="http://schemas.openxmlformats.org/drawingml/2006/main">
            <a:pPr algn="l">
              <a:buNone/>
              <a:defRPr sz="1650" b="1">
                <a:solidFill>
                  <a:srgbClr val="FFFFFF"/>
                </a:solidFill>
                <a:latin typeface="Arial"/>
                <a:ea typeface="Arial"/>
                <a:cs typeface="Arial"/>
              </a:defRPr>
            </a:pPr>
            <a:r>
              <a:rPr sz="1650" b="1">
                <a:solidFill>
                  <a:srgbClr val="FFFFFF"/>
                </a:solidFill>
                <a:latin typeface="Arial"/>
                <a:ea typeface="Arial"/>
                <a:cs typeface="Arial"/>
              </a:rPr>
              <a:t>OPEX chung: $1,380/năm</a:t>
            </a:r>
          </a:p>
        </p:txBody>
      </p:sp>
      <p:sp>
        <p:nvSpPr>
          <p:cNvPr id="26" name="pitch-text-136">
            <a:extLst xmlns:a="http://schemas.openxmlformats.org/drawingml/2006/main">
              <a:ext uri="{FF2B5EF4-FFF2-40B4-BE49-F238E27FC236}">
                <a16:creationId xmlns:a16="http://schemas.microsoft.com/office/drawing/2014/main" id="{A1F4D205-E59C-4B27-B6FC-283CC4AFC01A}"/>
              </a:ext>
            </a:extLst>
          </p:cNvPr>
          <p:cNvSpPr>
            <a:spLocks xmlns:a="http://schemas.openxmlformats.org/drawingml/2006/main" noGrp="1"/>
          </p:cNvSpPr>
          <p:nvPr/>
        </p:nvSpPr>
        <p:spPr>
          <a:xfrm xmlns:a="http://schemas.openxmlformats.org/drawingml/2006/main">
            <a:off x="7810500" y="4305300"/>
            <a:ext cx="37147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650" b="1">
                <a:solidFill>
                  <a:srgbClr val="FFFFFF"/>
                </a:solidFill>
                <a:latin typeface="Arial"/>
                <a:ea typeface="Arial"/>
                <a:cs typeface="Arial"/>
              </a:defRPr>
            </a:defPPr>
          </a:lstStyle>
          <a:p xmlns:a="http://schemas.openxmlformats.org/drawingml/2006/main">
            <a:pPr algn="l">
              <a:buNone/>
              <a:defRPr sz="1650" b="1">
                <a:solidFill>
                  <a:srgbClr val="FFFFFF"/>
                </a:solidFill>
                <a:latin typeface="Arial"/>
                <a:ea typeface="Arial"/>
                <a:cs typeface="Arial"/>
              </a:defRPr>
            </a:pPr>
            <a:r>
              <a:rPr sz="1650" b="1">
                <a:solidFill>
                  <a:srgbClr val="FFFFFF"/>
                </a:solidFill>
                <a:latin typeface="Arial"/>
                <a:ea typeface="Arial"/>
                <a:cs typeface="Arial"/>
              </a:rPr>
              <a:t>144 đợt: năm đầu còn $19,090</a:t>
            </a:r>
          </a:p>
          <a:p xmlns:a="http://schemas.openxmlformats.org/drawingml/2006/main">
            <a:pPr algn="l">
              <a:buNone/>
              <a:defRPr sz="1650" b="1">
                <a:solidFill>
                  <a:srgbClr val="FFFFFF"/>
                </a:solidFill>
                <a:latin typeface="Arial"/>
                <a:ea typeface="Arial"/>
                <a:cs typeface="Arial"/>
              </a:defRPr>
            </a:pPr>
            <a:r>
              <a:rPr sz="1650" b="1">
                <a:solidFill>
                  <a:srgbClr val="FFFFFF"/>
                </a:solidFill>
                <a:latin typeface="Arial"/>
                <a:ea typeface="Arial"/>
                <a:cs typeface="Arial"/>
              </a:rPr>
              <a:t>ROI năm đầu ≈509%</a:t>
            </a:r>
          </a:p>
        </p:txBody>
      </p:sp>
      <p:sp>
        <p:nvSpPr>
          <p:cNvPr id="27" name="pitch-text-137">
            <a:extLst xmlns:a="http://schemas.openxmlformats.org/drawingml/2006/main">
              <a:ext uri="{FF2B5EF4-FFF2-40B4-BE49-F238E27FC236}">
                <a16:creationId xmlns:a16="http://schemas.microsoft.com/office/drawing/2014/main" id="{232F862D-B365-4B3E-99A8-BC03F3705116}"/>
              </a:ext>
            </a:extLst>
          </p:cNvPr>
          <p:cNvSpPr>
            <a:spLocks xmlns:a="http://schemas.openxmlformats.org/drawingml/2006/main" noGrp="1"/>
          </p:cNvSpPr>
          <p:nvPr/>
        </p:nvSpPr>
        <p:spPr>
          <a:xfrm xmlns:a="http://schemas.openxmlformats.org/drawingml/2006/main">
            <a:off x="7810500" y="4962525"/>
            <a:ext cx="3714750" cy="390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350" b="1">
                <a:solidFill>
                  <a:srgbClr val="A7EDBD"/>
                </a:solidFill>
                <a:latin typeface="Arial"/>
                <a:ea typeface="Arial"/>
                <a:cs typeface="Arial"/>
              </a:defRPr>
            </a:defPPr>
          </a:lstStyle>
          <a:p xmlns:a="http://schemas.openxmlformats.org/drawingml/2006/main">
            <a:pPr algn="l">
              <a:buNone/>
              <a:defRPr sz="1350" b="1">
                <a:solidFill>
                  <a:srgbClr val="A7EDBD"/>
                </a:solidFill>
                <a:latin typeface="Arial"/>
                <a:ea typeface="Arial"/>
                <a:cs typeface="Arial"/>
              </a:defRPr>
            </a:pPr>
            <a:r>
              <a:rPr sz="1350" b="1">
                <a:solidFill>
                  <a:srgbClr val="A7EDBD"/>
                </a:solidFill>
                <a:latin typeface="Arial"/>
                <a:ea typeface="Arial"/>
                <a:cs typeface="Arial"/>
              </a:rPr>
              <a:t>&gt;$20k/năm: ≥128 đợt ổn định</a:t>
            </a:r>
          </a:p>
          <a:p xmlns:a="http://schemas.openxmlformats.org/drawingml/2006/main">
            <a:pPr algn="l">
              <a:buNone/>
              <a:defRPr sz="1350" b="1">
                <a:solidFill>
                  <a:srgbClr val="A7EDBD"/>
                </a:solidFill>
                <a:latin typeface="Arial"/>
                <a:ea typeface="Arial"/>
                <a:cs typeface="Arial"/>
              </a:defRPr>
            </a:pPr>
            <a:r>
              <a:rPr sz="1350" b="1">
                <a:solidFill>
                  <a:srgbClr val="A7EDBD"/>
                </a:solidFill>
                <a:latin typeface="Arial"/>
                <a:ea typeface="Arial"/>
                <a:cs typeface="Arial"/>
              </a:rPr>
              <a:t>hoặc ≥150 đợt năm đầu</a:t>
            </a:r>
          </a:p>
        </p:txBody>
      </p:sp>
      <p:sp>
        <p:nvSpPr>
          <p:cNvPr id="28" name="pitch-text-138">
            <a:extLst xmlns:a="http://schemas.openxmlformats.org/drawingml/2006/main">
              <a:ext uri="{FF2B5EF4-FFF2-40B4-BE49-F238E27FC236}">
                <a16:creationId xmlns:a16="http://schemas.microsoft.com/office/drawing/2014/main" id="{ED1C71CB-E38C-4025-B839-506D12DFF5A7}"/>
              </a:ext>
            </a:extLst>
          </p:cNvPr>
          <p:cNvSpPr>
            <a:spLocks xmlns:a="http://schemas.openxmlformats.org/drawingml/2006/main" noGrp="1"/>
          </p:cNvSpPr>
          <p:nvPr/>
        </p:nvSpPr>
        <p:spPr>
          <a:xfrm xmlns:a="http://schemas.openxmlformats.org/drawingml/2006/main">
            <a:off x="457200" y="5572125"/>
            <a:ext cx="112776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200" b="0">
                <a:solidFill>
                  <a:srgbClr val="617087"/>
                </a:solidFill>
                <a:latin typeface="Arial"/>
                <a:ea typeface="Arial"/>
                <a:cs typeface="Arial"/>
              </a:defRPr>
            </a:defPPr>
          </a:lstStyle>
          <a:p xmlns:a="http://schemas.openxmlformats.org/drawingml/2006/main">
            <a:pPr algn="l">
              <a:buNone/>
              <a:defRPr sz="1200" b="0">
                <a:solidFill>
                  <a:srgbClr val="617087"/>
                </a:solidFill>
                <a:latin typeface="Arial"/>
                <a:ea typeface="Arial"/>
                <a:cs typeface="Arial"/>
              </a:defRPr>
            </a:pPr>
            <a:r>
              <a:rPr sz="1200" b="0">
                <a:solidFill>
                  <a:srgbClr val="617087"/>
                </a:solidFill>
                <a:latin typeface="Arial"/>
                <a:ea typeface="Arial"/>
                <a:cs typeface="Arial"/>
              </a:rPr>
              <a:t>R1: runpod.io/pricing   R2: docs.runpod.io/pods/pricing   A1: giả định, công thức slide12. Nguồn slide13.</a:t>
            </a:r>
          </a:p>
        </p:txBody>
      </p:sp>
    </p:spTree>
    <p:extLst>
      <p:ext uri="{BB962C8B-B14F-4D97-AF65-F5344CB8AC3E}">
        <p14:creationId xmlns:p14="http://schemas.microsoft.com/office/powerpoint/2010/main" val="2541793276"/>
      </p:ext>
    </p:extLst>
  </p:cSld>
</p:sld>
</file>

<file path=ppt/slides/slide9.xml><?xml version="1.0" encoding="utf-8"?>
<p:sld xmlns:p="http://schemas.openxmlformats.org/presentationml/2006/main">
  <p:cSld>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8F5C3504-F76C-4691-B96C-2DB6595E8201}"/>
              </a:ext>
            </a:extLst>
          </p:cNvPr>
          <p:cNvSpPr>
            <a:spLocks xmlns:a="http://schemas.openxmlformats.org/drawingml/2006/main" noGrp="1"/>
          </p:cNvSpPr>
          <p:nvPr>
            <p:ph type="title" idx="0"/>
          </p:nvPr>
        </p:nvSpPr>
        <p:spPr>
          <a:xfrm xmlns:a="http://schemas.openxmlformats.org/drawingml/2006/main">
            <a:off x="5762625" y="200025"/>
            <a:ext cx="6096000" cy="866775"/>
          </a:xfrm>
          <a:prstGeom xmlns:a="http://schemas.openxmlformats.org/drawingml/2006/main" prst="rect">
            <a:avLst/>
          </a:prstGeom>
        </p:spPr>
        <p:txBody>
          <a:bodyPr xmlns:a="http://schemas.openxmlformats.org/drawingml/2006/main" wrap="square" lIns="0" tIns="0" rIns="0" bIns="0" anchor="ctr">
            <a:noAutofit/>
          </a:bodyPr>
          <a:lstStyle xmlns:a="http://schemas.openxmlformats.org/drawingml/2006/main">
            <a:defPPr algn="ctr">
              <a:defRPr sz="3600" b="1">
                <a:solidFill>
                  <a:srgbClr val="FFFFFF"/>
                </a:solidFill>
                <a:latin typeface="Times New Roman"/>
                <a:ea typeface="Times New Roman"/>
                <a:cs typeface="Times New Roman"/>
              </a:defRPr>
            </a:defPPr>
          </a:lstStyle>
          <a:p xmlns:a="http://schemas.openxmlformats.org/drawingml/2006/main">
            <a:pPr algn="ctr">
              <a:buNone/>
              <a:defRPr sz="3600" b="1">
                <a:solidFill>
                  <a:srgbClr val="FFFFFF"/>
                </a:solidFill>
                <a:latin typeface="Times New Roman"/>
                <a:ea typeface="Times New Roman"/>
                <a:cs typeface="Times New Roman"/>
              </a:defRPr>
            </a:pPr>
            <a:r>
              <a:rPr sz="3600" b="1">
                <a:solidFill>
                  <a:srgbClr val="FFFFFF"/>
                </a:solidFill>
                <a:latin typeface="Times New Roman"/>
                <a:ea typeface="Times New Roman"/>
                <a:cs typeface="Times New Roman"/>
              </a:rPr>
              <a:t>Thời gian triển khai</a:t>
            </a:r>
            <a:endParaRPr/>
          </a:p>
        </p:txBody>
      </p:sp>
      <p:sp>
        <p:nvSpPr>
          <p:cNvPr id="3" name="pitch-text-139">
            <a:extLst xmlns:a="http://schemas.openxmlformats.org/drawingml/2006/main">
              <a:ext uri="{FF2B5EF4-FFF2-40B4-BE49-F238E27FC236}">
                <a16:creationId xmlns:a16="http://schemas.microsoft.com/office/drawing/2014/main" id="{4F8F16EB-8467-4CA0-96BE-D81D6958C934}"/>
              </a:ext>
            </a:extLst>
          </p:cNvPr>
          <p:cNvSpPr>
            <a:spLocks xmlns:a="http://schemas.openxmlformats.org/drawingml/2006/main" noGrp="1"/>
          </p:cNvSpPr>
          <p:nvPr/>
        </p:nvSpPr>
        <p:spPr>
          <a:xfrm xmlns:a="http://schemas.openxmlformats.org/drawingml/2006/main">
            <a:off x="457200" y="1476375"/>
            <a:ext cx="112776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2175" b="1">
                <a:solidFill>
                  <a:srgbClr val="20245F"/>
                </a:solidFill>
                <a:latin typeface="Arial"/>
                <a:ea typeface="Arial"/>
                <a:cs typeface="Arial"/>
              </a:defRPr>
            </a:defPPr>
          </a:lstStyle>
          <a:p xmlns:a="http://schemas.openxmlformats.org/drawingml/2006/main">
            <a:pPr algn="l">
              <a:buNone/>
              <a:defRPr sz="2175" b="1">
                <a:solidFill>
                  <a:srgbClr val="20245F"/>
                </a:solidFill>
                <a:latin typeface="Arial"/>
                <a:ea typeface="Arial"/>
                <a:cs typeface="Arial"/>
              </a:defRPr>
            </a:pPr>
            <a:r>
              <a:rPr sz="2175" b="1">
                <a:solidFill>
                  <a:srgbClr val="20245F"/>
                </a:solidFill>
                <a:latin typeface="Arial"/>
                <a:ea typeface="Arial"/>
                <a:cs typeface="Arial"/>
              </a:rPr>
              <a:t>Mỗi bước kết thúc bằng một bằng chứng nghiệm thu</a:t>
            </a:r>
          </a:p>
        </p:txBody>
      </p:sp>
      <p:graphicFrame>
        <p:nvGraphicFramePr>
          <p:cNvPr id="4" name="">
            <a:extLst xmlns:a="http://schemas.openxmlformats.org/drawingml/2006/main">
              <a:ext uri="{FF2B5EF4-FFF2-40B4-BE49-F238E27FC236}">
                <a16:creationId xmlns:a16="http://schemas.microsoft.com/office/drawing/2014/main" id="{3FBD8E7B-8DDE-4D85-8276-3393890683FF}"/>
              </a:ext>
            </a:extLst>
          </p:cNvPr>
          <p:cNvGraphicFramePr/>
          <p:nvPr/>
        </p:nvGraphicFramePr>
        <p:xfrm>
          <a:off xmlns:a="http://schemas.openxmlformats.org/drawingml/2006/main" x="457200" y="2171700"/>
          <a:ext xmlns:a="http://schemas.openxmlformats.org/drawingml/2006/main" cx="11277600" cy="3333750"/>
        </p:xfrm>
        <a:graphic xmlns:a="http://schemas.openxmlformats.org/drawingml/2006/main">
          <a:graphicData uri="http://schemas.openxmlformats.org/drawingml/2006/table">
            <a:tbl>
              <a:tblPr/>
              <a:tblGrid>
                <a:gridCol w="3714750"/>
                <a:gridCol w="4219575"/>
                <a:gridCol w="3343275"/>
              </a:tblGrid>
              <a:tr h="419100">
                <a:tc>
                  <a:txBody>
                    <a:bodyPr/>
                    <a:lstStyle/>
                    <a:p>
                      <a:r>
                        <a:rPr sz="1500" b="1">
                          <a:solidFill>
                            <a:srgbClr val="FFFFFF"/>
                          </a:solidFill>
                          <a:latin typeface="Arial"/>
                          <a:ea typeface="Arial"/>
                          <a:cs typeface="Arial"/>
                        </a:rPr>
                        <a:t>Bước thực hiện</a:t>
                      </a:r>
                    </a:p>
                  </a:txBody>
                  <a:tcPr marL="114300" marR="95250" marT="66675" marB="66675" anchor="ctr">
                    <a:solidFill>
                      <a:srgbClr val="20245F"/>
                    </a:solidFill>
                  </a:tcPr>
                </a:tc>
                <a:tc>
                  <a:txBody>
                    <a:bodyPr/>
                    <a:lstStyle/>
                    <a:p>
                      <a:r>
                        <a:rPr sz="1500" b="1">
                          <a:solidFill>
                            <a:srgbClr val="FFFFFF"/>
                          </a:solidFill>
                          <a:latin typeface="Arial"/>
                          <a:ea typeface="Arial"/>
                          <a:cs typeface="Arial"/>
                        </a:rPr>
                        <a:t>Bàn giao</a:t>
                      </a:r>
                    </a:p>
                  </a:txBody>
                  <a:tcPr marL="114300" marR="95250" marT="66675" marB="66675" anchor="ctr">
                    <a:solidFill>
                      <a:srgbClr val="20245F"/>
                    </a:solidFill>
                  </a:tcPr>
                </a:tc>
                <a:tc>
                  <a:txBody>
                    <a:bodyPr/>
                    <a:lstStyle/>
                    <a:p>
                      <a:r>
                        <a:rPr sz="1500" b="1">
                          <a:solidFill>
                            <a:srgbClr val="FFFFFF"/>
                          </a:solidFill>
                          <a:latin typeface="Arial"/>
                          <a:ea typeface="Arial"/>
                          <a:cs typeface="Arial"/>
                        </a:rPr>
                        <a:t>Điều kiện đi tiếp</a:t>
                      </a:r>
                    </a:p>
                  </a:txBody>
                  <a:tcPr marL="114300" marR="95250" marT="66675" marB="66675" anchor="ctr">
                    <a:solidFill>
                      <a:srgbClr val="20245F"/>
                    </a:solidFill>
                  </a:tcPr>
                </a:tc>
              </a:tr>
              <a:tr h="485775">
                <a:tc>
                  <a:txBody>
                    <a:bodyPr/>
                    <a:lstStyle/>
                    <a:p>
                      <a:r>
                        <a:rPr sz="1500" b="1">
                          <a:solidFill>
                            <a:srgbClr val="20245F"/>
                          </a:solidFill>
                          <a:latin typeface="Arial"/>
                          <a:ea typeface="Arial"/>
                          <a:cs typeface="Arial"/>
                        </a:rPr>
                        <a:t>01  Chốt task với DENSO</a:t>
                      </a:r>
                    </a:p>
                  </a:txBody>
                  <a:tcPr marL="114300" marR="95250" marT="66675" marB="66675" anchor="ctr">
                    <a:solidFill>
                      <a:srgbClr val="FFFFFF"/>
                    </a:solidFill>
                  </a:tcPr>
                </a:tc>
                <a:tc>
                  <a:txBody>
                    <a:bodyPr/>
                    <a:lstStyle/>
                    <a:p>
                      <a:r>
                        <a:rPr sz="1500">
                          <a:solidFill>
                            <a:srgbClr val="222C4C"/>
                          </a:solidFill>
                          <a:latin typeface="Arial"/>
                          <a:ea typeface="Arial"/>
                          <a:cs typeface="Arial"/>
                        </a:rPr>
                        <a:t>Task owner, baseline, bộ test giữ riêng</a:t>
                      </a:r>
                    </a:p>
                  </a:txBody>
                  <a:tcPr marL="114300" marR="95250" marT="66675" marB="66675" anchor="ctr">
                    <a:solidFill>
                      <a:srgbClr val="FFFFFF"/>
                    </a:solidFill>
                  </a:tcPr>
                </a:tc>
                <a:tc>
                  <a:txBody>
                    <a:bodyPr/>
                    <a:lstStyle/>
                    <a:p>
                      <a:r>
                        <a:rPr sz="1500">
                          <a:solidFill>
                            <a:srgbClr val="222C4C"/>
                          </a:solidFill>
                          <a:latin typeface="Arial"/>
                          <a:ea typeface="Arial"/>
                          <a:cs typeface="Arial"/>
                        </a:rPr>
                        <a:t>Thống nhất quality và coverage</a:t>
                      </a:r>
                    </a:p>
                  </a:txBody>
                  <a:tcPr marL="114300" marR="95250" marT="66675" marB="66675" anchor="ctr">
                    <a:solidFill>
                      <a:srgbClr val="FFFFFF"/>
                    </a:solidFill>
                  </a:tcPr>
                </a:tc>
              </a:tr>
              <a:tr h="485775">
                <a:tc>
                  <a:txBody>
                    <a:bodyPr/>
                    <a:lstStyle/>
                    <a:p>
                      <a:r>
                        <a:rPr sz="1500" b="1">
                          <a:solidFill>
                            <a:srgbClr val="20245F"/>
                          </a:solidFill>
                          <a:latin typeface="Arial"/>
                          <a:ea typeface="Arial"/>
                          <a:cs typeface="Arial"/>
                        </a:rPr>
                        <a:t>02  Chạy baseline Ψ₀ + SIMPLE</a:t>
                      </a:r>
                    </a:p>
                  </a:txBody>
                  <a:tcPr marL="114300" marR="95250" marT="66675" marB="66675" anchor="ctr">
                    <a:solidFill>
                      <a:srgbClr val="EEF2FA"/>
                    </a:solidFill>
                  </a:tcPr>
                </a:tc>
                <a:tc>
                  <a:txBody>
                    <a:bodyPr/>
                    <a:lstStyle/>
                    <a:p>
                      <a:r>
                        <a:rPr sz="1500">
                          <a:solidFill>
                            <a:srgbClr val="222C4C"/>
                          </a:solidFill>
                          <a:latin typeface="Arial"/>
                          <a:ea typeface="Arial"/>
                          <a:cs typeface="Arial"/>
                        </a:rPr>
                        <a:t>Rollout baseline, log GPU-h và chi phí</a:t>
                      </a:r>
                    </a:p>
                  </a:txBody>
                  <a:tcPr marL="114300" marR="95250" marT="66675" marB="66675" anchor="ctr">
                    <a:solidFill>
                      <a:srgbClr val="EEF2FA"/>
                    </a:solidFill>
                  </a:tcPr>
                </a:tc>
                <a:tc>
                  <a:txBody>
                    <a:bodyPr/>
                    <a:lstStyle/>
                    <a:p>
                      <a:r>
                        <a:rPr sz="1500">
                          <a:solidFill>
                            <a:srgbClr val="222C4C"/>
                          </a:solidFill>
                          <a:latin typeface="Arial"/>
                          <a:ea typeface="Arial"/>
                          <a:cs typeface="Arial"/>
                        </a:rPr>
                        <a:t>Chạy và nạp lại policy được</a:t>
                      </a:r>
                    </a:p>
                  </a:txBody>
                  <a:tcPr marL="114300" marR="95250" marT="66675" marB="66675" anchor="ctr">
                    <a:solidFill>
                      <a:srgbClr val="EEF2FA"/>
                    </a:solidFill>
                  </a:tcPr>
                </a:tc>
              </a:tr>
              <a:tr h="485775">
                <a:tc>
                  <a:txBody>
                    <a:bodyPr/>
                    <a:lstStyle/>
                    <a:p>
                      <a:r>
                        <a:rPr sz="1500" b="1">
                          <a:solidFill>
                            <a:srgbClr val="20245F"/>
                          </a:solidFill>
                          <a:latin typeface="Arial"/>
                          <a:ea typeface="Arial"/>
                          <a:cs typeface="Arial"/>
                        </a:rPr>
                        <a:t>03  Chuẩn hóa dữ liệu</a:t>
                      </a:r>
                    </a:p>
                  </a:txBody>
                  <a:tcPr marL="114300" marR="95250" marT="66675" marB="66675" anchor="ctr">
                    <a:solidFill>
                      <a:srgbClr val="FFFFFF"/>
                    </a:solidFill>
                  </a:tcPr>
                </a:tc>
                <a:tc>
                  <a:txBody>
                    <a:bodyPr/>
                    <a:lstStyle/>
                    <a:p>
                      <a:r>
                        <a:rPr sz="1500">
                          <a:solidFill>
                            <a:srgbClr val="222C4C"/>
                          </a:solidFill>
                          <a:latin typeface="Arial"/>
                          <a:ea typeface="Arial"/>
                          <a:cs typeface="Arial"/>
                        </a:rPr>
                        <a:t>Release teleop có QA và nguồn gốc</a:t>
                      </a:r>
                    </a:p>
                  </a:txBody>
                  <a:tcPr marL="114300" marR="95250" marT="66675" marB="66675" anchor="ctr">
                    <a:solidFill>
                      <a:srgbClr val="FFFFFF"/>
                    </a:solidFill>
                  </a:tcPr>
                </a:tc>
                <a:tc>
                  <a:txBody>
                    <a:bodyPr/>
                    <a:lstStyle/>
                    <a:p>
                      <a:r>
                        <a:rPr sz="1500">
                          <a:solidFill>
                            <a:srgbClr val="222C4C"/>
                          </a:solidFill>
                          <a:latin typeface="Arial"/>
                          <a:ea typeface="Arial"/>
                          <a:cs typeface="Arial"/>
                        </a:rPr>
                        <a:t>RGB/state/action cùng schema</a:t>
                      </a:r>
                    </a:p>
                  </a:txBody>
                  <a:tcPr marL="114300" marR="95250" marT="66675" marB="66675" anchor="ctr">
                    <a:solidFill>
                      <a:srgbClr val="FFFFFF"/>
                    </a:solidFill>
                  </a:tcPr>
                </a:tc>
              </a:tr>
              <a:tr h="485775">
                <a:tc>
                  <a:txBody>
                    <a:bodyPr/>
                    <a:lstStyle/>
                    <a:p>
                      <a:r>
                        <a:rPr sz="1500" b="1">
                          <a:solidFill>
                            <a:srgbClr val="20245F"/>
                          </a:solidFill>
                          <a:latin typeface="Arial"/>
                          <a:ea typeface="Arial"/>
                          <a:cs typeface="Arial"/>
                        </a:rPr>
                        <a:t>04  Sinh sim và fine-tune</a:t>
                      </a:r>
                    </a:p>
                  </a:txBody>
                  <a:tcPr marL="114300" marR="95250" marT="66675" marB="66675" anchor="ctr">
                    <a:solidFill>
                      <a:srgbClr val="EEF2FA"/>
                    </a:solidFill>
                  </a:tcPr>
                </a:tc>
                <a:tc>
                  <a:txBody>
                    <a:bodyPr/>
                    <a:lstStyle/>
                    <a:p>
                      <a:r>
                        <a:rPr sz="1500">
                          <a:solidFill>
                            <a:srgbClr val="222C4C"/>
                          </a:solidFill>
                          <a:latin typeface="Arial"/>
                          <a:ea typeface="Arial"/>
                          <a:cs typeface="Arial"/>
                        </a:rPr>
                        <a:t>Rollout đạt QA, candidate policy</a:t>
                      </a:r>
                    </a:p>
                  </a:txBody>
                  <a:tcPr marL="114300" marR="95250" marT="66675" marB="66675" anchor="ctr">
                    <a:solidFill>
                      <a:srgbClr val="EEF2FA"/>
                    </a:solidFill>
                  </a:tcPr>
                </a:tc>
                <a:tc>
                  <a:txBody>
                    <a:bodyPr/>
                    <a:lstStyle/>
                    <a:p>
                      <a:r>
                        <a:rPr sz="1500">
                          <a:solidFill>
                            <a:srgbClr val="222C4C"/>
                          </a:solidFill>
                          <a:latin typeface="Arial"/>
                          <a:ea typeface="Arial"/>
                          <a:cs typeface="Arial"/>
                        </a:rPr>
                        <a:t>Cùng ngân sách và điều kiện A/B</a:t>
                      </a:r>
                    </a:p>
                  </a:txBody>
                  <a:tcPr marL="114300" marR="95250" marT="66675" marB="66675" anchor="ctr">
                    <a:solidFill>
                      <a:srgbClr val="EEF2FA"/>
                    </a:solidFill>
                  </a:tcPr>
                </a:tc>
              </a:tr>
              <a:tr h="485775">
                <a:tc>
                  <a:txBody>
                    <a:bodyPr/>
                    <a:lstStyle/>
                    <a:p>
                      <a:r>
                        <a:rPr sz="1500" b="1">
                          <a:solidFill>
                            <a:srgbClr val="20245F"/>
                          </a:solidFill>
                          <a:latin typeface="Arial"/>
                          <a:ea typeface="Arial"/>
                          <a:cs typeface="Arial"/>
                        </a:rPr>
                        <a:t>05  Đối chứng độc lập</a:t>
                      </a:r>
                    </a:p>
                  </a:txBody>
                  <a:tcPr marL="114300" marR="95250" marT="66675" marB="66675" anchor="ctr">
                    <a:solidFill>
                      <a:srgbClr val="FFFFFF"/>
                    </a:solidFill>
                  </a:tcPr>
                </a:tc>
                <a:tc>
                  <a:txBody>
                    <a:bodyPr/>
                    <a:lstStyle/>
                    <a:p>
                      <a:r>
                        <a:rPr sz="1500">
                          <a:solidFill>
                            <a:srgbClr val="222C4C"/>
                          </a:solidFill>
                          <a:latin typeface="Arial"/>
                          <a:ea typeface="Arial"/>
                          <a:cs typeface="Arial"/>
                        </a:rPr>
                        <a:t>Full-task success, regression, tổng cost</a:t>
                      </a:r>
                    </a:p>
                  </a:txBody>
                  <a:tcPr marL="114300" marR="95250" marT="66675" marB="66675" anchor="ctr">
                    <a:solidFill>
                      <a:srgbClr val="FFFFFF"/>
                    </a:solidFill>
                  </a:tcPr>
                </a:tc>
                <a:tc>
                  <a:txBody>
                    <a:bodyPr/>
                    <a:lstStyle/>
                    <a:p>
                      <a:r>
                        <a:rPr sz="1500">
                          <a:solidFill>
                            <a:srgbClr val="222C4C"/>
                          </a:solidFill>
                          <a:latin typeface="Arial"/>
                          <a:ea typeface="Arial"/>
                          <a:cs typeface="Arial"/>
                        </a:rPr>
                        <a:t>Đạt ngưỡng đã chốt</a:t>
                      </a:r>
                    </a:p>
                  </a:txBody>
                  <a:tcPr marL="114300" marR="95250" marT="66675" marB="66675" anchor="ctr">
                    <a:solidFill>
                      <a:srgbClr val="FFFFFF"/>
                    </a:solidFill>
                  </a:tcPr>
                </a:tc>
              </a:tr>
              <a:tr h="485775">
                <a:tc>
                  <a:txBody>
                    <a:bodyPr/>
                    <a:lstStyle/>
                    <a:p>
                      <a:r>
                        <a:rPr sz="1500" b="1">
                          <a:solidFill>
                            <a:srgbClr val="20245F"/>
                          </a:solidFill>
                          <a:latin typeface="Arial"/>
                          <a:ea typeface="Arial"/>
                          <a:cs typeface="Arial"/>
                        </a:rPr>
                        <a:t>06  Chạy một vòng flywheel</a:t>
                      </a:r>
                    </a:p>
                  </a:txBody>
                  <a:tcPr marL="114300" marR="95250" marT="66675" marB="66675" anchor="ctr">
                    <a:solidFill>
                      <a:srgbClr val="EEF2FA"/>
                    </a:solidFill>
                  </a:tcPr>
                </a:tc>
                <a:tc>
                  <a:txBody>
                    <a:bodyPr/>
                    <a:lstStyle/>
                    <a:p>
                      <a:r>
                        <a:rPr sz="1500">
                          <a:solidFill>
                            <a:srgbClr val="222C4C"/>
                          </a:solidFill>
                          <a:latin typeface="Arial"/>
                          <a:ea typeface="Arial"/>
                          <a:cs typeface="Arial"/>
                        </a:rPr>
                        <a:t>Lỗi, can thiệp, release mới, kết quả đo lại</a:t>
                      </a:r>
                    </a:p>
                  </a:txBody>
                  <a:tcPr marL="114300" marR="95250" marT="66675" marB="66675" anchor="ctr">
                    <a:solidFill>
                      <a:srgbClr val="EEF2FA"/>
                    </a:solidFill>
                  </a:tcPr>
                </a:tc>
                <a:tc>
                  <a:txBody>
                    <a:bodyPr/>
                    <a:lstStyle/>
                    <a:p>
                      <a:r>
                        <a:rPr sz="1500">
                          <a:solidFill>
                            <a:srgbClr val="222C4C"/>
                          </a:solidFill>
                          <a:latin typeface="Arial"/>
                          <a:ea typeface="Arial"/>
                          <a:cs typeface="Arial"/>
                        </a:rPr>
                        <a:t>Quyết định giữ hay cập nhật policy</a:t>
                      </a:r>
                    </a:p>
                  </a:txBody>
                  <a:tcPr marL="114300" marR="95250" marT="66675" marB="66675" anchor="ctr">
                    <a:solidFill>
                      <a:srgbClr val="EEF2FA"/>
                    </a:solidFill>
                  </a:tcPr>
                </a:tc>
              </a:tr>
            </a:tbl>
          </a:graphicData>
        </a:graphic>
      </p:graphicFrame>
      <p:sp>
        <p:nvSpPr>
          <p:cNvPr id="5" name="panel-140">
            <a:extLst xmlns:a="http://schemas.openxmlformats.org/drawingml/2006/main">
              <a:ext uri="{FF2B5EF4-FFF2-40B4-BE49-F238E27FC236}">
                <a16:creationId xmlns:a16="http://schemas.microsoft.com/office/drawing/2014/main" id="{C997BDC0-17EB-40F0-A736-0910BBD725C0}"/>
              </a:ext>
            </a:extLst>
          </p:cNvPr>
          <p:cNvSpPr>
            <a:spLocks xmlns:a="http://schemas.openxmlformats.org/drawingml/2006/main" noGrp="1"/>
          </p:cNvSpPr>
          <p:nvPr/>
        </p:nvSpPr>
        <p:spPr>
          <a:xfrm xmlns:a="http://schemas.openxmlformats.org/drawingml/2006/main">
            <a:off x="457200" y="5800725"/>
            <a:ext cx="11277600" cy="581025"/>
          </a:xfrm>
          <a:prstGeom xmlns:a="http://schemas.openxmlformats.org/drawingml/2006/main" prst="roundRect">
            <a:avLst>
              <a:gd name="adj" fmla="val 13115"/>
            </a:avLst>
          </a:prstGeom>
          <a:solidFill xmlns:a="http://schemas.openxmlformats.org/drawingml/2006/main">
            <a:srgbClr val="E9F6ED"/>
          </a:solidFill>
          <a:ln xmlns:a="http://schemas.openxmlformats.org/drawingml/2006/main" w="0">
            <a:noFill/>
          </a:ln>
        </p:spPr>
      </p:sp>
      <p:sp>
        <p:nvSpPr>
          <p:cNvPr id="6" name="pitch-text-141">
            <a:extLst xmlns:a="http://schemas.openxmlformats.org/drawingml/2006/main">
              <a:ext uri="{FF2B5EF4-FFF2-40B4-BE49-F238E27FC236}">
                <a16:creationId xmlns:a16="http://schemas.microsoft.com/office/drawing/2014/main" id="{D4FC2F99-1F9B-41F5-BE69-97422352C222}"/>
              </a:ext>
            </a:extLst>
          </p:cNvPr>
          <p:cNvSpPr>
            <a:spLocks xmlns:a="http://schemas.openxmlformats.org/drawingml/2006/main" noGrp="1"/>
          </p:cNvSpPr>
          <p:nvPr/>
        </p:nvSpPr>
        <p:spPr>
          <a:xfrm xmlns:a="http://schemas.openxmlformats.org/drawingml/2006/main">
            <a:off x="619125" y="5895975"/>
            <a:ext cx="1095375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725" b="1">
                <a:solidFill>
                  <a:srgbClr val="12833E"/>
                </a:solidFill>
                <a:latin typeface="Arial"/>
                <a:ea typeface="Arial"/>
                <a:cs typeface="Arial"/>
              </a:defRPr>
            </a:defPPr>
          </a:lstStyle>
          <a:p xmlns:a="http://schemas.openxmlformats.org/drawingml/2006/main">
            <a:pPr algn="l">
              <a:buNone/>
              <a:defRPr sz="1725" b="1">
                <a:solidFill>
                  <a:srgbClr val="12833E"/>
                </a:solidFill>
                <a:latin typeface="Arial"/>
                <a:ea typeface="Arial"/>
                <a:cs typeface="Arial"/>
              </a:defRPr>
            </a:pPr>
            <a:r>
              <a:rPr sz="1725" b="1">
                <a:solidFill>
                  <a:srgbClr val="12833E"/>
                </a:solidFill>
                <a:latin typeface="Arial"/>
                <a:ea typeface="Arial"/>
                <a:cs typeface="Arial"/>
              </a:rPr>
              <a:t>Sau PoC sim: controller và calibration phù hợp, rồi nghiệm thu robot thật</a:t>
            </a:r>
          </a:p>
        </p:txBody>
      </p:sp>
      <p:sp>
        <p:nvSpPr>
          <p:cNvPr id="7" name="pitch-text-142">
            <a:extLst xmlns:a="http://schemas.openxmlformats.org/drawingml/2006/main">
              <a:ext uri="{FF2B5EF4-FFF2-40B4-BE49-F238E27FC236}">
                <a16:creationId xmlns:a16="http://schemas.microsoft.com/office/drawing/2014/main" id="{0A6F90DB-31C3-4AFE-BC1B-152FA436E883}"/>
              </a:ext>
            </a:extLst>
          </p:cNvPr>
          <p:cNvSpPr>
            <a:spLocks xmlns:a="http://schemas.openxmlformats.org/drawingml/2006/main" noGrp="1"/>
          </p:cNvSpPr>
          <p:nvPr/>
        </p:nvSpPr>
        <p:spPr>
          <a:xfrm xmlns:a="http://schemas.openxmlformats.org/drawingml/2006/main">
            <a:off x="457200" y="6515100"/>
            <a:ext cx="112776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350" b="0">
                <a:solidFill>
                  <a:srgbClr val="617087"/>
                </a:solidFill>
                <a:latin typeface="Arial"/>
                <a:ea typeface="Arial"/>
                <a:cs typeface="Arial"/>
              </a:defRPr>
            </a:defPPr>
          </a:lstStyle>
          <a:p xmlns:a="http://schemas.openxmlformats.org/drawingml/2006/main">
            <a:pPr algn="l">
              <a:buNone/>
              <a:defRPr sz="1350" b="0">
                <a:solidFill>
                  <a:srgbClr val="617087"/>
                </a:solidFill>
                <a:latin typeface="Arial"/>
                <a:ea typeface="Arial"/>
                <a:cs typeface="Arial"/>
              </a:defRPr>
            </a:pPr>
            <a:r>
              <a:rPr sz="1350" b="0">
                <a:solidFill>
                  <a:srgbClr val="617087"/>
                </a:solidFill>
                <a:latin typeface="Arial"/>
                <a:ea typeface="Arial"/>
                <a:cs typeface="Arial"/>
              </a:rPr>
              <a:t>Thời lượng xác định sau khi kiểm tra dữ liệu, GPU và quyền tiếp cận robot.</a:t>
            </a:r>
          </a:p>
        </p:txBody>
      </p:sp>
    </p:spTree>
    <p:extLst>
      <p:ext uri="{BB962C8B-B14F-4D97-AF65-F5344CB8AC3E}">
        <p14:creationId xmlns:p14="http://schemas.microsoft.com/office/powerpoint/2010/main" val="2998835788"/>
      </p:ext>
    </p:extLst>
  </p:cSld>
</p:sld>
</file>

<file path=ppt/slides/slide10.xml><?xml version="1.0" encoding="utf-8"?>
<p:sld xmlns:p="http://schemas.openxmlformats.org/presentationml/2006/main">
  <p:cSld>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AD98061E-F773-4126-B71E-273567A4D422}"/>
              </a:ext>
            </a:extLst>
          </p:cNvPr>
          <p:cNvSpPr>
            <a:spLocks xmlns:a="http://schemas.openxmlformats.org/drawingml/2006/main" noGrp="1"/>
          </p:cNvSpPr>
          <p:nvPr>
            <p:ph type="title" idx="0"/>
          </p:nvPr>
        </p:nvSpPr>
        <p:spPr>
          <a:xfrm xmlns:a="http://schemas.openxmlformats.org/drawingml/2006/main">
            <a:off x="5762625" y="200025"/>
            <a:ext cx="6096000" cy="866775"/>
          </a:xfrm>
          <a:prstGeom xmlns:a="http://schemas.openxmlformats.org/drawingml/2006/main" prst="rect">
            <a:avLst/>
          </a:prstGeom>
        </p:spPr>
        <p:txBody>
          <a:bodyPr xmlns:a="http://schemas.openxmlformats.org/drawingml/2006/main" wrap="square" lIns="0" tIns="0" rIns="0" bIns="0" anchor="ctr">
            <a:noAutofit/>
          </a:bodyPr>
          <a:lstStyle xmlns:a="http://schemas.openxmlformats.org/drawingml/2006/main">
            <a:defPPr algn="ctr">
              <a:defRPr sz="3600" b="1">
                <a:solidFill>
                  <a:srgbClr val="FFFFFF"/>
                </a:solidFill>
                <a:latin typeface="Times New Roman"/>
                <a:ea typeface="Times New Roman"/>
                <a:cs typeface="Times New Roman"/>
              </a:defRPr>
            </a:defPPr>
          </a:lstStyle>
          <a:p xmlns:a="http://schemas.openxmlformats.org/drawingml/2006/main">
            <a:pPr algn="ctr">
              <a:buNone/>
              <a:defRPr sz="3600" b="1">
                <a:solidFill>
                  <a:srgbClr val="FFFFFF"/>
                </a:solidFill>
                <a:latin typeface="Times New Roman"/>
                <a:ea typeface="Times New Roman"/>
                <a:cs typeface="Times New Roman"/>
              </a:defRPr>
            </a:pPr>
            <a:r>
              <a:rPr sz="3600" b="1">
                <a:solidFill>
                  <a:srgbClr val="FFFFFF"/>
                </a:solidFill>
                <a:latin typeface="Times New Roman"/>
                <a:ea typeface="Times New Roman"/>
                <a:cs typeface="Times New Roman"/>
              </a:rPr>
              <a:t>Kết luận</a:t>
            </a:r>
          </a:p>
        </p:txBody>
      </p:sp>
      <p:sp>
        <p:nvSpPr>
          <p:cNvPr id="3" name="panel-143">
            <a:extLst xmlns:a="http://schemas.openxmlformats.org/drawingml/2006/main">
              <a:ext uri="{FF2B5EF4-FFF2-40B4-BE49-F238E27FC236}">
                <a16:creationId xmlns:a16="http://schemas.microsoft.com/office/drawing/2014/main" id="{4FC8710F-56CF-4AD8-BB5D-FE3E84DD9007}"/>
              </a:ext>
            </a:extLst>
          </p:cNvPr>
          <p:cNvSpPr>
            <a:spLocks xmlns:a="http://schemas.openxmlformats.org/drawingml/2006/main" noGrp="1"/>
          </p:cNvSpPr>
          <p:nvPr/>
        </p:nvSpPr>
        <p:spPr>
          <a:xfrm xmlns:a="http://schemas.openxmlformats.org/drawingml/2006/main">
            <a:off x="457200" y="1476375"/>
            <a:ext cx="11277600" cy="1314450"/>
          </a:xfrm>
          <a:prstGeom xmlns:a="http://schemas.openxmlformats.org/drawingml/2006/main" prst="roundRect">
            <a:avLst>
              <a:gd name="adj" fmla="val 5797"/>
            </a:avLst>
          </a:prstGeom>
          <a:solidFill xmlns:a="http://schemas.openxmlformats.org/drawingml/2006/main">
            <a:srgbClr val="20245F"/>
          </a:solidFill>
          <a:ln xmlns:a="http://schemas.openxmlformats.org/drawingml/2006/main" w="0">
            <a:noFill/>
          </a:ln>
        </p:spPr>
      </p:sp>
      <p:sp>
        <p:nvSpPr>
          <p:cNvPr id="4" name="pitch-text-144">
            <a:extLst xmlns:a="http://schemas.openxmlformats.org/drawingml/2006/main">
              <a:ext uri="{FF2B5EF4-FFF2-40B4-BE49-F238E27FC236}">
                <a16:creationId xmlns:a16="http://schemas.microsoft.com/office/drawing/2014/main" id="{94EC7D87-92E8-4295-B55E-9EF1C071A632}"/>
              </a:ext>
            </a:extLst>
          </p:cNvPr>
          <p:cNvSpPr>
            <a:spLocks xmlns:a="http://schemas.openxmlformats.org/drawingml/2006/main" noGrp="1"/>
          </p:cNvSpPr>
          <p:nvPr/>
        </p:nvSpPr>
        <p:spPr>
          <a:xfrm xmlns:a="http://schemas.openxmlformats.org/drawingml/2006/main">
            <a:off x="695325" y="1600200"/>
            <a:ext cx="108013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500" b="1">
                <a:solidFill>
                  <a:srgbClr val="4CE079"/>
                </a:solidFill>
                <a:latin typeface="Arial"/>
                <a:ea typeface="Arial"/>
                <a:cs typeface="Arial"/>
              </a:defRPr>
            </a:defPPr>
          </a:lstStyle>
          <a:p xmlns:a="http://schemas.openxmlformats.org/drawingml/2006/main">
            <a:pPr algn="l">
              <a:buNone/>
              <a:defRPr sz="1500" b="1">
                <a:solidFill>
                  <a:srgbClr val="4CE079"/>
                </a:solidFill>
                <a:latin typeface="Arial"/>
                <a:ea typeface="Arial"/>
                <a:cs typeface="Arial"/>
              </a:defRPr>
            </a:pPr>
            <a:r>
              <a:rPr sz="1500" b="1">
                <a:solidFill>
                  <a:srgbClr val="4CE079"/>
                </a:solidFill>
                <a:latin typeface="Arial"/>
                <a:ea typeface="Arial"/>
                <a:cs typeface="Arial"/>
              </a:rPr>
              <a:t>GIÁ TRỊ CHO KỸ SƯ ROBOT LEARNING</a:t>
            </a:r>
          </a:p>
        </p:txBody>
      </p:sp>
      <p:sp>
        <p:nvSpPr>
          <p:cNvPr id="5" name="pitch-text-145">
            <a:extLst xmlns:a="http://schemas.openxmlformats.org/drawingml/2006/main">
              <a:ext uri="{FF2B5EF4-FFF2-40B4-BE49-F238E27FC236}">
                <a16:creationId xmlns:a16="http://schemas.microsoft.com/office/drawing/2014/main" id="{AF8B5B8E-EB42-4973-BD0B-C07D19C1DD24}"/>
              </a:ext>
            </a:extLst>
          </p:cNvPr>
          <p:cNvSpPr>
            <a:spLocks xmlns:a="http://schemas.openxmlformats.org/drawingml/2006/main" noGrp="1"/>
          </p:cNvSpPr>
          <p:nvPr/>
        </p:nvSpPr>
        <p:spPr>
          <a:xfrm xmlns:a="http://schemas.openxmlformats.org/drawingml/2006/main">
            <a:off x="695325" y="2009775"/>
            <a:ext cx="108013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2025" b="1">
                <a:solidFill>
                  <a:srgbClr val="FFFFFF"/>
                </a:solidFill>
                <a:latin typeface="Arial"/>
                <a:ea typeface="Arial"/>
                <a:cs typeface="Arial"/>
              </a:defRPr>
            </a:defPPr>
          </a:lstStyle>
          <a:p xmlns:a="http://schemas.openxmlformats.org/drawingml/2006/main">
            <a:pPr algn="l">
              <a:buNone/>
              <a:defRPr sz="2025" b="1">
                <a:solidFill>
                  <a:srgbClr val="FFFFFF"/>
                </a:solidFill>
                <a:latin typeface="Arial"/>
                <a:ea typeface="Arial"/>
                <a:cs typeface="Arial"/>
              </a:defRPr>
            </a:pPr>
            <a:r>
              <a:rPr sz="2025" b="1">
                <a:solidFill>
                  <a:srgbClr val="FFFFFF"/>
                </a:solidFill>
                <a:latin typeface="Arial"/>
                <a:ea typeface="Arial"/>
                <a:cs typeface="Arial"/>
              </a:rPr>
              <a:t>Biết cần bổ sung dữ liệu nào sau lỗi robot, rồi kiểm lại chất lượng và chi phí.</a:t>
            </a:r>
          </a:p>
          <a:p xmlns:a="http://schemas.openxmlformats.org/drawingml/2006/main">
            <a:pPr algn="l">
              <a:buNone/>
              <a:defRPr sz="2025" b="1">
                <a:solidFill>
                  <a:srgbClr val="FFFFFF"/>
                </a:solidFill>
                <a:latin typeface="Arial"/>
                <a:ea typeface="Arial"/>
                <a:cs typeface="Arial"/>
              </a:defRPr>
            </a:pPr>
            <a:r>
              <a:rPr sz="2025" b="1">
                <a:solidFill>
                  <a:srgbClr val="FFFFFF"/>
                </a:solidFill>
                <a:latin typeface="Arial"/>
                <a:ea typeface="Arial"/>
                <a:cs typeface="Arial"/>
              </a:rPr>
              <a:t>PoC mục tiêu: ≥80% thành công, giảm 30% demo gốc ở cùng chất lượng.</a:t>
            </a:r>
          </a:p>
        </p:txBody>
      </p:sp>
      <p:sp>
        <p:nvSpPr>
          <p:cNvPr id="6" name="panel-146">
            <a:extLst xmlns:a="http://schemas.openxmlformats.org/drawingml/2006/main">
              <a:ext uri="{FF2B5EF4-FFF2-40B4-BE49-F238E27FC236}">
                <a16:creationId xmlns:a16="http://schemas.microsoft.com/office/drawing/2014/main" id="{3ABBCC94-B725-4237-841B-0D78E1AB95A9}"/>
              </a:ext>
            </a:extLst>
          </p:cNvPr>
          <p:cNvSpPr>
            <a:spLocks xmlns:a="http://schemas.openxmlformats.org/drawingml/2006/main" noGrp="1"/>
          </p:cNvSpPr>
          <p:nvPr/>
        </p:nvSpPr>
        <p:spPr>
          <a:xfrm xmlns:a="http://schemas.openxmlformats.org/drawingml/2006/main">
            <a:off x="457200" y="3057525"/>
            <a:ext cx="3581400" cy="1200150"/>
          </a:xfrm>
          <a:prstGeom xmlns:a="http://schemas.openxmlformats.org/drawingml/2006/main" prst="roundRect">
            <a:avLst>
              <a:gd name="adj" fmla="val 6349"/>
            </a:avLst>
          </a:prstGeom>
          <a:solidFill xmlns:a="http://schemas.openxmlformats.org/drawingml/2006/main">
            <a:srgbClr val="EEF2FA"/>
          </a:solidFill>
          <a:ln xmlns:a="http://schemas.openxmlformats.org/drawingml/2006/main" w="0">
            <a:noFill/>
          </a:ln>
        </p:spPr>
      </p:sp>
      <p:sp>
        <p:nvSpPr>
          <p:cNvPr id="7" name="pitch-text-147">
            <a:extLst xmlns:a="http://schemas.openxmlformats.org/drawingml/2006/main">
              <a:ext uri="{FF2B5EF4-FFF2-40B4-BE49-F238E27FC236}">
                <a16:creationId xmlns:a16="http://schemas.microsoft.com/office/drawing/2014/main" id="{3C5F5D63-9A37-4E04-A056-6BB0F44D242E}"/>
              </a:ext>
            </a:extLst>
          </p:cNvPr>
          <p:cNvSpPr>
            <a:spLocks xmlns:a="http://schemas.openxmlformats.org/drawingml/2006/main" noGrp="1"/>
          </p:cNvSpPr>
          <p:nvPr/>
        </p:nvSpPr>
        <p:spPr>
          <a:xfrm xmlns:a="http://schemas.openxmlformats.org/drawingml/2006/main">
            <a:off x="628650" y="3209925"/>
            <a:ext cx="3238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875" b="1">
                <a:solidFill>
                  <a:srgbClr val="20245F"/>
                </a:solidFill>
                <a:latin typeface="Arial"/>
                <a:ea typeface="Arial"/>
                <a:cs typeface="Arial"/>
              </a:defRPr>
            </a:defPPr>
          </a:lstStyle>
          <a:p xmlns:a="http://schemas.openxmlformats.org/drawingml/2006/main">
            <a:pPr algn="l">
              <a:buNone/>
              <a:defRPr sz="1875" b="1">
                <a:solidFill>
                  <a:srgbClr val="20245F"/>
                </a:solidFill>
                <a:latin typeface="Arial"/>
                <a:ea typeface="Arial"/>
                <a:cs typeface="Arial"/>
              </a:defRPr>
            </a:pPr>
            <a:r>
              <a:rPr sz="1875" b="1">
                <a:solidFill>
                  <a:srgbClr val="20245F"/>
                </a:solidFill>
                <a:latin typeface="Arial"/>
                <a:ea typeface="Arial"/>
                <a:cs typeface="Arial"/>
              </a:rPr>
              <a:t>Cải thiện có bằng chứng</a:t>
            </a:r>
          </a:p>
        </p:txBody>
      </p:sp>
      <p:sp>
        <p:nvSpPr>
          <p:cNvPr id="8" name="pitch-text-148">
            <a:extLst xmlns:a="http://schemas.openxmlformats.org/drawingml/2006/main">
              <a:ext uri="{FF2B5EF4-FFF2-40B4-BE49-F238E27FC236}">
                <a16:creationId xmlns:a16="http://schemas.microsoft.com/office/drawing/2014/main" id="{062F1AF5-FD41-43FA-BB35-F39831085F71}"/>
              </a:ext>
            </a:extLst>
          </p:cNvPr>
          <p:cNvSpPr>
            <a:spLocks xmlns:a="http://schemas.openxmlformats.org/drawingml/2006/main" noGrp="1"/>
          </p:cNvSpPr>
          <p:nvPr/>
        </p:nvSpPr>
        <p:spPr>
          <a:xfrm xmlns:a="http://schemas.openxmlformats.org/drawingml/2006/main">
            <a:off x="628650" y="3676650"/>
            <a:ext cx="3238500"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575" b="0">
                <a:solidFill>
                  <a:srgbClr val="222C4C"/>
                </a:solidFill>
                <a:latin typeface="Arial"/>
                <a:ea typeface="Arial"/>
                <a:cs typeface="Arial"/>
              </a:defRPr>
            </a:defPPr>
          </a:lstStyle>
          <a:p xmlns:a="http://schemas.openxmlformats.org/drawingml/2006/main">
            <a:pPr algn="l">
              <a:buNone/>
              <a:defRPr sz="1575" b="0">
                <a:solidFill>
                  <a:srgbClr val="222C4C"/>
                </a:solidFill>
                <a:latin typeface="Arial"/>
                <a:ea typeface="Arial"/>
                <a:cs typeface="Arial"/>
              </a:defRPr>
            </a:pPr>
            <a:r>
              <a:rPr sz="1575" b="0">
                <a:solidFill>
                  <a:srgbClr val="222C4C"/>
                </a:solidFill>
                <a:latin typeface="Arial"/>
                <a:ea typeface="Arial"/>
                <a:cs typeface="Arial"/>
              </a:rPr>
              <a:t>Gắn lỗi với can thiệp, release dữ liệu và policy.</a:t>
            </a:r>
          </a:p>
        </p:txBody>
      </p:sp>
      <p:sp>
        <p:nvSpPr>
          <p:cNvPr id="9" name="panel-149">
            <a:extLst xmlns:a="http://schemas.openxmlformats.org/drawingml/2006/main">
              <a:ext uri="{FF2B5EF4-FFF2-40B4-BE49-F238E27FC236}">
                <a16:creationId xmlns:a16="http://schemas.microsoft.com/office/drawing/2014/main" id="{2E61339D-F1D4-4003-B5EB-7F443818D76E}"/>
              </a:ext>
            </a:extLst>
          </p:cNvPr>
          <p:cNvSpPr>
            <a:spLocks xmlns:a="http://schemas.openxmlformats.org/drawingml/2006/main" noGrp="1"/>
          </p:cNvSpPr>
          <p:nvPr/>
        </p:nvSpPr>
        <p:spPr>
          <a:xfrm xmlns:a="http://schemas.openxmlformats.org/drawingml/2006/main">
            <a:off x="4305300" y="3057525"/>
            <a:ext cx="3581400" cy="1200150"/>
          </a:xfrm>
          <a:prstGeom xmlns:a="http://schemas.openxmlformats.org/drawingml/2006/main" prst="roundRect">
            <a:avLst>
              <a:gd name="adj" fmla="val 6349"/>
            </a:avLst>
          </a:prstGeom>
          <a:solidFill xmlns:a="http://schemas.openxmlformats.org/drawingml/2006/main">
            <a:srgbClr val="EEF2FA"/>
          </a:solidFill>
          <a:ln xmlns:a="http://schemas.openxmlformats.org/drawingml/2006/main" w="0">
            <a:noFill/>
          </a:ln>
        </p:spPr>
      </p:sp>
      <p:sp>
        <p:nvSpPr>
          <p:cNvPr id="10" name="pitch-text-150">
            <a:extLst xmlns:a="http://schemas.openxmlformats.org/drawingml/2006/main">
              <a:ext uri="{FF2B5EF4-FFF2-40B4-BE49-F238E27FC236}">
                <a16:creationId xmlns:a16="http://schemas.microsoft.com/office/drawing/2014/main" id="{7E85EA2C-1048-4DDE-9BBB-CA0407829132}"/>
              </a:ext>
            </a:extLst>
          </p:cNvPr>
          <p:cNvSpPr>
            <a:spLocks xmlns:a="http://schemas.openxmlformats.org/drawingml/2006/main" noGrp="1"/>
          </p:cNvSpPr>
          <p:nvPr/>
        </p:nvSpPr>
        <p:spPr>
          <a:xfrm xmlns:a="http://schemas.openxmlformats.org/drawingml/2006/main">
            <a:off x="4476750" y="3209925"/>
            <a:ext cx="3238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875" b="1">
                <a:solidFill>
                  <a:srgbClr val="20245F"/>
                </a:solidFill>
                <a:latin typeface="Arial"/>
                <a:ea typeface="Arial"/>
                <a:cs typeface="Arial"/>
              </a:defRPr>
            </a:defPPr>
          </a:lstStyle>
          <a:p xmlns:a="http://schemas.openxmlformats.org/drawingml/2006/main">
            <a:pPr algn="l">
              <a:buNone/>
              <a:defRPr sz="1875" b="1">
                <a:solidFill>
                  <a:srgbClr val="20245F"/>
                </a:solidFill>
                <a:latin typeface="Arial"/>
                <a:ea typeface="Arial"/>
                <a:cs typeface="Arial"/>
              </a:defRPr>
            </a:pPr>
            <a:r>
              <a:rPr sz="1875" b="1">
                <a:solidFill>
                  <a:srgbClr val="20245F"/>
                </a:solidFill>
                <a:latin typeface="Arial"/>
                <a:ea typeface="Arial"/>
                <a:cs typeface="Arial"/>
              </a:rPr>
              <a:t>Kiểm soát chi phí</a:t>
            </a:r>
          </a:p>
        </p:txBody>
      </p:sp>
      <p:sp>
        <p:nvSpPr>
          <p:cNvPr id="11" name="pitch-text-151">
            <a:extLst xmlns:a="http://schemas.openxmlformats.org/drawingml/2006/main">
              <a:ext uri="{FF2B5EF4-FFF2-40B4-BE49-F238E27FC236}">
                <a16:creationId xmlns:a16="http://schemas.microsoft.com/office/drawing/2014/main" id="{BF9FAEDE-9E9E-4C84-87A1-05DAE88E8B73}"/>
              </a:ext>
            </a:extLst>
          </p:cNvPr>
          <p:cNvSpPr>
            <a:spLocks xmlns:a="http://schemas.openxmlformats.org/drawingml/2006/main" noGrp="1"/>
          </p:cNvSpPr>
          <p:nvPr/>
        </p:nvSpPr>
        <p:spPr>
          <a:xfrm xmlns:a="http://schemas.openxmlformats.org/drawingml/2006/main">
            <a:off x="4476750" y="3676650"/>
            <a:ext cx="3238500"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575" b="0">
                <a:solidFill>
                  <a:srgbClr val="222C4C"/>
                </a:solidFill>
                <a:latin typeface="Arial"/>
                <a:ea typeface="Arial"/>
                <a:cs typeface="Arial"/>
              </a:defRPr>
            </a:defPPr>
          </a:lstStyle>
          <a:p xmlns:a="http://schemas.openxmlformats.org/drawingml/2006/main">
            <a:pPr algn="l">
              <a:buNone/>
              <a:defRPr sz="1575" b="0">
                <a:solidFill>
                  <a:srgbClr val="222C4C"/>
                </a:solidFill>
                <a:latin typeface="Arial"/>
                <a:ea typeface="Arial"/>
                <a:cs typeface="Arial"/>
              </a:defRPr>
            </a:pPr>
            <a:r>
              <a:rPr sz="1575" b="0">
                <a:solidFill>
                  <a:srgbClr val="222C4C"/>
                </a:solidFill>
                <a:latin typeface="Arial"/>
                <a:ea typeface="Arial"/>
                <a:cs typeface="Arial"/>
              </a:rPr>
              <a:t>Đo công thu/QA/debug và GPU cho từng đợt.</a:t>
            </a:r>
          </a:p>
        </p:txBody>
      </p:sp>
      <p:sp>
        <p:nvSpPr>
          <p:cNvPr id="12" name="panel-152">
            <a:extLst xmlns:a="http://schemas.openxmlformats.org/drawingml/2006/main">
              <a:ext uri="{FF2B5EF4-FFF2-40B4-BE49-F238E27FC236}">
                <a16:creationId xmlns:a16="http://schemas.microsoft.com/office/drawing/2014/main" id="{68B82758-5296-40E9-95A0-27BFF2FB5DB4}"/>
              </a:ext>
            </a:extLst>
          </p:cNvPr>
          <p:cNvSpPr>
            <a:spLocks xmlns:a="http://schemas.openxmlformats.org/drawingml/2006/main" noGrp="1"/>
          </p:cNvSpPr>
          <p:nvPr/>
        </p:nvSpPr>
        <p:spPr>
          <a:xfrm xmlns:a="http://schemas.openxmlformats.org/drawingml/2006/main">
            <a:off x="8153400" y="3057525"/>
            <a:ext cx="3581400" cy="1200150"/>
          </a:xfrm>
          <a:prstGeom xmlns:a="http://schemas.openxmlformats.org/drawingml/2006/main" prst="roundRect">
            <a:avLst>
              <a:gd name="adj" fmla="val 6349"/>
            </a:avLst>
          </a:prstGeom>
          <a:solidFill xmlns:a="http://schemas.openxmlformats.org/drawingml/2006/main">
            <a:srgbClr val="EEF2FA"/>
          </a:solidFill>
          <a:ln xmlns:a="http://schemas.openxmlformats.org/drawingml/2006/main" w="0">
            <a:noFill/>
          </a:ln>
        </p:spPr>
      </p:sp>
      <p:sp>
        <p:nvSpPr>
          <p:cNvPr id="13" name="pitch-text-153">
            <a:extLst xmlns:a="http://schemas.openxmlformats.org/drawingml/2006/main">
              <a:ext uri="{FF2B5EF4-FFF2-40B4-BE49-F238E27FC236}">
                <a16:creationId xmlns:a16="http://schemas.microsoft.com/office/drawing/2014/main" id="{62F2ADE0-1968-4390-A801-C3947D19B140}"/>
              </a:ext>
            </a:extLst>
          </p:cNvPr>
          <p:cNvSpPr>
            <a:spLocks xmlns:a="http://schemas.openxmlformats.org/drawingml/2006/main" noGrp="1"/>
          </p:cNvSpPr>
          <p:nvPr/>
        </p:nvSpPr>
        <p:spPr>
          <a:xfrm xmlns:a="http://schemas.openxmlformats.org/drawingml/2006/main">
            <a:off x="8324850" y="3209925"/>
            <a:ext cx="3238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875" b="1">
                <a:solidFill>
                  <a:srgbClr val="20245F"/>
                </a:solidFill>
                <a:latin typeface="Arial"/>
                <a:ea typeface="Arial"/>
                <a:cs typeface="Arial"/>
              </a:defRPr>
            </a:defPPr>
          </a:lstStyle>
          <a:p xmlns:a="http://schemas.openxmlformats.org/drawingml/2006/main">
            <a:pPr algn="l">
              <a:buNone/>
              <a:defRPr sz="1875" b="1">
                <a:solidFill>
                  <a:srgbClr val="20245F"/>
                </a:solidFill>
                <a:latin typeface="Arial"/>
                <a:ea typeface="Arial"/>
                <a:cs typeface="Arial"/>
              </a:defRPr>
            </a:pPr>
            <a:r>
              <a:rPr sz="1875" b="1">
                <a:solidFill>
                  <a:srgbClr val="20245F"/>
                </a:solidFill>
                <a:latin typeface="Arial"/>
                <a:ea typeface="Arial"/>
                <a:cs typeface="Arial"/>
              </a:rPr>
              <a:t>Mở rộng từng task</a:t>
            </a:r>
          </a:p>
        </p:txBody>
      </p:sp>
      <p:sp>
        <p:nvSpPr>
          <p:cNvPr id="14" name="pitch-text-154">
            <a:extLst xmlns:a="http://schemas.openxmlformats.org/drawingml/2006/main">
              <a:ext uri="{FF2B5EF4-FFF2-40B4-BE49-F238E27FC236}">
                <a16:creationId xmlns:a16="http://schemas.microsoft.com/office/drawing/2014/main" id="{CFB0EC8C-FF0E-427E-8245-20246FEE2239}"/>
              </a:ext>
            </a:extLst>
          </p:cNvPr>
          <p:cNvSpPr>
            <a:spLocks xmlns:a="http://schemas.openxmlformats.org/drawingml/2006/main" noGrp="1"/>
          </p:cNvSpPr>
          <p:nvPr/>
        </p:nvSpPr>
        <p:spPr>
          <a:xfrm xmlns:a="http://schemas.openxmlformats.org/drawingml/2006/main">
            <a:off x="8324850" y="3676650"/>
            <a:ext cx="3238500"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575" b="0">
                <a:solidFill>
                  <a:srgbClr val="222C4C"/>
                </a:solidFill>
                <a:latin typeface="Arial"/>
                <a:ea typeface="Arial"/>
                <a:cs typeface="Arial"/>
              </a:defRPr>
            </a:defPPr>
          </a:lstStyle>
          <a:p xmlns:a="http://schemas.openxmlformats.org/drawingml/2006/main">
            <a:pPr algn="l">
              <a:buNone/>
              <a:defRPr sz="1575" b="0">
                <a:solidFill>
                  <a:srgbClr val="222C4C"/>
                </a:solidFill>
                <a:latin typeface="Arial"/>
                <a:ea typeface="Arial"/>
                <a:cs typeface="Arial"/>
              </a:defRPr>
            </a:pPr>
            <a:r>
              <a:rPr sz="1575" b="0">
                <a:solidFill>
                  <a:srgbClr val="222C4C"/>
                </a:solidFill>
                <a:latin typeface="Arial"/>
                <a:ea typeface="Arial"/>
                <a:cs typeface="Arial"/>
              </a:rPr>
              <a:t>Task mới cùng robot trước. Robot mới tích hợp và nghiệm thu riêng.</a:t>
            </a:r>
          </a:p>
        </p:txBody>
      </p:sp>
      <p:sp>
        <p:nvSpPr>
          <p:cNvPr id="15" name="pitch-text-155">
            <a:extLst xmlns:a="http://schemas.openxmlformats.org/drawingml/2006/main">
              <a:ext uri="{FF2B5EF4-FFF2-40B4-BE49-F238E27FC236}">
                <a16:creationId xmlns:a16="http://schemas.microsoft.com/office/drawing/2014/main" id="{70189C35-B067-428B-A9DF-E3F429863D72}"/>
              </a:ext>
            </a:extLst>
          </p:cNvPr>
          <p:cNvSpPr>
            <a:spLocks xmlns:a="http://schemas.openxmlformats.org/drawingml/2006/main" noGrp="1"/>
          </p:cNvSpPr>
          <p:nvPr/>
        </p:nvSpPr>
        <p:spPr>
          <a:xfrm xmlns:a="http://schemas.openxmlformats.org/drawingml/2006/main">
            <a:off x="457200" y="4610100"/>
            <a:ext cx="112776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650" b="1">
                <a:solidFill>
                  <a:srgbClr val="39458F"/>
                </a:solidFill>
                <a:latin typeface="Arial"/>
                <a:ea typeface="Arial"/>
                <a:cs typeface="Arial"/>
              </a:defRPr>
            </a:defPPr>
          </a:lstStyle>
          <a:p xmlns:a="http://schemas.openxmlformats.org/drawingml/2006/main">
            <a:pPr algn="l">
              <a:buNone/>
              <a:defRPr sz="1650" b="1">
                <a:solidFill>
                  <a:srgbClr val="39458F"/>
                </a:solidFill>
                <a:latin typeface="Arial"/>
                <a:ea typeface="Arial"/>
                <a:cs typeface="Arial"/>
              </a:defRPr>
            </a:pPr>
            <a:r>
              <a:rPr sz="1650" b="1">
                <a:solidFill>
                  <a:srgbClr val="39458F"/>
                </a:solidFill>
                <a:latin typeface="Arial"/>
                <a:ea typeface="Arial"/>
                <a:cs typeface="Arial"/>
              </a:rPr>
              <a:t>ĐIỀU KIỆN BẮT ĐẦU PILOT VỚI DENSO</a:t>
            </a:r>
          </a:p>
        </p:txBody>
      </p:sp>
      <p:sp>
        <p:nvSpPr>
          <p:cNvPr id="16" name="panel-156">
            <a:extLst xmlns:a="http://schemas.openxmlformats.org/drawingml/2006/main">
              <a:ext uri="{FF2B5EF4-FFF2-40B4-BE49-F238E27FC236}">
                <a16:creationId xmlns:a16="http://schemas.microsoft.com/office/drawing/2014/main" id="{69D0833A-3B16-4B0B-B701-1632454D4F38}"/>
              </a:ext>
            </a:extLst>
          </p:cNvPr>
          <p:cNvSpPr>
            <a:spLocks xmlns:a="http://schemas.openxmlformats.org/drawingml/2006/main" noGrp="1"/>
          </p:cNvSpPr>
          <p:nvPr/>
        </p:nvSpPr>
        <p:spPr>
          <a:xfrm xmlns:a="http://schemas.openxmlformats.org/drawingml/2006/main">
            <a:off x="457200" y="5105400"/>
            <a:ext cx="2647950" cy="857250"/>
          </a:xfrm>
          <a:prstGeom xmlns:a="http://schemas.openxmlformats.org/drawingml/2006/main" prst="roundRect">
            <a:avLst>
              <a:gd name="adj" fmla="val 8889"/>
            </a:avLst>
          </a:prstGeom>
          <a:solidFill xmlns:a="http://schemas.openxmlformats.org/drawingml/2006/main">
            <a:srgbClr val="FFFFFF"/>
          </a:solidFill>
          <a:ln xmlns:a="http://schemas.openxmlformats.org/drawingml/2006/main" w="14288">
            <a:solidFill>
              <a:srgbClr val="D2DCE8"/>
            </a:solidFill>
          </a:ln>
        </p:spPr>
      </p:sp>
      <p:sp>
        <p:nvSpPr>
          <p:cNvPr id="17" name="pitch-text-157">
            <a:extLst xmlns:a="http://schemas.openxmlformats.org/drawingml/2006/main">
              <a:ext uri="{FF2B5EF4-FFF2-40B4-BE49-F238E27FC236}">
                <a16:creationId xmlns:a16="http://schemas.microsoft.com/office/drawing/2014/main" id="{33E14066-B9C5-44C2-B001-7A55AB7FA2A8}"/>
              </a:ext>
            </a:extLst>
          </p:cNvPr>
          <p:cNvSpPr>
            <a:spLocks xmlns:a="http://schemas.openxmlformats.org/drawingml/2006/main" noGrp="1"/>
          </p:cNvSpPr>
          <p:nvPr/>
        </p:nvSpPr>
        <p:spPr>
          <a:xfrm xmlns:a="http://schemas.openxmlformats.org/drawingml/2006/main">
            <a:off x="609600" y="5210175"/>
            <a:ext cx="234315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725" b="1">
                <a:solidFill>
                  <a:srgbClr val="20245F"/>
                </a:solidFill>
                <a:latin typeface="Arial"/>
                <a:ea typeface="Arial"/>
                <a:cs typeface="Arial"/>
              </a:defRPr>
            </a:defPPr>
          </a:lstStyle>
          <a:p xmlns:a="http://schemas.openxmlformats.org/drawingml/2006/main">
            <a:pPr algn="l">
              <a:buNone/>
              <a:defRPr sz="1725" b="1">
                <a:solidFill>
                  <a:srgbClr val="20245F"/>
                </a:solidFill>
                <a:latin typeface="Arial"/>
                <a:ea typeface="Arial"/>
                <a:cs typeface="Arial"/>
              </a:defRPr>
            </a:pPr>
            <a:r>
              <a:rPr sz="1725" b="1">
                <a:solidFill>
                  <a:srgbClr val="20245F"/>
                </a:solidFill>
                <a:latin typeface="Arial"/>
                <a:ea typeface="Arial"/>
                <a:cs typeface="Arial"/>
              </a:rPr>
              <a:t>Một task gắp–đặt</a:t>
            </a:r>
          </a:p>
        </p:txBody>
      </p:sp>
      <p:sp>
        <p:nvSpPr>
          <p:cNvPr id="18" name="pitch-text-158">
            <a:extLst xmlns:a="http://schemas.openxmlformats.org/drawingml/2006/main">
              <a:ext uri="{FF2B5EF4-FFF2-40B4-BE49-F238E27FC236}">
                <a16:creationId xmlns:a16="http://schemas.microsoft.com/office/drawing/2014/main" id="{1591CFFE-24B1-407F-B616-B0490BEA2720}"/>
              </a:ext>
            </a:extLst>
          </p:cNvPr>
          <p:cNvSpPr>
            <a:spLocks xmlns:a="http://schemas.openxmlformats.org/drawingml/2006/main" noGrp="1"/>
          </p:cNvSpPr>
          <p:nvPr/>
        </p:nvSpPr>
        <p:spPr>
          <a:xfrm xmlns:a="http://schemas.openxmlformats.org/drawingml/2006/main">
            <a:off x="609600" y="5553075"/>
            <a:ext cx="234315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350" b="0">
                <a:solidFill>
                  <a:srgbClr val="617087"/>
                </a:solidFill>
                <a:latin typeface="Arial"/>
                <a:ea typeface="Arial"/>
                <a:cs typeface="Arial"/>
              </a:defRPr>
            </a:defPPr>
          </a:lstStyle>
          <a:p xmlns:a="http://schemas.openxmlformats.org/drawingml/2006/main">
            <a:pPr algn="l">
              <a:buNone/>
              <a:defRPr sz="1350" b="0">
                <a:solidFill>
                  <a:srgbClr val="617087"/>
                </a:solidFill>
                <a:latin typeface="Arial"/>
                <a:ea typeface="Arial"/>
                <a:cs typeface="Arial"/>
              </a:defRPr>
            </a:pPr>
            <a:r>
              <a:rPr sz="1350" b="0">
                <a:solidFill>
                  <a:srgbClr val="617087"/>
                </a:solidFill>
                <a:latin typeface="Arial"/>
                <a:ea typeface="Arial"/>
                <a:cs typeface="Arial"/>
              </a:rPr>
              <a:t>Người phụ trách công đoạn</a:t>
            </a:r>
          </a:p>
        </p:txBody>
      </p:sp>
      <p:sp>
        <p:nvSpPr>
          <p:cNvPr id="19" name="panel-159">
            <a:extLst xmlns:a="http://schemas.openxmlformats.org/drawingml/2006/main">
              <a:ext uri="{FF2B5EF4-FFF2-40B4-BE49-F238E27FC236}">
                <a16:creationId xmlns:a16="http://schemas.microsoft.com/office/drawing/2014/main" id="{D33B4BC2-671C-48E6-953E-98797CD5D722}"/>
              </a:ext>
            </a:extLst>
          </p:cNvPr>
          <p:cNvSpPr>
            <a:spLocks xmlns:a="http://schemas.openxmlformats.org/drawingml/2006/main" noGrp="1"/>
          </p:cNvSpPr>
          <p:nvPr/>
        </p:nvSpPr>
        <p:spPr>
          <a:xfrm xmlns:a="http://schemas.openxmlformats.org/drawingml/2006/main">
            <a:off x="3333750" y="5105400"/>
            <a:ext cx="2647950" cy="857250"/>
          </a:xfrm>
          <a:prstGeom xmlns:a="http://schemas.openxmlformats.org/drawingml/2006/main" prst="roundRect">
            <a:avLst>
              <a:gd name="adj" fmla="val 8889"/>
            </a:avLst>
          </a:prstGeom>
          <a:solidFill xmlns:a="http://schemas.openxmlformats.org/drawingml/2006/main">
            <a:srgbClr val="FFFFFF"/>
          </a:solidFill>
          <a:ln xmlns:a="http://schemas.openxmlformats.org/drawingml/2006/main" w="14288">
            <a:solidFill>
              <a:srgbClr val="D2DCE8"/>
            </a:solidFill>
          </a:ln>
        </p:spPr>
      </p:sp>
      <p:sp>
        <p:nvSpPr>
          <p:cNvPr id="20" name="pitch-text-160">
            <a:extLst xmlns:a="http://schemas.openxmlformats.org/drawingml/2006/main">
              <a:ext uri="{FF2B5EF4-FFF2-40B4-BE49-F238E27FC236}">
                <a16:creationId xmlns:a16="http://schemas.microsoft.com/office/drawing/2014/main" id="{F2E7E0DC-4034-4FE1-AC5D-2BBE463CAC41}"/>
              </a:ext>
            </a:extLst>
          </p:cNvPr>
          <p:cNvSpPr>
            <a:spLocks xmlns:a="http://schemas.openxmlformats.org/drawingml/2006/main" noGrp="1"/>
          </p:cNvSpPr>
          <p:nvPr/>
        </p:nvSpPr>
        <p:spPr>
          <a:xfrm xmlns:a="http://schemas.openxmlformats.org/drawingml/2006/main">
            <a:off x="3486150" y="5210175"/>
            <a:ext cx="234315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725" b="1">
                <a:solidFill>
                  <a:srgbClr val="20245F"/>
                </a:solidFill>
                <a:latin typeface="Arial"/>
                <a:ea typeface="Arial"/>
                <a:cs typeface="Arial"/>
              </a:defRPr>
            </a:defPPr>
          </a:lstStyle>
          <a:p xmlns:a="http://schemas.openxmlformats.org/drawingml/2006/main">
            <a:pPr algn="l">
              <a:buNone/>
              <a:defRPr sz="1725" b="1">
                <a:solidFill>
                  <a:srgbClr val="20245F"/>
                </a:solidFill>
                <a:latin typeface="Arial"/>
                <a:ea typeface="Arial"/>
                <a:cs typeface="Arial"/>
              </a:defRPr>
            </a:pPr>
            <a:r>
              <a:rPr sz="1725" b="1">
                <a:solidFill>
                  <a:srgbClr val="20245F"/>
                </a:solidFill>
                <a:latin typeface="Arial"/>
                <a:ea typeface="Arial"/>
                <a:cs typeface="Arial"/>
              </a:rPr>
              <a:t>Video và log</a:t>
            </a:r>
          </a:p>
        </p:txBody>
      </p:sp>
      <p:sp>
        <p:nvSpPr>
          <p:cNvPr id="21" name="pitch-text-161">
            <a:extLst xmlns:a="http://schemas.openxmlformats.org/drawingml/2006/main">
              <a:ext uri="{FF2B5EF4-FFF2-40B4-BE49-F238E27FC236}">
                <a16:creationId xmlns:a16="http://schemas.microsoft.com/office/drawing/2014/main" id="{23FBEDFD-32E5-449F-8779-92DE771661F6}"/>
              </a:ext>
            </a:extLst>
          </p:cNvPr>
          <p:cNvSpPr>
            <a:spLocks xmlns:a="http://schemas.openxmlformats.org/drawingml/2006/main" noGrp="1"/>
          </p:cNvSpPr>
          <p:nvPr/>
        </p:nvSpPr>
        <p:spPr>
          <a:xfrm xmlns:a="http://schemas.openxmlformats.org/drawingml/2006/main">
            <a:off x="3486150" y="5553075"/>
            <a:ext cx="234315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350" b="0">
                <a:solidFill>
                  <a:srgbClr val="617087"/>
                </a:solidFill>
                <a:latin typeface="Arial"/>
                <a:ea typeface="Arial"/>
                <a:cs typeface="Arial"/>
              </a:defRPr>
            </a:defPPr>
          </a:lstStyle>
          <a:p xmlns:a="http://schemas.openxmlformats.org/drawingml/2006/main">
            <a:pPr algn="l">
              <a:buNone/>
              <a:defRPr sz="1350" b="0">
                <a:solidFill>
                  <a:srgbClr val="617087"/>
                </a:solidFill>
                <a:latin typeface="Arial"/>
                <a:ea typeface="Arial"/>
                <a:cs typeface="Arial"/>
              </a:defRPr>
            </a:pPr>
            <a:r>
              <a:rPr sz="1350" b="0">
                <a:solidFill>
                  <a:srgbClr val="617087"/>
                </a:solidFill>
                <a:latin typeface="Arial"/>
                <a:ea typeface="Arial"/>
                <a:cs typeface="Arial"/>
              </a:rPr>
              <a:t>Dữ liệu được phép sử dụng</a:t>
            </a:r>
          </a:p>
        </p:txBody>
      </p:sp>
      <p:sp>
        <p:nvSpPr>
          <p:cNvPr id="22" name="panel-162">
            <a:extLst xmlns:a="http://schemas.openxmlformats.org/drawingml/2006/main">
              <a:ext uri="{FF2B5EF4-FFF2-40B4-BE49-F238E27FC236}">
                <a16:creationId xmlns:a16="http://schemas.microsoft.com/office/drawing/2014/main" id="{9F9FEE7D-7494-485D-BA49-97DC53649A98}"/>
              </a:ext>
            </a:extLst>
          </p:cNvPr>
          <p:cNvSpPr>
            <a:spLocks xmlns:a="http://schemas.openxmlformats.org/drawingml/2006/main" noGrp="1"/>
          </p:cNvSpPr>
          <p:nvPr/>
        </p:nvSpPr>
        <p:spPr>
          <a:xfrm xmlns:a="http://schemas.openxmlformats.org/drawingml/2006/main">
            <a:off x="6210300" y="5105400"/>
            <a:ext cx="2647950" cy="857250"/>
          </a:xfrm>
          <a:prstGeom xmlns:a="http://schemas.openxmlformats.org/drawingml/2006/main" prst="roundRect">
            <a:avLst>
              <a:gd name="adj" fmla="val 8889"/>
            </a:avLst>
          </a:prstGeom>
          <a:solidFill xmlns:a="http://schemas.openxmlformats.org/drawingml/2006/main">
            <a:srgbClr val="FFFFFF"/>
          </a:solidFill>
          <a:ln xmlns:a="http://schemas.openxmlformats.org/drawingml/2006/main" w="14288">
            <a:solidFill>
              <a:srgbClr val="D2DCE8"/>
            </a:solidFill>
          </a:ln>
        </p:spPr>
      </p:sp>
      <p:sp>
        <p:nvSpPr>
          <p:cNvPr id="23" name="pitch-text-163">
            <a:extLst xmlns:a="http://schemas.openxmlformats.org/drawingml/2006/main">
              <a:ext uri="{FF2B5EF4-FFF2-40B4-BE49-F238E27FC236}">
                <a16:creationId xmlns:a16="http://schemas.microsoft.com/office/drawing/2014/main" id="{063BDC88-FF75-44D4-B6D4-9FD0FDAC4386}"/>
              </a:ext>
            </a:extLst>
          </p:cNvPr>
          <p:cNvSpPr>
            <a:spLocks xmlns:a="http://schemas.openxmlformats.org/drawingml/2006/main" noGrp="1"/>
          </p:cNvSpPr>
          <p:nvPr/>
        </p:nvSpPr>
        <p:spPr>
          <a:xfrm xmlns:a="http://schemas.openxmlformats.org/drawingml/2006/main">
            <a:off x="6362700" y="5210175"/>
            <a:ext cx="234315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725" b="1">
                <a:solidFill>
                  <a:srgbClr val="20245F"/>
                </a:solidFill>
                <a:latin typeface="Arial"/>
                <a:ea typeface="Arial"/>
                <a:cs typeface="Arial"/>
              </a:defRPr>
            </a:defPPr>
          </a:lstStyle>
          <a:p xmlns:a="http://schemas.openxmlformats.org/drawingml/2006/main">
            <a:pPr algn="l">
              <a:buNone/>
              <a:defRPr sz="1725" b="1">
                <a:solidFill>
                  <a:srgbClr val="20245F"/>
                </a:solidFill>
                <a:latin typeface="Arial"/>
                <a:ea typeface="Arial"/>
                <a:cs typeface="Arial"/>
              </a:defRPr>
            </a:pPr>
            <a:r>
              <a:rPr sz="1725" b="1">
                <a:solidFill>
                  <a:srgbClr val="20245F"/>
                </a:solidFill>
                <a:latin typeface="Arial"/>
                <a:ea typeface="Arial"/>
                <a:cs typeface="Arial"/>
              </a:rPr>
              <a:t>Bảng công baseline</a:t>
            </a:r>
          </a:p>
        </p:txBody>
      </p:sp>
      <p:sp>
        <p:nvSpPr>
          <p:cNvPr id="24" name="pitch-text-164">
            <a:extLst xmlns:a="http://schemas.openxmlformats.org/drawingml/2006/main">
              <a:ext uri="{FF2B5EF4-FFF2-40B4-BE49-F238E27FC236}">
                <a16:creationId xmlns:a16="http://schemas.microsoft.com/office/drawing/2014/main" id="{50BEC2FE-0290-4F02-B956-90467756E226}"/>
              </a:ext>
            </a:extLst>
          </p:cNvPr>
          <p:cNvSpPr>
            <a:spLocks xmlns:a="http://schemas.openxmlformats.org/drawingml/2006/main" noGrp="1"/>
          </p:cNvSpPr>
          <p:nvPr/>
        </p:nvSpPr>
        <p:spPr>
          <a:xfrm xmlns:a="http://schemas.openxmlformats.org/drawingml/2006/main">
            <a:off x="6362700" y="5553075"/>
            <a:ext cx="234315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350" b="0">
                <a:solidFill>
                  <a:srgbClr val="617087"/>
                </a:solidFill>
                <a:latin typeface="Arial"/>
                <a:ea typeface="Arial"/>
                <a:cs typeface="Arial"/>
              </a:defRPr>
            </a:defPPr>
          </a:lstStyle>
          <a:p xmlns:a="http://schemas.openxmlformats.org/drawingml/2006/main">
            <a:pPr algn="l">
              <a:buNone/>
              <a:defRPr sz="1350" b="0">
                <a:solidFill>
                  <a:srgbClr val="617087"/>
                </a:solidFill>
                <a:latin typeface="Arial"/>
                <a:ea typeface="Arial"/>
                <a:cs typeface="Arial"/>
              </a:defRPr>
            </a:pPr>
            <a:r>
              <a:rPr sz="1350" b="0">
                <a:solidFill>
                  <a:srgbClr val="617087"/>
                </a:solidFill>
                <a:latin typeface="Arial"/>
                <a:ea typeface="Arial"/>
                <a:cs typeface="Arial"/>
              </a:rPr>
              <a:t>Thu, QA và debug hiện tại</a:t>
            </a:r>
          </a:p>
        </p:txBody>
      </p:sp>
      <p:sp>
        <p:nvSpPr>
          <p:cNvPr id="25" name="panel-165">
            <a:extLst xmlns:a="http://schemas.openxmlformats.org/drawingml/2006/main">
              <a:ext uri="{FF2B5EF4-FFF2-40B4-BE49-F238E27FC236}">
                <a16:creationId xmlns:a16="http://schemas.microsoft.com/office/drawing/2014/main" id="{830DF471-D352-4970-87D3-793589E3AB26}"/>
              </a:ext>
            </a:extLst>
          </p:cNvPr>
          <p:cNvSpPr>
            <a:spLocks xmlns:a="http://schemas.openxmlformats.org/drawingml/2006/main" noGrp="1"/>
          </p:cNvSpPr>
          <p:nvPr/>
        </p:nvSpPr>
        <p:spPr>
          <a:xfrm xmlns:a="http://schemas.openxmlformats.org/drawingml/2006/main">
            <a:off x="9086850" y="5105400"/>
            <a:ext cx="2647950" cy="857250"/>
          </a:xfrm>
          <a:prstGeom xmlns:a="http://schemas.openxmlformats.org/drawingml/2006/main" prst="roundRect">
            <a:avLst>
              <a:gd name="adj" fmla="val 8889"/>
            </a:avLst>
          </a:prstGeom>
          <a:solidFill xmlns:a="http://schemas.openxmlformats.org/drawingml/2006/main">
            <a:srgbClr val="FFFFFF"/>
          </a:solidFill>
          <a:ln xmlns:a="http://schemas.openxmlformats.org/drawingml/2006/main" w="14288">
            <a:solidFill>
              <a:srgbClr val="D2DCE8"/>
            </a:solidFill>
          </a:ln>
        </p:spPr>
      </p:sp>
      <p:sp>
        <p:nvSpPr>
          <p:cNvPr id="26" name="pitch-text-166">
            <a:extLst xmlns:a="http://schemas.openxmlformats.org/drawingml/2006/main">
              <a:ext uri="{FF2B5EF4-FFF2-40B4-BE49-F238E27FC236}">
                <a16:creationId xmlns:a16="http://schemas.microsoft.com/office/drawing/2014/main" id="{85D239FA-2E8E-461B-88A9-66CEDE03E47A}"/>
              </a:ext>
            </a:extLst>
          </p:cNvPr>
          <p:cNvSpPr>
            <a:spLocks xmlns:a="http://schemas.openxmlformats.org/drawingml/2006/main" noGrp="1"/>
          </p:cNvSpPr>
          <p:nvPr/>
        </p:nvSpPr>
        <p:spPr>
          <a:xfrm xmlns:a="http://schemas.openxmlformats.org/drawingml/2006/main">
            <a:off x="9239250" y="5210175"/>
            <a:ext cx="234315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725" b="1">
                <a:solidFill>
                  <a:srgbClr val="20245F"/>
                </a:solidFill>
                <a:latin typeface="Arial"/>
                <a:ea typeface="Arial"/>
                <a:cs typeface="Arial"/>
              </a:defRPr>
            </a:defPPr>
          </a:lstStyle>
          <a:p xmlns:a="http://schemas.openxmlformats.org/drawingml/2006/main">
            <a:pPr algn="l">
              <a:buNone/>
              <a:defRPr sz="1725" b="1">
                <a:solidFill>
                  <a:srgbClr val="20245F"/>
                </a:solidFill>
                <a:latin typeface="Arial"/>
                <a:ea typeface="Arial"/>
                <a:cs typeface="Arial"/>
              </a:defRPr>
            </a:pPr>
            <a:r>
              <a:rPr sz="1725" b="1">
                <a:solidFill>
                  <a:srgbClr val="20245F"/>
                </a:solidFill>
                <a:latin typeface="Arial"/>
                <a:ea typeface="Arial"/>
                <a:cs typeface="Arial"/>
              </a:rPr>
              <a:t>Bộ test nghiệm thu</a:t>
            </a:r>
          </a:p>
        </p:txBody>
      </p:sp>
      <p:sp>
        <p:nvSpPr>
          <p:cNvPr id="27" name="pitch-text-167">
            <a:extLst xmlns:a="http://schemas.openxmlformats.org/drawingml/2006/main">
              <a:ext uri="{FF2B5EF4-FFF2-40B4-BE49-F238E27FC236}">
                <a16:creationId xmlns:a16="http://schemas.microsoft.com/office/drawing/2014/main" id="{9A53EBF0-AD57-4243-8A0B-CFFDB873FBBE}"/>
              </a:ext>
            </a:extLst>
          </p:cNvPr>
          <p:cNvSpPr>
            <a:spLocks xmlns:a="http://schemas.openxmlformats.org/drawingml/2006/main" noGrp="1"/>
          </p:cNvSpPr>
          <p:nvPr/>
        </p:nvSpPr>
        <p:spPr>
          <a:xfrm xmlns:a="http://schemas.openxmlformats.org/drawingml/2006/main">
            <a:off x="9239250" y="5553075"/>
            <a:ext cx="234315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350" b="0">
                <a:solidFill>
                  <a:srgbClr val="617087"/>
                </a:solidFill>
                <a:latin typeface="Arial"/>
                <a:ea typeface="Arial"/>
                <a:cs typeface="Arial"/>
              </a:defRPr>
            </a:defPPr>
          </a:lstStyle>
          <a:p xmlns:a="http://schemas.openxmlformats.org/drawingml/2006/main">
            <a:pPr algn="l">
              <a:buNone/>
              <a:defRPr sz="1350" b="0">
                <a:solidFill>
                  <a:srgbClr val="617087"/>
                </a:solidFill>
                <a:latin typeface="Arial"/>
                <a:ea typeface="Arial"/>
                <a:cs typeface="Arial"/>
              </a:defRPr>
            </a:pPr>
            <a:r>
              <a:rPr sz="1350" b="0">
                <a:solidFill>
                  <a:srgbClr val="617087"/>
                </a:solidFill>
                <a:latin typeface="Arial"/>
                <a:ea typeface="Arial"/>
                <a:cs typeface="Arial"/>
              </a:rPr>
              <a:t>Quality, coverage, robot profile</a:t>
            </a:r>
          </a:p>
        </p:txBody>
      </p:sp>
      <p:sp>
        <p:nvSpPr>
          <p:cNvPr id="28" name="pitch-text-168">
            <a:extLst xmlns:a="http://schemas.openxmlformats.org/drawingml/2006/main">
              <a:ext uri="{FF2B5EF4-FFF2-40B4-BE49-F238E27FC236}">
                <a16:creationId xmlns:a16="http://schemas.microsoft.com/office/drawing/2014/main" id="{C28510FC-E85F-4443-8788-7D0C3B032DDF}"/>
              </a:ext>
            </a:extLst>
          </p:cNvPr>
          <p:cNvSpPr>
            <a:spLocks xmlns:a="http://schemas.openxmlformats.org/drawingml/2006/main" noGrp="1"/>
          </p:cNvSpPr>
          <p:nvPr/>
        </p:nvSpPr>
        <p:spPr>
          <a:xfrm xmlns:a="http://schemas.openxmlformats.org/drawingml/2006/main">
            <a:off x="457200" y="6353175"/>
            <a:ext cx="112776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500" b="0">
                <a:solidFill>
                  <a:srgbClr val="617087"/>
                </a:solidFill>
                <a:latin typeface="Arial"/>
                <a:ea typeface="Arial"/>
                <a:cs typeface="Arial"/>
              </a:defRPr>
            </a:defPPr>
          </a:lstStyle>
          <a:p xmlns:a="http://schemas.openxmlformats.org/drawingml/2006/main">
            <a:pPr algn="l">
              <a:buNone/>
              <a:defRPr sz="1500" b="0">
                <a:solidFill>
                  <a:srgbClr val="617087"/>
                </a:solidFill>
                <a:latin typeface="Arial"/>
                <a:ea typeface="Arial"/>
                <a:cs typeface="Arial"/>
              </a:defRPr>
            </a:pPr>
            <a:r>
              <a:rPr sz="1500" b="0">
                <a:solidFill>
                  <a:srgbClr val="617087"/>
                </a:solidFill>
                <a:latin typeface="Arial"/>
                <a:ea typeface="Arial"/>
                <a:cs typeface="Arial"/>
              </a:rPr>
              <a:t>Mục tiêu và hiệu quả cần kiểm chứng bằng pilot đối chứng.</a:t>
            </a:r>
          </a:p>
        </p:txBody>
      </p:sp>
    </p:spTree>
    <p:extLst>
      <p:ext uri="{BB962C8B-B14F-4D97-AF65-F5344CB8AC3E}">
        <p14:creationId xmlns:p14="http://schemas.microsoft.com/office/powerpoint/2010/main" val="2576064578"/>
      </p:ext>
    </p:extLst>
  </p:cSld>
</p:sld>
</file>

<file path=ppt/slides/slide11.xml><?xml version="1.0" encoding="utf-8"?>
<p:sld xmlns:p="http://schemas.openxmlformats.org/presentationml/2006/main">
  <p:cSld>
    <p:spTree>
      <p:nvGrpSpPr>
        <p:cNvPr id="1" name=""/>
        <p:cNvGrpSpPr/>
        <p:nvPr/>
      </p:nvGrpSpPr>
      <p:grpSpPr>
        <a:xfrm xmlns:a="http://schemas.openxmlformats.org/drawingml/2006/main"/>
      </p:grpSpPr>
      <p:pic>
        <p:nvPicPr>
          <p:cNvPr id="5" name="Picture 4">
            <a:extLst xmlns:a="http://schemas.openxmlformats.org/drawingml/2006/main">
              <a:ext uri="{FF2B5EF4-FFF2-40B4-BE49-F238E27FC236}">
                <a16:creationId xmlns:a16="http://schemas.microsoft.com/office/drawing/2014/main" id="{36405889-C688-42CF-AAE6-0C18F6727B46}"/>
              </a:ext>
            </a:extLst>
          </p:cNvPr>
          <p:cNvPicPr>
            <a:picLocks xmlns:a="http://schemas.openxmlformats.org/drawingml/2006/main" noChangeAspect="1"/>
          </p:cNvPicPr>
          <p:nvPr/>
        </p:nvPicPr>
        <p:blipFill>
          <a:blip xmlns:r="http://schemas.openxmlformats.org/officeDocument/2006/relationships" xmlns:a="http://schemas.openxmlformats.org/drawingml/2006/main" r:embed="R0fefe7df9b004e34">
            <a:lum bright="70000" contrast="-70000"/>
          </a:blip>
          <a:stretch xmlns:a="http://schemas.openxmlformats.org/drawingml/2006/main">
            <a:fillRect l="0" t="0" r="0" b="0"/>
          </a:stretch>
        </p:blipFill>
        <p:spPr>
          <a:xfrm xmlns:a="http://schemas.openxmlformats.org/drawingml/2006/main">
            <a:off x="399393" y="325821"/>
            <a:ext cx="1905000" cy="762000"/>
          </a:xfrm>
          <a:prstGeom xmlns:a="http://schemas.openxmlformats.org/drawingml/2006/main" prst="rect">
            <a:avLst/>
          </a:prstGeom>
        </p:spPr>
      </p:pic>
    </p:spTree>
    <p:extLst>
      <p:ext uri="{BB962C8B-B14F-4D97-AF65-F5344CB8AC3E}">
        <p14:creationId xmlns:p14="http://schemas.microsoft.com/office/powerpoint/2010/main" val="3227053419"/>
      </p:ext>
    </p:extLst>
  </p:cSld>
</p:sld>
</file>

<file path=ppt/slides/slide12.xml><?xml version="1.0" encoding="utf-8"?>
<p:sld xmlns:p="http://schemas.openxmlformats.org/presentationml/2006/main">
  <p:cSld>
    <p:spTree>
      <p:nvGrpSpPr>
        <p:cNvPr id="1" name=""/>
        <p:cNvGrpSpPr/>
        <p:nvPr/>
      </p:nvGrpSpPr>
      <p:grpSpPr>
        <a:xfrm xmlns:a="http://schemas.openxmlformats.org/drawingml/2006/main"/>
      </p:grpSpPr>
      <p:pic>
        <p:nvPicPr>
          <p:cNvPr id="7" name="Picture 6">
            <a:extLst xmlns:a="http://schemas.openxmlformats.org/drawingml/2006/main">
              <a:ext uri="{FF2B5EF4-FFF2-40B4-BE49-F238E27FC236}">
                <a16:creationId xmlns:a16="http://schemas.microsoft.com/office/drawing/2014/main" id="{2D01ECCF-B774-451D-B84B-D2BEA1118A94}"/>
              </a:ext>
            </a:extLst>
          </p:cNvPr>
          <p:cNvPicPr>
            <a:picLocks xmlns:a="http://schemas.openxmlformats.org/drawingml/2006/main" noChangeAspect="1"/>
          </p:cNvPicPr>
          <p:nvPr/>
        </p:nvPicPr>
        <p:blipFill>
          <a:blip xmlns:r="http://schemas.openxmlformats.org/officeDocument/2006/relationships" xmlns:a="http://schemas.openxmlformats.org/drawingml/2006/main" r:embed="R11de81e911a74f1b"/>
          <a:srcRect xmlns:a="http://schemas.openxmlformats.org/drawingml/2006/main" l="0" t="32804" r="0" b="51587"/>
          <a:stretch xmlns:a="http://schemas.openxmlformats.org/drawingml/2006/main">
            <a:fillRect l="0" t="0" r="0" b="0"/>
          </a:stretch>
        </p:blipFill>
        <p:spPr>
          <a:xfrm xmlns:a="http://schemas.openxmlformats.org/drawingml/2006/main">
            <a:off x="0" y="5832928"/>
            <a:ext cx="12191999" cy="1025075"/>
          </a:xfrm>
          <a:prstGeom xmlns:a="http://schemas.openxmlformats.org/drawingml/2006/main" prst="rect">
            <a:avLst/>
          </a:prstGeom>
        </p:spPr>
      </p:pic>
      <p:sp>
        <p:nvSpPr>
          <p:cNvPr id="2" name="Title 1">
            <a:extLst xmlns:a="http://schemas.openxmlformats.org/drawingml/2006/main">
              <a:ext uri="{FF2B5EF4-FFF2-40B4-BE49-F238E27FC236}">
                <a16:creationId xmlns:a16="http://schemas.microsoft.com/office/drawing/2014/main" id="{BBB7824A-B873-4AFE-8072-7FBE286ECE7B}"/>
              </a:ext>
            </a:extLst>
          </p:cNvPr>
          <p:cNvSpPr>
            <a:spLocks xmlns:a="http://schemas.openxmlformats.org/drawingml/2006/main" noGrp="1"/>
          </p:cNvSpPr>
          <p:nvPr>
            <p:ph type="title" idx="0"/>
          </p:nvPr>
        </p:nvSpPr>
        <p:spPr>
          <a:xfrm xmlns:a="http://schemas.openxmlformats.org/drawingml/2006/main">
            <a:off x="5762625" y="200025"/>
            <a:ext cx="6096000" cy="866775"/>
          </a:xfrm>
          <a:prstGeom xmlns:a="http://schemas.openxmlformats.org/drawingml/2006/main" prst="rect">
            <a:avLst/>
          </a:prstGeom>
        </p:spPr>
        <p:txBody>
          <a:bodyPr xmlns:a="http://schemas.openxmlformats.org/drawingml/2006/main" wrap="square" lIns="0" tIns="0" rIns="0" bIns="0" anchor="ctr">
            <a:noAutofit/>
          </a:bodyPr>
          <a:lstStyle xmlns:a="http://schemas.openxmlformats.org/drawingml/2006/main">
            <a:defPPr algn="ctr">
              <a:defRPr sz="3600" b="1">
                <a:solidFill>
                  <a:srgbClr val="FFFFFF"/>
                </a:solidFill>
                <a:latin typeface="Times New Roman"/>
                <a:ea typeface="Times New Roman"/>
                <a:cs typeface="Times New Roman"/>
              </a:defRPr>
            </a:defPPr>
          </a:lstStyle>
          <a:p xmlns:a="http://schemas.openxmlformats.org/drawingml/2006/main">
            <a:pPr algn="ctr">
              <a:buNone/>
              <a:defRPr sz="3600" b="1">
                <a:solidFill>
                  <a:srgbClr val="FFFFFF"/>
                </a:solidFill>
                <a:latin typeface="Times New Roman"/>
                <a:ea typeface="Times New Roman"/>
                <a:cs typeface="Times New Roman"/>
              </a:defRPr>
            </a:pPr>
            <a:r>
              <a:rPr sz="3600" b="1">
                <a:solidFill>
                  <a:srgbClr val="FFFFFF"/>
                </a:solidFill>
                <a:latin typeface="Times New Roman"/>
                <a:ea typeface="Times New Roman"/>
                <a:cs typeface="Times New Roman"/>
              </a:rPr>
              <a:t>Công thức tính chi phí</a:t>
            </a:r>
          </a:p>
        </p:txBody>
      </p:sp>
      <p:sp>
        <p:nvSpPr>
          <p:cNvPr id="4" name="Shape 28">
            <a:extLst xmlns:a="http://schemas.openxmlformats.org/drawingml/2006/main">
              <a:ext uri="{FF2B5EF4-FFF2-40B4-BE49-F238E27FC236}">
                <a16:creationId xmlns:a16="http://schemas.microsoft.com/office/drawing/2014/main" id="{3FF92FF0-C16F-5FF6-7BAA-EE13F3A3077C}"/>
              </a:ext>
            </a:extLst>
          </p:cNvPr>
          <p:cNvSpPr>
            <a:spLocks xmlns:a="http://schemas.openxmlformats.org/drawingml/2006/main" noGrp="1"/>
          </p:cNvSpPr>
          <p:nvPr/>
        </p:nvSpPr>
        <p:spPr>
          <a:xfrm xmlns:a="http://schemas.openxmlformats.org/drawingml/2006/main">
            <a:off x="310908" y="5899993"/>
            <a:ext cx="45719" cy="821936"/>
          </a:xfrm>
          <a:prstGeom xmlns:a="http://schemas.openxmlformats.org/drawingml/2006/main" prst="rect">
            <a:avLst/>
          </a:prstGeom>
          <a:solidFill xmlns:a="http://schemas.openxmlformats.org/drawingml/2006/main">
            <a:srgbClr val="30D158"/>
          </a:solidFill>
          <a:ln xmlns:a="http://schemas.openxmlformats.org/drawingml/2006/main" w="12700">
            <a:solidFill>
              <a:srgbClr val="30D158"/>
            </a:solidFill>
            <a:prstDash val="solid"/>
          </a:ln>
        </p:spPr>
        <p:txBody>
          <a:bodyPr xmlns:a="http://schemas.openxmlformats.org/drawingml/2006/main"/>
          <a:lstStyle xmlns:a="http://schemas.openxmlformats.org/drawingml/2006/main"/>
          <a:p xmlns:a="http://schemas.openxmlformats.org/drawingml/2006/main">
            <a:endParaRPr/>
          </a:p>
        </p:txBody>
      </p:sp>
      <p:sp>
        <p:nvSpPr>
          <p:cNvPr id="5" name="Text 29">
            <a:extLst xmlns:a="http://schemas.openxmlformats.org/drawingml/2006/main">
              <a:ext uri="{FF2B5EF4-FFF2-40B4-BE49-F238E27FC236}">
                <a16:creationId xmlns:a16="http://schemas.microsoft.com/office/drawing/2014/main" id="{F6B4177F-B997-3A40-5B69-23A317D7A4BC}"/>
              </a:ext>
            </a:extLst>
          </p:cNvPr>
          <p:cNvSpPr>
            <a:spLocks xmlns:a="http://schemas.openxmlformats.org/drawingml/2006/main" noGrp="1"/>
          </p:cNvSpPr>
          <p:nvPr/>
        </p:nvSpPr>
        <p:spPr>
          <a:xfrm xmlns:a="http://schemas.openxmlformats.org/drawingml/2006/main">
            <a:off x="466725" y="5895975"/>
            <a:ext cx="10858500" cy="20955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1200" b="1">
                <a:solidFill>
                  <a:srgbClr val="FFFFFF"/>
                </a:solidFill>
                <a:latin typeface="Arial"/>
                <a:ea typeface="Arial"/>
                <a:cs typeface="Arial"/>
              </a:defRPr>
            </a:defPPr>
          </a:lstStyle>
          <a:p xmlns:a="http://schemas.openxmlformats.org/drawingml/2006/main">
            <a:pPr marL="0" indent="0" algn="l">
              <a:lnSpc>
                <a:spcPct val="110000"/>
              </a:lnSpc>
              <a:spcBef>
                <a:spcPts val="0"/>
              </a:spcBef>
              <a:spcAft>
                <a:spcPts val="0"/>
              </a:spcAft>
              <a:buNone/>
              <a:defRPr sz="1200" b="1">
                <a:solidFill>
                  <a:srgbClr val="FFFFFF"/>
                </a:solidFill>
                <a:latin typeface="Arial"/>
                <a:ea typeface="Arial"/>
                <a:cs typeface="Arial"/>
              </a:defRPr>
            </a:pPr>
            <a:r>
              <a:rPr sz="1200" b="1">
                <a:solidFill>
                  <a:srgbClr val="FFFFFF"/>
                </a:solidFill>
                <a:latin typeface="Arial"/>
                <a:ea typeface="Arial"/>
                <a:cs typeface="Arial"/>
              </a:rPr>
              <a:t>Notice:</a:t>
            </a:r>
          </a:p>
        </p:txBody>
      </p:sp>
      <p:sp>
        <p:nvSpPr>
          <p:cNvPr id="6" name="Text 30">
            <a:extLst xmlns:a="http://schemas.openxmlformats.org/drawingml/2006/main">
              <a:ext uri="{FF2B5EF4-FFF2-40B4-BE49-F238E27FC236}">
                <a16:creationId xmlns:a16="http://schemas.microsoft.com/office/drawing/2014/main" id="{34D1BD95-B5A6-0B39-BCD1-2FB2DE13627C}"/>
              </a:ext>
            </a:extLst>
          </p:cNvPr>
          <p:cNvSpPr>
            <a:spLocks xmlns:a="http://schemas.openxmlformats.org/drawingml/2006/main" noGrp="1"/>
          </p:cNvSpPr>
          <p:nvPr/>
        </p:nvSpPr>
        <p:spPr>
          <a:xfrm xmlns:a="http://schemas.openxmlformats.org/drawingml/2006/main">
            <a:off x="466725" y="6124575"/>
            <a:ext cx="10858500" cy="68580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1050" b="0">
                <a:solidFill>
                  <a:srgbClr val="FFFFFF"/>
                </a:solidFill>
                <a:latin typeface="Arial"/>
                <a:ea typeface="Arial"/>
                <a:cs typeface="Arial"/>
              </a:defRPr>
            </a:defPPr>
          </a:lstStyle>
          <a:p xmlns:a="http://schemas.openxmlformats.org/drawingml/2006/main">
            <a:pPr marL="0" indent="0" algn="l">
              <a:lnSpc>
                <a:spcPct val="100000"/>
              </a:lnSpc>
              <a:spcBef>
                <a:spcPts val="0"/>
              </a:spcBef>
              <a:spcAft>
                <a:spcPts val="0"/>
              </a:spcAft>
              <a:buNone/>
              <a:defRPr sz="1050" b="0">
                <a:solidFill>
                  <a:srgbClr val="FFFFFF"/>
                </a:solidFill>
                <a:latin typeface="Arial"/>
                <a:ea typeface="Arial"/>
                <a:cs typeface="Arial"/>
              </a:defRPr>
            </a:pPr>
            <a:r>
              <a:rPr sz="1050" b="0">
                <a:solidFill>
                  <a:srgbClr val="FFFFFF"/>
                </a:solidFill>
                <a:latin typeface="Arial"/>
                <a:ea typeface="Arial"/>
                <a:cs typeface="Arial"/>
              </a:rPr>
              <a:t>1. Mô tả rõ chi phí đầu tư, so sánh ROI</a:t>
            </a:r>
          </a:p>
          <a:p xmlns:a="http://schemas.openxmlformats.org/drawingml/2006/main">
            <a:pPr marL="0" indent="0" algn="l">
              <a:lnSpc>
                <a:spcPct val="100000"/>
              </a:lnSpc>
              <a:spcBef>
                <a:spcPts val="0"/>
              </a:spcBef>
              <a:spcAft>
                <a:spcPts val="0"/>
              </a:spcAft>
              <a:buNone/>
              <a:defRPr sz="1050" b="0">
                <a:solidFill>
                  <a:srgbClr val="FFFFFF"/>
                </a:solidFill>
                <a:latin typeface="Arial"/>
                <a:ea typeface="Arial"/>
                <a:cs typeface="Arial"/>
              </a:defRPr>
            </a:pPr>
            <a:r>
              <a:rPr sz="1050" b="0">
                <a:solidFill>
                  <a:srgbClr val="FFFFFF"/>
                </a:solidFill>
                <a:latin typeface="Arial"/>
                <a:ea typeface="Arial"/>
                <a:cs typeface="Arial"/>
              </a:rPr>
              <a:t>2. Nêu được các hiệu quả sau:</a:t>
            </a:r>
          </a:p>
          <a:p xmlns:a="http://schemas.openxmlformats.org/drawingml/2006/main">
            <a:pPr marL="152400" indent="0" algn="l">
              <a:lnSpc>
                <a:spcPct val="100000"/>
              </a:lnSpc>
              <a:spcBef>
                <a:spcPts val="0"/>
              </a:spcBef>
              <a:spcAft>
                <a:spcPts val="0"/>
              </a:spcAft>
              <a:buNone/>
              <a:defRPr sz="1050" b="0">
                <a:solidFill>
                  <a:srgbClr val="FFFFFF"/>
                </a:solidFill>
                <a:latin typeface="Arial"/>
                <a:ea typeface="Arial"/>
                <a:cs typeface="Arial"/>
              </a:defRPr>
            </a:pPr>
            <a:r>
              <a:rPr sz="1050" b="0">
                <a:solidFill>
                  <a:srgbClr val="FFFFFF"/>
                </a:solidFill>
                <a:latin typeface="Arial"/>
                <a:ea typeface="Arial"/>
                <a:cs typeface="Arial"/>
              </a:rPr>
              <a:t>- Hiệu quả áp dụng trong nhà máy</a:t>
            </a:r>
          </a:p>
          <a:p xmlns:a="http://schemas.openxmlformats.org/drawingml/2006/main">
            <a:pPr marL="152400" indent="0" algn="l">
              <a:lnSpc>
                <a:spcPct val="100000"/>
              </a:lnSpc>
              <a:spcBef>
                <a:spcPts val="0"/>
              </a:spcBef>
              <a:spcAft>
                <a:spcPts val="0"/>
              </a:spcAft>
              <a:buNone/>
              <a:defRPr sz="1050" b="0">
                <a:solidFill>
                  <a:srgbClr val="FFFFFF"/>
                </a:solidFill>
                <a:latin typeface="Arial"/>
                <a:ea typeface="Arial"/>
                <a:cs typeface="Arial"/>
              </a:defRPr>
            </a:pPr>
            <a:r>
              <a:rPr sz="1050" b="0">
                <a:solidFill>
                  <a:srgbClr val="FFFFFF"/>
                </a:solidFill>
                <a:latin typeface="Arial"/>
                <a:ea typeface="Arial"/>
                <a:cs typeface="Arial"/>
              </a:rPr>
              <a:t>- Hiệu quả khi so sánh với phương án truyền thống</a:t>
            </a:r>
          </a:p>
        </p:txBody>
      </p:sp>
      <p:sp>
        <p:nvSpPr>
          <p:cNvPr id="8" name="pitch-text-196">
            <a:extLst xmlns:a="http://schemas.openxmlformats.org/drawingml/2006/main">
              <a:ext uri="{FF2B5EF4-FFF2-40B4-BE49-F238E27FC236}">
                <a16:creationId xmlns:a16="http://schemas.microsoft.com/office/drawing/2014/main" id="{F51964D2-398A-4BD4-A99F-E85960D9731D}"/>
              </a:ext>
            </a:extLst>
          </p:cNvPr>
          <p:cNvSpPr>
            <a:spLocks xmlns:a="http://schemas.openxmlformats.org/drawingml/2006/main" noGrp="1"/>
          </p:cNvSpPr>
          <p:nvPr/>
        </p:nvSpPr>
        <p:spPr>
          <a:xfrm xmlns:a="http://schemas.openxmlformats.org/drawingml/2006/main">
            <a:off x="409575" y="1447800"/>
            <a:ext cx="113728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425" b="1">
                <a:solidFill>
                  <a:srgbClr val="617087"/>
                </a:solidFill>
                <a:latin typeface="Arial"/>
                <a:ea typeface="Arial"/>
                <a:cs typeface="Arial"/>
              </a:defRPr>
            </a:defPPr>
          </a:lstStyle>
          <a:p xmlns:a="http://schemas.openxmlformats.org/drawingml/2006/main">
            <a:pPr algn="l">
              <a:buNone/>
              <a:defRPr sz="1425" b="1">
                <a:solidFill>
                  <a:srgbClr val="617087"/>
                </a:solidFill>
                <a:latin typeface="Arial"/>
                <a:ea typeface="Arial"/>
                <a:cs typeface="Arial"/>
              </a:defRPr>
            </a:pPr>
            <a:r>
              <a:rPr sz="1425" b="1">
                <a:solidFill>
                  <a:srgbClr val="617087"/>
                </a:solidFill>
                <a:latin typeface="Arial"/>
                <a:ea typeface="Arial"/>
                <a:cs typeface="Arial"/>
              </a:rPr>
              <a:t>PHỤ LỤC A / A1: GIẢ ĐỊNH NGÂN SÁCH</a:t>
            </a:r>
          </a:p>
        </p:txBody>
      </p:sp>
      <p:graphicFrame>
        <p:nvGraphicFramePr>
          <p:cNvPr id="9" name="">
            <a:extLst xmlns:a="http://schemas.openxmlformats.org/drawingml/2006/main">
              <a:ext uri="{FF2B5EF4-FFF2-40B4-BE49-F238E27FC236}">
                <a16:creationId xmlns:a16="http://schemas.microsoft.com/office/drawing/2014/main" id="{A4ED3969-842D-4C70-B40D-594B16AC7FFE}"/>
              </a:ext>
            </a:extLst>
          </p:cNvPr>
          <p:cNvGraphicFramePr/>
          <p:nvPr/>
        </p:nvGraphicFramePr>
        <p:xfrm>
          <a:off xmlns:a="http://schemas.openxmlformats.org/drawingml/2006/main" x="409575" y="1838325"/>
          <a:ext xmlns:a="http://schemas.openxmlformats.org/drawingml/2006/main" cx="11372850" cy="2895600"/>
        </p:xfrm>
        <a:graphic xmlns:a="http://schemas.openxmlformats.org/drawingml/2006/main">
          <a:graphicData uri="http://schemas.openxmlformats.org/drawingml/2006/table">
            <a:tbl>
              <a:tblPr/>
              <a:tblGrid>
                <a:gridCol w="4333875"/>
                <a:gridCol w="3314700"/>
                <a:gridCol w="3724275"/>
              </a:tblGrid>
              <a:tr h="361950">
                <a:tc>
                  <a:txBody>
                    <a:bodyPr/>
                    <a:lstStyle/>
                    <a:p>
                      <a:r>
                        <a:rPr sz="1313" b="1">
                          <a:solidFill>
                            <a:srgbClr val="FFFFFF"/>
                          </a:solidFill>
                          <a:latin typeface="Arial"/>
                          <a:ea typeface="Arial"/>
                          <a:cs typeface="Arial"/>
                        </a:rPr>
                        <a:t>Khoản mục</a:t>
                      </a:r>
                    </a:p>
                  </a:txBody>
                  <a:tcPr marL="114300" marR="95250" marT="66675" marB="66675" anchor="ctr">
                    <a:solidFill>
                      <a:srgbClr val="20245F"/>
                    </a:solidFill>
                  </a:tcPr>
                </a:tc>
                <a:tc>
                  <a:txBody>
                    <a:bodyPr/>
                    <a:lstStyle/>
                    <a:p>
                      <a:r>
                        <a:rPr sz="1313" b="1">
                          <a:solidFill>
                            <a:srgbClr val="FFFFFF"/>
                          </a:solidFill>
                          <a:latin typeface="Arial"/>
                          <a:ea typeface="Arial"/>
                          <a:cs typeface="Arial"/>
                        </a:rPr>
                        <a:t>Baseline</a:t>
                      </a:r>
                    </a:p>
                  </a:txBody>
                  <a:tcPr marL="114300" marR="95250" marT="66675" marB="66675" anchor="ctr">
                    <a:solidFill>
                      <a:srgbClr val="20245F"/>
                    </a:solidFill>
                  </a:tcPr>
                </a:tc>
                <a:tc>
                  <a:txBody>
                    <a:bodyPr/>
                    <a:lstStyle/>
                    <a:p>
                      <a:r>
                        <a:rPr sz="1313" b="1">
                          <a:solidFill>
                            <a:srgbClr val="FFFFFF"/>
                          </a:solidFill>
                          <a:latin typeface="Arial"/>
                          <a:ea typeface="Arial"/>
                          <a:cs typeface="Arial"/>
                        </a:rPr>
                        <a:t>Đề xuất</a:t>
                      </a:r>
                    </a:p>
                  </a:txBody>
                  <a:tcPr marL="114300" marR="95250" marT="66675" marB="66675" anchor="ctr">
                    <a:solidFill>
                      <a:srgbClr val="20245F"/>
                    </a:solidFill>
                  </a:tcPr>
                </a:tc>
              </a:tr>
              <a:tr h="361950">
                <a:tc>
                  <a:txBody>
                    <a:bodyPr/>
                    <a:lstStyle/>
                    <a:p>
                      <a:r>
                        <a:rPr sz="1313">
                          <a:solidFill>
                            <a:srgbClr val="222C4C"/>
                          </a:solidFill>
                          <a:latin typeface="Arial"/>
                          <a:ea typeface="Arial"/>
                          <a:cs typeface="Arial"/>
                        </a:rPr>
                        <a:t>Lượt thu = demo gốc / yield 80%</a:t>
                      </a:r>
                    </a:p>
                  </a:txBody>
                  <a:tcPr marL="114300" marR="95250" marT="66675" marB="66675" anchor="ctr">
                    <a:solidFill>
                      <a:srgbClr val="FFFFFF"/>
                    </a:solidFill>
                  </a:tcPr>
                </a:tc>
                <a:tc>
                  <a:txBody>
                    <a:bodyPr/>
                    <a:lstStyle/>
                    <a:p>
                      <a:r>
                        <a:rPr sz="1313">
                          <a:solidFill>
                            <a:srgbClr val="222C4C"/>
                          </a:solidFill>
                          <a:latin typeface="Arial"/>
                          <a:ea typeface="Arial"/>
                          <a:cs typeface="Arial"/>
                        </a:rPr>
                        <a:t>200 / 0.8 = 250</a:t>
                      </a:r>
                    </a:p>
                  </a:txBody>
                  <a:tcPr marL="114300" marR="95250" marT="66675" marB="66675" anchor="ctr">
                    <a:solidFill>
                      <a:srgbClr val="FFFFFF"/>
                    </a:solidFill>
                  </a:tcPr>
                </a:tc>
                <a:tc>
                  <a:txBody>
                    <a:bodyPr/>
                    <a:lstStyle/>
                    <a:p>
                      <a:r>
                        <a:rPr sz="1313">
                          <a:solidFill>
                            <a:srgbClr val="222C4C"/>
                          </a:solidFill>
                          <a:latin typeface="Arial"/>
                          <a:ea typeface="Arial"/>
                          <a:cs typeface="Arial"/>
                        </a:rPr>
                        <a:t>140 / 0.8 = 175</a:t>
                      </a:r>
                    </a:p>
                  </a:txBody>
                  <a:tcPr marL="114300" marR="95250" marT="66675" marB="66675" anchor="ctr">
                    <a:solidFill>
                      <a:srgbClr val="FFFFFF"/>
                    </a:solidFill>
                  </a:tcPr>
                </a:tc>
              </a:tr>
              <a:tr h="361950">
                <a:tc>
                  <a:txBody>
                    <a:bodyPr/>
                    <a:lstStyle/>
                    <a:p>
                      <a:r>
                        <a:rPr sz="1313">
                          <a:solidFill>
                            <a:srgbClr val="222C4C"/>
                          </a:solidFill>
                          <a:latin typeface="Arial"/>
                          <a:ea typeface="Arial"/>
                          <a:cs typeface="Arial"/>
                        </a:rPr>
                        <a:t>Thu/reset: 6 phút/lượt, $10/h</a:t>
                      </a:r>
                    </a:p>
                  </a:txBody>
                  <a:tcPr marL="114300" marR="95250" marT="66675" marB="66675" anchor="ctr">
                    <a:solidFill>
                      <a:srgbClr val="EEF2FA"/>
                    </a:solidFill>
                  </a:tcPr>
                </a:tc>
                <a:tc>
                  <a:txBody>
                    <a:bodyPr/>
                    <a:lstStyle/>
                    <a:p>
                      <a:r>
                        <a:rPr sz="1313">
                          <a:solidFill>
                            <a:srgbClr val="222C4C"/>
                          </a:solidFill>
                          <a:latin typeface="Arial"/>
                          <a:ea typeface="Arial"/>
                          <a:cs typeface="Arial"/>
                        </a:rPr>
                        <a:t>25h × $10 = $250</a:t>
                      </a:r>
                    </a:p>
                  </a:txBody>
                  <a:tcPr marL="114300" marR="95250" marT="66675" marB="66675" anchor="ctr">
                    <a:solidFill>
                      <a:srgbClr val="EEF2FA"/>
                    </a:solidFill>
                  </a:tcPr>
                </a:tc>
                <a:tc>
                  <a:txBody>
                    <a:bodyPr/>
                    <a:lstStyle/>
                    <a:p>
                      <a:r>
                        <a:rPr sz="1313">
                          <a:solidFill>
                            <a:srgbClr val="222C4C"/>
                          </a:solidFill>
                          <a:latin typeface="Arial"/>
                          <a:ea typeface="Arial"/>
                          <a:cs typeface="Arial"/>
                        </a:rPr>
                        <a:t>17.5h × $10 = $175</a:t>
                      </a:r>
                    </a:p>
                  </a:txBody>
                  <a:tcPr marL="114300" marR="95250" marT="66675" marB="66675" anchor="ctr">
                    <a:solidFill>
                      <a:srgbClr val="EEF2FA"/>
                    </a:solidFill>
                  </a:tcPr>
                </a:tc>
              </a:tr>
              <a:tr h="361950">
                <a:tc>
                  <a:txBody>
                    <a:bodyPr/>
                    <a:lstStyle/>
                    <a:p>
                      <a:r>
                        <a:rPr sz="1313">
                          <a:solidFill>
                            <a:srgbClr val="222C4C"/>
                          </a:solidFill>
                          <a:latin typeface="Arial"/>
                          <a:ea typeface="Arial"/>
                          <a:cs typeface="Arial"/>
                        </a:rPr>
                        <a:t>QA teleop: 3 phút/lượt, $20/h</a:t>
                      </a:r>
                    </a:p>
                  </a:txBody>
                  <a:tcPr marL="114300" marR="95250" marT="66675" marB="66675" anchor="ctr">
                    <a:solidFill>
                      <a:srgbClr val="FFFFFF"/>
                    </a:solidFill>
                  </a:tcPr>
                </a:tc>
                <a:tc>
                  <a:txBody>
                    <a:bodyPr/>
                    <a:lstStyle/>
                    <a:p>
                      <a:r>
                        <a:rPr sz="1313">
                          <a:solidFill>
                            <a:srgbClr val="222C4C"/>
                          </a:solidFill>
                          <a:latin typeface="Arial"/>
                          <a:ea typeface="Arial"/>
                          <a:cs typeface="Arial"/>
                        </a:rPr>
                        <a:t>12.5h × $20 = $250</a:t>
                      </a:r>
                    </a:p>
                  </a:txBody>
                  <a:tcPr marL="114300" marR="95250" marT="66675" marB="66675" anchor="ctr">
                    <a:solidFill>
                      <a:srgbClr val="FFFFFF"/>
                    </a:solidFill>
                  </a:tcPr>
                </a:tc>
                <a:tc>
                  <a:txBody>
                    <a:bodyPr/>
                    <a:lstStyle/>
                    <a:p>
                      <a:r>
                        <a:rPr sz="1313">
                          <a:solidFill>
                            <a:srgbClr val="222C4C"/>
                          </a:solidFill>
                          <a:latin typeface="Arial"/>
                          <a:ea typeface="Arial"/>
                          <a:cs typeface="Arial"/>
                        </a:rPr>
                        <a:t>8.75h × $20 = $175</a:t>
                      </a:r>
                    </a:p>
                  </a:txBody>
                  <a:tcPr marL="114300" marR="95250" marT="66675" marB="66675" anchor="ctr">
                    <a:solidFill>
                      <a:srgbClr val="FFFFFF"/>
                    </a:solidFill>
                  </a:tcPr>
                </a:tc>
              </a:tr>
              <a:tr h="361950">
                <a:tc>
                  <a:txBody>
                    <a:bodyPr/>
                    <a:lstStyle/>
                    <a:p>
                      <a:r>
                        <a:rPr sz="1313">
                          <a:solidFill>
                            <a:srgbClr val="222C4C"/>
                          </a:solidFill>
                          <a:latin typeface="Arial"/>
                          <a:ea typeface="Arial"/>
                          <a:cs typeface="Arial"/>
                        </a:rPr>
                        <a:t>Debug: kỹ sư $20/h</a:t>
                      </a:r>
                    </a:p>
                  </a:txBody>
                  <a:tcPr marL="114300" marR="95250" marT="66675" marB="66675" anchor="ctr">
                    <a:solidFill>
                      <a:srgbClr val="EEF2FA"/>
                    </a:solidFill>
                  </a:tcPr>
                </a:tc>
                <a:tc>
                  <a:txBody>
                    <a:bodyPr/>
                    <a:lstStyle/>
                    <a:p>
                      <a:r>
                        <a:rPr sz="1313">
                          <a:solidFill>
                            <a:srgbClr val="222C4C"/>
                          </a:solidFill>
                          <a:latin typeface="Arial"/>
                          <a:ea typeface="Arial"/>
                          <a:cs typeface="Arial"/>
                        </a:rPr>
                        <a:t>20h × $20 = $400</a:t>
                      </a:r>
                    </a:p>
                  </a:txBody>
                  <a:tcPr marL="114300" marR="95250" marT="66675" marB="66675" anchor="ctr">
                    <a:solidFill>
                      <a:srgbClr val="EEF2FA"/>
                    </a:solidFill>
                  </a:tcPr>
                </a:tc>
                <a:tc>
                  <a:txBody>
                    <a:bodyPr/>
                    <a:lstStyle/>
                    <a:p>
                      <a:r>
                        <a:rPr sz="1313">
                          <a:solidFill>
                            <a:srgbClr val="222C4C"/>
                          </a:solidFill>
                          <a:latin typeface="Arial"/>
                          <a:ea typeface="Arial"/>
                          <a:cs typeface="Arial"/>
                        </a:rPr>
                        <a:t>10h × $20 = $200</a:t>
                      </a:r>
                    </a:p>
                  </a:txBody>
                  <a:tcPr marL="114300" marR="95250" marT="66675" marB="66675" anchor="ctr">
                    <a:solidFill>
                      <a:srgbClr val="EEF2FA"/>
                    </a:solidFill>
                  </a:tcPr>
                </a:tc>
              </a:tr>
              <a:tr h="361950">
                <a:tc>
                  <a:txBody>
                    <a:bodyPr/>
                    <a:lstStyle/>
                    <a:p>
                      <a:r>
                        <a:rPr sz="1313">
                          <a:solidFill>
                            <a:srgbClr val="222C4C"/>
                          </a:solidFill>
                          <a:latin typeface="Arial"/>
                          <a:ea typeface="Arial"/>
                          <a:cs typeface="Arial"/>
                        </a:rPr>
                        <a:t>Train + eval: 140 A100-h [R1]</a:t>
                      </a:r>
                    </a:p>
                  </a:txBody>
                  <a:tcPr marL="114300" marR="95250" marT="66675" marB="66675" anchor="ctr">
                    <a:solidFill>
                      <a:srgbClr val="FFFFFF"/>
                    </a:solidFill>
                  </a:tcPr>
                </a:tc>
                <a:tc>
                  <a:txBody>
                    <a:bodyPr/>
                    <a:lstStyle/>
                    <a:p>
                      <a:r>
                        <a:rPr sz="1313">
                          <a:solidFill>
                            <a:srgbClr val="222C4C"/>
                          </a:solidFill>
                          <a:latin typeface="Arial"/>
                          <a:ea typeface="Arial"/>
                          <a:cs typeface="Arial"/>
                        </a:rPr>
                        <a:t>140 × $1.59 = $222.60</a:t>
                      </a:r>
                    </a:p>
                  </a:txBody>
                  <a:tcPr marL="114300" marR="95250" marT="66675" marB="66675" anchor="ctr">
                    <a:solidFill>
                      <a:srgbClr val="FFFFFF"/>
                    </a:solidFill>
                  </a:tcPr>
                </a:tc>
                <a:tc>
                  <a:txBody>
                    <a:bodyPr/>
                    <a:lstStyle/>
                    <a:p>
                      <a:r>
                        <a:rPr sz="1313">
                          <a:solidFill>
                            <a:srgbClr val="222C4C"/>
                          </a:solidFill>
                          <a:latin typeface="Arial"/>
                          <a:ea typeface="Arial"/>
                          <a:cs typeface="Arial"/>
                        </a:rPr>
                        <a:t>Cùng ngân sách $222.60</a:t>
                      </a:r>
                    </a:p>
                  </a:txBody>
                  <a:tcPr marL="114300" marR="95250" marT="66675" marB="66675" anchor="ctr">
                    <a:solidFill>
                      <a:srgbClr val="FFFFFF"/>
                    </a:solidFill>
                  </a:tcPr>
                </a:tc>
              </a:tr>
              <a:tr h="361950">
                <a:tc>
                  <a:txBody>
                    <a:bodyPr/>
                    <a:lstStyle/>
                    <a:p>
                      <a:r>
                        <a:rPr sz="1313">
                          <a:solidFill>
                            <a:srgbClr val="222C4C"/>
                          </a:solidFill>
                          <a:latin typeface="Arial"/>
                          <a:ea typeface="Arial"/>
                          <a:cs typeface="Arial"/>
                        </a:rPr>
                        <a:t>Sinh sim / QA / tích hợp thêm</a:t>
                      </a:r>
                    </a:p>
                  </a:txBody>
                  <a:tcPr marL="114300" marR="95250" marT="66675" marB="66675" anchor="ctr">
                    <a:solidFill>
                      <a:srgbClr val="EEF2FA"/>
                    </a:solidFill>
                  </a:tcPr>
                </a:tc>
                <a:tc>
                  <a:txBody>
                    <a:bodyPr/>
                    <a:lstStyle/>
                    <a:p>
                      <a:r>
                        <a:rPr sz="1313">
                          <a:solidFill>
                            <a:srgbClr val="222C4C"/>
                          </a:solidFill>
                          <a:latin typeface="Arial"/>
                          <a:ea typeface="Arial"/>
                          <a:cs typeface="Arial"/>
                        </a:rPr>
                        <a:t>0</a:t>
                      </a:r>
                    </a:p>
                  </a:txBody>
                  <a:tcPr marL="114300" marR="95250" marT="66675" marB="66675" anchor="ctr">
                    <a:solidFill>
                      <a:srgbClr val="EEF2FA"/>
                    </a:solidFill>
                  </a:tcPr>
                </a:tc>
                <a:tc>
                  <a:txBody>
                    <a:bodyPr/>
                    <a:lstStyle/>
                    <a:p>
                      <a:r>
                        <a:rPr sz="1313">
                          <a:solidFill>
                            <a:srgbClr val="222C4C"/>
                          </a:solidFill>
                          <a:latin typeface="Arial"/>
                          <a:ea typeface="Arial"/>
                          <a:cs typeface="Arial"/>
                        </a:rPr>
                        <a:t>20 × $0.74 + 8h × $20 = $174.80</a:t>
                      </a:r>
                    </a:p>
                  </a:txBody>
                  <a:tcPr marL="114300" marR="95250" marT="66675" marB="66675" anchor="ctr">
                    <a:solidFill>
                      <a:srgbClr val="EEF2FA"/>
                    </a:solidFill>
                  </a:tcPr>
                </a:tc>
              </a:tr>
              <a:tr h="361950">
                <a:tc>
                  <a:txBody>
                    <a:bodyPr/>
                    <a:lstStyle/>
                    <a:p>
                      <a:r>
                        <a:rPr sz="1313">
                          <a:solidFill>
                            <a:srgbClr val="222C4C"/>
                          </a:solidFill>
                          <a:latin typeface="Arial"/>
                          <a:ea typeface="Arial"/>
                          <a:cs typeface="Arial"/>
                        </a:rPr>
                        <a:t>Scratch 1 tháng [R2]</a:t>
                      </a:r>
                    </a:p>
                  </a:txBody>
                  <a:tcPr marL="114300" marR="95250" marT="66675" marB="66675" anchor="ctr">
                    <a:solidFill>
                      <a:srgbClr val="FFFFFF"/>
                    </a:solidFill>
                  </a:tcPr>
                </a:tc>
                <a:tc>
                  <a:txBody>
                    <a:bodyPr/>
                    <a:lstStyle/>
                    <a:p>
                      <a:r>
                        <a:rPr sz="1313">
                          <a:solidFill>
                            <a:srgbClr val="222C4C"/>
                          </a:solidFill>
                          <a:latin typeface="Arial"/>
                          <a:ea typeface="Arial"/>
                          <a:cs typeface="Arial"/>
                        </a:rPr>
                        <a:t>200GB × $0.07 = $14</a:t>
                      </a:r>
                    </a:p>
                  </a:txBody>
                  <a:tcPr marL="114300" marR="95250" marT="66675" marB="66675" anchor="ctr">
                    <a:solidFill>
                      <a:srgbClr val="FFFFFF"/>
                    </a:solidFill>
                  </a:tcPr>
                </a:tc>
                <a:tc>
                  <a:txBody>
                    <a:bodyPr/>
                    <a:lstStyle/>
                    <a:p>
                      <a:r>
                        <a:rPr sz="1313">
                          <a:solidFill>
                            <a:srgbClr val="222C4C"/>
                          </a:solidFill>
                          <a:latin typeface="Arial"/>
                          <a:ea typeface="Arial"/>
                          <a:cs typeface="Arial"/>
                        </a:rPr>
                        <a:t>300GB × $0.07 = $21</a:t>
                      </a:r>
                    </a:p>
                  </a:txBody>
                  <a:tcPr marL="114300" marR="95250" marT="66675" marB="66675" anchor="ctr">
                    <a:solidFill>
                      <a:srgbClr val="FFFFFF"/>
                    </a:solidFill>
                  </a:tcPr>
                </a:tc>
              </a:tr>
            </a:tbl>
          </a:graphicData>
        </a:graphic>
      </p:graphicFrame>
      <p:sp>
        <p:nvSpPr>
          <p:cNvPr id="10" name="pitch-text-197">
            <a:extLst xmlns:a="http://schemas.openxmlformats.org/drawingml/2006/main">
              <a:ext uri="{FF2B5EF4-FFF2-40B4-BE49-F238E27FC236}">
                <a16:creationId xmlns:a16="http://schemas.microsoft.com/office/drawing/2014/main" id="{461C3788-D4E6-4B3A-9EAD-0F378AEB82FF}"/>
              </a:ext>
            </a:extLst>
          </p:cNvPr>
          <p:cNvSpPr>
            <a:spLocks xmlns:a="http://schemas.openxmlformats.org/drawingml/2006/main" noGrp="1"/>
          </p:cNvSpPr>
          <p:nvPr/>
        </p:nvSpPr>
        <p:spPr>
          <a:xfrm xmlns:a="http://schemas.openxmlformats.org/drawingml/2006/main">
            <a:off x="409575" y="4895850"/>
            <a:ext cx="1137285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875" b="1">
                <a:solidFill>
                  <a:srgbClr val="12833E"/>
                </a:solidFill>
                <a:latin typeface="Arial"/>
                <a:ea typeface="Arial"/>
                <a:cs typeface="Arial"/>
              </a:defRPr>
            </a:defPPr>
          </a:lstStyle>
          <a:p xmlns:a="http://schemas.openxmlformats.org/drawingml/2006/main">
            <a:pPr algn="l">
              <a:buNone/>
              <a:defRPr sz="1875" b="1">
                <a:solidFill>
                  <a:srgbClr val="12833E"/>
                </a:solidFill>
                <a:latin typeface="Arial"/>
                <a:ea typeface="Arial"/>
                <a:cs typeface="Arial"/>
              </a:defRPr>
            </a:pPr>
            <a:r>
              <a:rPr sz="1875" b="1">
                <a:solidFill>
                  <a:srgbClr val="12833E"/>
                </a:solidFill>
                <a:latin typeface="Arial"/>
                <a:ea typeface="Arial"/>
                <a:cs typeface="Arial"/>
              </a:rPr>
              <a:t>Ròng / đợt = $350 giảm công − $181.80 tăng chi phí = $168.20</a:t>
            </a:r>
          </a:p>
        </p:txBody>
      </p:sp>
      <p:sp>
        <p:nvSpPr>
          <p:cNvPr id="11" name="pitch-text-198">
            <a:extLst xmlns:a="http://schemas.openxmlformats.org/drawingml/2006/main">
              <a:ext uri="{FF2B5EF4-FFF2-40B4-BE49-F238E27FC236}">
                <a16:creationId xmlns:a16="http://schemas.microsoft.com/office/drawing/2014/main" id="{93D0CFFE-4AB3-4C29-8611-C08EB829E0E5}"/>
              </a:ext>
            </a:extLst>
          </p:cNvPr>
          <p:cNvSpPr>
            <a:spLocks xmlns:a="http://schemas.openxmlformats.org/drawingml/2006/main" noGrp="1"/>
          </p:cNvSpPr>
          <p:nvPr/>
        </p:nvSpPr>
        <p:spPr>
          <a:xfrm xmlns:a="http://schemas.openxmlformats.org/drawingml/2006/main">
            <a:off x="409575" y="5267325"/>
            <a:ext cx="1137285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425" b="0">
                <a:solidFill>
                  <a:srgbClr val="222C4C"/>
                </a:solidFill>
                <a:latin typeface="Arial"/>
                <a:ea typeface="Arial"/>
                <a:cs typeface="Arial"/>
              </a:defRPr>
            </a:defPPr>
          </a:lstStyle>
          <a:p xmlns:a="http://schemas.openxmlformats.org/drawingml/2006/main">
            <a:pPr algn="l">
              <a:buNone/>
              <a:defRPr sz="1425" b="0">
                <a:solidFill>
                  <a:srgbClr val="222C4C"/>
                </a:solidFill>
                <a:latin typeface="Arial"/>
                <a:ea typeface="Arial"/>
                <a:cs typeface="Arial"/>
              </a:defRPr>
            </a:pPr>
            <a:r>
              <a:rPr sz="1425" b="0">
                <a:solidFill>
                  <a:srgbClr val="222C4C"/>
                </a:solidFill>
                <a:latin typeface="Arial"/>
                <a:ea typeface="Arial"/>
                <a:cs typeface="Arial"/>
              </a:rPr>
              <a:t>Đầu tư + pilot: $1,645.80 + $2,105 = $3,750.80. OPEX chung: $1,380/năm.</a:t>
            </a:r>
          </a:p>
          <a:p xmlns:a="http://schemas.openxmlformats.org/drawingml/2006/main">
            <a:pPr algn="l">
              <a:buNone/>
              <a:defRPr sz="1425" b="0">
                <a:solidFill>
                  <a:srgbClr val="222C4C"/>
                </a:solidFill>
                <a:latin typeface="Arial"/>
                <a:ea typeface="Arial"/>
                <a:cs typeface="Arial"/>
              </a:defRPr>
            </a:pPr>
            <a:r>
              <a:rPr sz="1425" b="0">
                <a:solidFill>
                  <a:srgbClr val="222C4C"/>
                </a:solidFill>
                <a:latin typeface="Arial"/>
                <a:ea typeface="Arial"/>
                <a:cs typeface="Arial"/>
              </a:rPr>
              <a:t>144 đợt: $168.20 × 144 − $1,380 = $22,840.80. Năm đầu trừ đầu tư còn $19,090.</a:t>
            </a:r>
          </a:p>
        </p:txBody>
      </p:sp>
    </p:spTree>
    <p:extLst>
      <p:ext uri="{BB962C8B-B14F-4D97-AF65-F5344CB8AC3E}">
        <p14:creationId xmlns:p14="http://schemas.microsoft.com/office/powerpoint/2010/main" val="2541793276"/>
      </p:ext>
    </p:extLst>
  </p:cSld>
</p:sld>
</file>

<file path=ppt/slides/slide13.xml><?xml version="1.0" encoding="utf-8"?>
<p:sld xmlns:p="http://schemas.openxmlformats.org/presentationml/2006/main">
  <p:cSld>
    <p:spTree>
      <p:nvGrpSpPr>
        <p:cNvPr id="1" name=""/>
        <p:cNvGrpSpPr/>
        <p:nvPr/>
      </p:nvGrpSpPr>
      <p:grpSpPr>
        <a:xfrm xmlns:a="http://schemas.openxmlformats.org/drawingml/2006/main"/>
      </p:grpSpPr>
      <p:pic>
        <p:nvPicPr>
          <p:cNvPr id="7" name="Picture 6">
            <a:extLst xmlns:a="http://schemas.openxmlformats.org/drawingml/2006/main">
              <a:ext uri="{FF2B5EF4-FFF2-40B4-BE49-F238E27FC236}">
                <a16:creationId xmlns:a16="http://schemas.microsoft.com/office/drawing/2014/main" id="{BAFD852C-441F-40C5-881D-CE3012164EB9}"/>
              </a:ext>
            </a:extLst>
          </p:cNvPr>
          <p:cNvPicPr>
            <a:picLocks xmlns:a="http://schemas.openxmlformats.org/drawingml/2006/main" noChangeAspect="1"/>
          </p:cNvPicPr>
          <p:nvPr/>
        </p:nvPicPr>
        <p:blipFill>
          <a:blip xmlns:r="http://schemas.openxmlformats.org/officeDocument/2006/relationships" xmlns:a="http://schemas.openxmlformats.org/drawingml/2006/main" r:embed="Rb45492245d824e50"/>
          <a:srcRect xmlns:a="http://schemas.openxmlformats.org/drawingml/2006/main" l="0" t="32804" r="0" b="51587"/>
          <a:stretch xmlns:a="http://schemas.openxmlformats.org/drawingml/2006/main">
            <a:fillRect l="0" t="0" r="0" b="0"/>
          </a:stretch>
        </p:blipFill>
        <p:spPr>
          <a:xfrm xmlns:a="http://schemas.openxmlformats.org/drawingml/2006/main">
            <a:off x="0" y="5832928"/>
            <a:ext cx="12191999" cy="1025075"/>
          </a:xfrm>
          <a:prstGeom xmlns:a="http://schemas.openxmlformats.org/drawingml/2006/main" prst="rect">
            <a:avLst/>
          </a:prstGeom>
        </p:spPr>
      </p:pic>
      <p:sp>
        <p:nvSpPr>
          <p:cNvPr id="2" name="Title 1">
            <a:extLst xmlns:a="http://schemas.openxmlformats.org/drawingml/2006/main">
              <a:ext uri="{FF2B5EF4-FFF2-40B4-BE49-F238E27FC236}">
                <a16:creationId xmlns:a16="http://schemas.microsoft.com/office/drawing/2014/main" id="{BBB7824A-B873-4AFE-8072-7FBE286ECE7B}"/>
              </a:ext>
            </a:extLst>
          </p:cNvPr>
          <p:cNvSpPr>
            <a:spLocks xmlns:a="http://schemas.openxmlformats.org/drawingml/2006/main" noGrp="1"/>
          </p:cNvSpPr>
          <p:nvPr>
            <p:ph type="title" idx="0"/>
          </p:nvPr>
        </p:nvSpPr>
        <p:spPr>
          <a:xfrm xmlns:a="http://schemas.openxmlformats.org/drawingml/2006/main">
            <a:off x="5762625" y="200025"/>
            <a:ext cx="6096000" cy="866775"/>
          </a:xfrm>
          <a:prstGeom xmlns:a="http://schemas.openxmlformats.org/drawingml/2006/main" prst="rect">
            <a:avLst/>
          </a:prstGeom>
        </p:spPr>
        <p:txBody>
          <a:bodyPr xmlns:a="http://schemas.openxmlformats.org/drawingml/2006/main" wrap="square" lIns="0" tIns="0" rIns="0" bIns="0" anchor="ctr">
            <a:noAutofit/>
          </a:bodyPr>
          <a:lstStyle xmlns:a="http://schemas.openxmlformats.org/drawingml/2006/main">
            <a:defPPr algn="ctr">
              <a:defRPr sz="3600" b="1">
                <a:solidFill>
                  <a:srgbClr val="FFFFFF"/>
                </a:solidFill>
                <a:latin typeface="Times New Roman"/>
                <a:ea typeface="Times New Roman"/>
                <a:cs typeface="Times New Roman"/>
              </a:defRPr>
            </a:defPPr>
          </a:lstStyle>
          <a:p xmlns:a="http://schemas.openxmlformats.org/drawingml/2006/main">
            <a:pPr algn="ctr">
              <a:buNone/>
              <a:defRPr sz="3600" b="1">
                <a:solidFill>
                  <a:srgbClr val="FFFFFF"/>
                </a:solidFill>
                <a:latin typeface="Times New Roman"/>
                <a:ea typeface="Times New Roman"/>
                <a:cs typeface="Times New Roman"/>
              </a:defRPr>
            </a:pPr>
            <a:r>
              <a:rPr sz="3600" b="1">
                <a:solidFill>
                  <a:srgbClr val="FFFFFF"/>
                </a:solidFill>
                <a:latin typeface="Times New Roman"/>
                <a:ea typeface="Times New Roman"/>
                <a:cs typeface="Times New Roman"/>
              </a:rPr>
              <a:t>Nguồn giá và giả định</a:t>
            </a:r>
          </a:p>
        </p:txBody>
      </p:sp>
      <p:sp>
        <p:nvSpPr>
          <p:cNvPr id="4" name="Shape 28">
            <a:extLst xmlns:a="http://schemas.openxmlformats.org/drawingml/2006/main">
              <a:ext uri="{FF2B5EF4-FFF2-40B4-BE49-F238E27FC236}">
                <a16:creationId xmlns:a16="http://schemas.microsoft.com/office/drawing/2014/main" id="{3FF92FF0-C16F-5FF6-7BAA-EE13F3A3077C}"/>
              </a:ext>
            </a:extLst>
          </p:cNvPr>
          <p:cNvSpPr>
            <a:spLocks xmlns:a="http://schemas.openxmlformats.org/drawingml/2006/main" noGrp="1"/>
          </p:cNvSpPr>
          <p:nvPr/>
        </p:nvSpPr>
        <p:spPr>
          <a:xfrm xmlns:a="http://schemas.openxmlformats.org/drawingml/2006/main">
            <a:off x="310908" y="5899993"/>
            <a:ext cx="45719" cy="821936"/>
          </a:xfrm>
          <a:prstGeom xmlns:a="http://schemas.openxmlformats.org/drawingml/2006/main" prst="rect">
            <a:avLst/>
          </a:prstGeom>
          <a:solidFill xmlns:a="http://schemas.openxmlformats.org/drawingml/2006/main">
            <a:srgbClr val="30D158"/>
          </a:solidFill>
          <a:ln xmlns:a="http://schemas.openxmlformats.org/drawingml/2006/main" w="12700">
            <a:solidFill>
              <a:srgbClr val="30D158"/>
            </a:solidFill>
            <a:prstDash val="solid"/>
          </a:ln>
        </p:spPr>
        <p:txBody>
          <a:bodyPr xmlns:a="http://schemas.openxmlformats.org/drawingml/2006/main"/>
          <a:lstStyle xmlns:a="http://schemas.openxmlformats.org/drawingml/2006/main"/>
          <a:p xmlns:a="http://schemas.openxmlformats.org/drawingml/2006/main">
            <a:endParaRPr/>
          </a:p>
        </p:txBody>
      </p:sp>
      <p:sp>
        <p:nvSpPr>
          <p:cNvPr id="5" name="Text 29">
            <a:extLst xmlns:a="http://schemas.openxmlformats.org/drawingml/2006/main">
              <a:ext uri="{FF2B5EF4-FFF2-40B4-BE49-F238E27FC236}">
                <a16:creationId xmlns:a16="http://schemas.microsoft.com/office/drawing/2014/main" id="{F6B4177F-B997-3A40-5B69-23A317D7A4BC}"/>
              </a:ext>
            </a:extLst>
          </p:cNvPr>
          <p:cNvSpPr>
            <a:spLocks xmlns:a="http://schemas.openxmlformats.org/drawingml/2006/main" noGrp="1"/>
          </p:cNvSpPr>
          <p:nvPr/>
        </p:nvSpPr>
        <p:spPr>
          <a:xfrm xmlns:a="http://schemas.openxmlformats.org/drawingml/2006/main">
            <a:off x="466725" y="5895975"/>
            <a:ext cx="10858500" cy="20955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1200" b="1">
                <a:solidFill>
                  <a:srgbClr val="FFFFFF"/>
                </a:solidFill>
                <a:latin typeface="Arial"/>
                <a:ea typeface="Arial"/>
                <a:cs typeface="Arial"/>
              </a:defRPr>
            </a:defPPr>
          </a:lstStyle>
          <a:p xmlns:a="http://schemas.openxmlformats.org/drawingml/2006/main">
            <a:pPr marL="0" indent="0" algn="l">
              <a:lnSpc>
                <a:spcPct val="110000"/>
              </a:lnSpc>
              <a:spcBef>
                <a:spcPts val="0"/>
              </a:spcBef>
              <a:spcAft>
                <a:spcPts val="0"/>
              </a:spcAft>
              <a:buNone/>
              <a:defRPr sz="1200" b="1">
                <a:solidFill>
                  <a:srgbClr val="FFFFFF"/>
                </a:solidFill>
                <a:latin typeface="Arial"/>
                <a:ea typeface="Arial"/>
                <a:cs typeface="Arial"/>
              </a:defRPr>
            </a:pPr>
            <a:r>
              <a:rPr sz="1200" b="1">
                <a:solidFill>
                  <a:srgbClr val="FFFFFF"/>
                </a:solidFill>
                <a:latin typeface="Arial"/>
                <a:ea typeface="Arial"/>
                <a:cs typeface="Arial"/>
              </a:rPr>
              <a:t>Notice:</a:t>
            </a:r>
          </a:p>
        </p:txBody>
      </p:sp>
      <p:sp>
        <p:nvSpPr>
          <p:cNvPr id="6" name="Text 30">
            <a:extLst xmlns:a="http://schemas.openxmlformats.org/drawingml/2006/main">
              <a:ext uri="{FF2B5EF4-FFF2-40B4-BE49-F238E27FC236}">
                <a16:creationId xmlns:a16="http://schemas.microsoft.com/office/drawing/2014/main" id="{34D1BD95-B5A6-0B39-BCD1-2FB2DE13627C}"/>
              </a:ext>
            </a:extLst>
          </p:cNvPr>
          <p:cNvSpPr>
            <a:spLocks xmlns:a="http://schemas.openxmlformats.org/drawingml/2006/main" noGrp="1"/>
          </p:cNvSpPr>
          <p:nvPr/>
        </p:nvSpPr>
        <p:spPr>
          <a:xfrm xmlns:a="http://schemas.openxmlformats.org/drawingml/2006/main">
            <a:off x="466725" y="6124575"/>
            <a:ext cx="10858500" cy="68580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1050" b="0">
                <a:solidFill>
                  <a:srgbClr val="FFFFFF"/>
                </a:solidFill>
                <a:latin typeface="Arial"/>
                <a:ea typeface="Arial"/>
                <a:cs typeface="Arial"/>
              </a:defRPr>
            </a:defPPr>
          </a:lstStyle>
          <a:p xmlns:a="http://schemas.openxmlformats.org/drawingml/2006/main">
            <a:pPr marL="0" indent="0" algn="l">
              <a:lnSpc>
                <a:spcPct val="100000"/>
              </a:lnSpc>
              <a:spcBef>
                <a:spcPts val="0"/>
              </a:spcBef>
              <a:spcAft>
                <a:spcPts val="0"/>
              </a:spcAft>
              <a:buNone/>
              <a:defRPr sz="1050" b="0">
                <a:solidFill>
                  <a:srgbClr val="FFFFFF"/>
                </a:solidFill>
                <a:latin typeface="Arial"/>
                <a:ea typeface="Arial"/>
                <a:cs typeface="Arial"/>
              </a:defRPr>
            </a:pPr>
            <a:r>
              <a:rPr sz="1050" b="0">
                <a:solidFill>
                  <a:srgbClr val="FFFFFF"/>
                </a:solidFill>
                <a:latin typeface="Arial"/>
                <a:ea typeface="Arial"/>
                <a:cs typeface="Arial"/>
              </a:rPr>
              <a:t>1. Mô tả rõ chi phí đầu tư, so sánh ROI</a:t>
            </a:r>
          </a:p>
          <a:p xmlns:a="http://schemas.openxmlformats.org/drawingml/2006/main">
            <a:pPr marL="0" indent="0" algn="l">
              <a:lnSpc>
                <a:spcPct val="100000"/>
              </a:lnSpc>
              <a:spcBef>
                <a:spcPts val="0"/>
              </a:spcBef>
              <a:spcAft>
                <a:spcPts val="0"/>
              </a:spcAft>
              <a:buNone/>
              <a:defRPr sz="1050" b="0">
                <a:solidFill>
                  <a:srgbClr val="FFFFFF"/>
                </a:solidFill>
                <a:latin typeface="Arial"/>
                <a:ea typeface="Arial"/>
                <a:cs typeface="Arial"/>
              </a:defRPr>
            </a:pPr>
            <a:r>
              <a:rPr sz="1050" b="0">
                <a:solidFill>
                  <a:srgbClr val="FFFFFF"/>
                </a:solidFill>
                <a:latin typeface="Arial"/>
                <a:ea typeface="Arial"/>
                <a:cs typeface="Arial"/>
              </a:rPr>
              <a:t>2. Nêu được các hiệu quả sau:</a:t>
            </a:r>
          </a:p>
          <a:p xmlns:a="http://schemas.openxmlformats.org/drawingml/2006/main">
            <a:pPr marL="152400" indent="0" algn="l">
              <a:lnSpc>
                <a:spcPct val="100000"/>
              </a:lnSpc>
              <a:spcBef>
                <a:spcPts val="0"/>
              </a:spcBef>
              <a:spcAft>
                <a:spcPts val="0"/>
              </a:spcAft>
              <a:buNone/>
              <a:defRPr sz="1050" b="0">
                <a:solidFill>
                  <a:srgbClr val="FFFFFF"/>
                </a:solidFill>
                <a:latin typeface="Arial"/>
                <a:ea typeface="Arial"/>
                <a:cs typeface="Arial"/>
              </a:defRPr>
            </a:pPr>
            <a:r>
              <a:rPr sz="1050" b="0">
                <a:solidFill>
                  <a:srgbClr val="FFFFFF"/>
                </a:solidFill>
                <a:latin typeface="Arial"/>
                <a:ea typeface="Arial"/>
                <a:cs typeface="Arial"/>
              </a:rPr>
              <a:t>- Hiệu quả áp dụng trong nhà máy</a:t>
            </a:r>
          </a:p>
          <a:p xmlns:a="http://schemas.openxmlformats.org/drawingml/2006/main">
            <a:pPr marL="152400" indent="0" algn="l">
              <a:lnSpc>
                <a:spcPct val="100000"/>
              </a:lnSpc>
              <a:spcBef>
                <a:spcPts val="0"/>
              </a:spcBef>
              <a:spcAft>
                <a:spcPts val="0"/>
              </a:spcAft>
              <a:buNone/>
              <a:defRPr sz="1050" b="0">
                <a:solidFill>
                  <a:srgbClr val="FFFFFF"/>
                </a:solidFill>
                <a:latin typeface="Arial"/>
                <a:ea typeface="Arial"/>
                <a:cs typeface="Arial"/>
              </a:defRPr>
            </a:pPr>
            <a:r>
              <a:rPr sz="1050" b="0">
                <a:solidFill>
                  <a:srgbClr val="FFFFFF"/>
                </a:solidFill>
                <a:latin typeface="Arial"/>
                <a:ea typeface="Arial"/>
                <a:cs typeface="Arial"/>
              </a:rPr>
              <a:t>- Hiệu quả khi so sánh với phương án truyền thống</a:t>
            </a:r>
          </a:p>
        </p:txBody>
      </p:sp>
      <p:sp>
        <p:nvSpPr>
          <p:cNvPr id="8" name="pitch-text-199">
            <a:extLst xmlns:a="http://schemas.openxmlformats.org/drawingml/2006/main">
              <a:ext uri="{FF2B5EF4-FFF2-40B4-BE49-F238E27FC236}">
                <a16:creationId xmlns:a16="http://schemas.microsoft.com/office/drawing/2014/main" id="{BDF1B335-9F82-4F2E-971B-0929B1CC229D}"/>
              </a:ext>
            </a:extLst>
          </p:cNvPr>
          <p:cNvSpPr>
            <a:spLocks xmlns:a="http://schemas.openxmlformats.org/drawingml/2006/main" noGrp="1"/>
          </p:cNvSpPr>
          <p:nvPr/>
        </p:nvSpPr>
        <p:spPr>
          <a:xfrm xmlns:a="http://schemas.openxmlformats.org/drawingml/2006/main">
            <a:off x="409575" y="1438275"/>
            <a:ext cx="113728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425" b="1">
                <a:solidFill>
                  <a:srgbClr val="617087"/>
                </a:solidFill>
                <a:latin typeface="Arial"/>
                <a:ea typeface="Arial"/>
                <a:cs typeface="Arial"/>
              </a:defRPr>
            </a:defPPr>
          </a:lstStyle>
          <a:p xmlns:a="http://schemas.openxmlformats.org/drawingml/2006/main">
            <a:pPr algn="l">
              <a:buNone/>
              <a:defRPr sz="1425" b="1">
                <a:solidFill>
                  <a:srgbClr val="617087"/>
                </a:solidFill>
                <a:latin typeface="Arial"/>
                <a:ea typeface="Arial"/>
                <a:cs typeface="Arial"/>
              </a:defRPr>
            </a:pPr>
            <a:r>
              <a:rPr sz="1425" b="1">
                <a:solidFill>
                  <a:srgbClr val="617087"/>
                </a:solidFill>
                <a:latin typeface="Arial"/>
                <a:ea typeface="Arial"/>
                <a:cs typeface="Arial"/>
              </a:rPr>
              <a:t>PHỤ LỤC B / GIÁ KIỂM 08/10/2026</a:t>
            </a:r>
          </a:p>
        </p:txBody>
      </p:sp>
      <p:graphicFrame>
        <p:nvGraphicFramePr>
          <p:cNvPr id="9" name="">
            <a:extLst xmlns:a="http://schemas.openxmlformats.org/drawingml/2006/main">
              <a:ext uri="{FF2B5EF4-FFF2-40B4-BE49-F238E27FC236}">
                <a16:creationId xmlns:a16="http://schemas.microsoft.com/office/drawing/2014/main" id="{EB9F871C-8E87-480B-9D48-ABEC93E236D0}"/>
              </a:ext>
            </a:extLst>
          </p:cNvPr>
          <p:cNvGraphicFramePr/>
          <p:nvPr/>
        </p:nvGraphicFramePr>
        <p:xfrm>
          <a:off xmlns:a="http://schemas.openxmlformats.org/drawingml/2006/main" x="409575" y="1838325"/>
          <a:ext xmlns:a="http://schemas.openxmlformats.org/drawingml/2006/main" cx="11372850" cy="2286000"/>
        </p:xfrm>
        <a:graphic xmlns:a="http://schemas.openxmlformats.org/drawingml/2006/main">
          <a:graphicData uri="http://schemas.openxmlformats.org/drawingml/2006/table">
            <a:tbl>
              <a:tblPr/>
              <a:tblGrid>
                <a:gridCol w="2638425"/>
                <a:gridCol w="3924300"/>
                <a:gridCol w="4810125"/>
              </a:tblGrid>
              <a:tr h="381000">
                <a:tc>
                  <a:txBody>
                    <a:bodyPr/>
                    <a:lstStyle/>
                    <a:p>
                      <a:r>
                        <a:rPr sz="1425" b="1">
                          <a:solidFill>
                            <a:srgbClr val="FFFFFF"/>
                          </a:solidFill>
                          <a:latin typeface="Arial"/>
                          <a:ea typeface="Arial"/>
                          <a:cs typeface="Arial"/>
                        </a:rPr>
                        <a:t>Mã / cơ sở</a:t>
                      </a:r>
                    </a:p>
                  </a:txBody>
                  <a:tcPr marL="114300" marR="95250" marT="66675" marB="66675" anchor="ctr">
                    <a:solidFill>
                      <a:srgbClr val="20245F"/>
                    </a:solidFill>
                  </a:tcPr>
                </a:tc>
                <a:tc>
                  <a:txBody>
                    <a:bodyPr/>
                    <a:lstStyle/>
                    <a:p>
                      <a:r>
                        <a:rPr sz="1425" b="1">
                          <a:solidFill>
                            <a:srgbClr val="FFFFFF"/>
                          </a:solidFill>
                          <a:latin typeface="Arial"/>
                          <a:ea typeface="Arial"/>
                          <a:cs typeface="Arial"/>
                        </a:rPr>
                        <a:t>Đơn giá dùng trong mô hình</a:t>
                      </a:r>
                    </a:p>
                  </a:txBody>
                  <a:tcPr marL="114300" marR="95250" marT="66675" marB="66675" anchor="ctr">
                    <a:solidFill>
                      <a:srgbClr val="20245F"/>
                    </a:solidFill>
                  </a:tcPr>
                </a:tc>
                <a:tc>
                  <a:txBody>
                    <a:bodyPr/>
                    <a:lstStyle/>
                    <a:p>
                      <a:r>
                        <a:rPr sz="1425" b="1">
                          <a:solidFill>
                            <a:srgbClr val="FFFFFF"/>
                          </a:solidFill>
                          <a:latin typeface="Arial"/>
                          <a:ea typeface="Arial"/>
                          <a:cs typeface="Arial"/>
                        </a:rPr>
                        <a:t>Nguồn</a:t>
                      </a:r>
                    </a:p>
                  </a:txBody>
                  <a:tcPr marL="114300" marR="95250" marT="66675" marB="66675" anchor="ctr">
                    <a:solidFill>
                      <a:srgbClr val="20245F"/>
                    </a:solidFill>
                  </a:tcPr>
                </a:tc>
              </a:tr>
              <a:tr h="685800">
                <a:tc>
                  <a:txBody>
                    <a:bodyPr/>
                    <a:lstStyle/>
                    <a:p>
                      <a:r>
                        <a:rPr sz="1425">
                          <a:solidFill>
                            <a:srgbClr val="222C4C"/>
                          </a:solidFill>
                          <a:latin typeface="Arial"/>
                          <a:ea typeface="Arial"/>
                          <a:cs typeface="Arial"/>
                        </a:rPr>
                        <a:t>R1 · Runpod GPU</a:t>
                      </a:r>
                    </a:p>
                  </a:txBody>
                  <a:tcPr marL="114300" marR="95250" marT="66675" marB="66675" anchor="ctr">
                    <a:solidFill>
                      <a:srgbClr val="FFFFFF"/>
                    </a:solidFill>
                  </a:tcPr>
                </a:tc>
                <a:tc>
                  <a:txBody>
                    <a:bodyPr/>
                    <a:lstStyle/>
                    <a:p>
                      <a:r>
                        <a:rPr sz="1425">
                          <a:solidFill>
                            <a:srgbClr val="222C4C"/>
                          </a:solidFill>
                          <a:latin typeface="Arial"/>
                          <a:ea typeface="Arial"/>
                          <a:cs typeface="Arial"/>
                        </a:rPr>
                        <a:t>A100 PCIe 80GB $1.59/GPU-h</a:t>
                      </a:r>
                    </a:p>
                    <a:p>
                      <a:r>
                        <a:rPr sz="1425">
                          <a:solidFill>
                            <a:srgbClr val="222C4C"/>
                          </a:solidFill>
                          <a:latin typeface="Arial"/>
                          <a:ea typeface="Arial"/>
                          <a:cs typeface="Arial"/>
                        </a:rPr>
                        <a:t>RTX 4090 24GB $0.74/GPU-h</a:t>
                      </a:r>
                    </a:p>
                  </a:txBody>
                  <a:tcPr marL="114300" marR="95250" marT="66675" marB="66675" anchor="ctr">
                    <a:solidFill>
                      <a:srgbClr val="FFFFFF"/>
                    </a:solidFill>
                  </a:tcPr>
                </a:tc>
                <a:tc>
                  <a:txBody>
                    <a:bodyPr/>
                    <a:lstStyle/>
                    <a:p>
                      <a:r>
                        <a:rPr sz="1425">
                          <a:solidFill>
                            <a:srgbClr val="222C4C"/>
                          </a:solidFill>
                          <a:latin typeface="Arial"/>
                          <a:ea typeface="Arial"/>
                          <a:cs typeface="Arial"/>
                        </a:rPr>
                        <a:t>https://www.runpod.io/pricing</a:t>
                      </a:r>
                    </a:p>
                  </a:txBody>
                  <a:tcPr marL="114300" marR="95250" marT="66675" marB="66675" anchor="ctr">
                    <a:solidFill>
                      <a:srgbClr val="FFFFFF"/>
                    </a:solidFill>
                  </a:tcPr>
                </a:tc>
              </a:tr>
              <a:tr h="533400">
                <a:tc>
                  <a:txBody>
                    <a:bodyPr/>
                    <a:lstStyle/>
                    <a:p>
                      <a:r>
                        <a:rPr sz="1425">
                          <a:solidFill>
                            <a:srgbClr val="222C4C"/>
                          </a:solidFill>
                          <a:latin typeface="Arial"/>
                          <a:ea typeface="Arial"/>
                          <a:cs typeface="Arial"/>
                        </a:rPr>
                        <a:t>R2 · Runpod network volume</a:t>
                      </a:r>
                    </a:p>
                  </a:txBody>
                  <a:tcPr marL="114300" marR="95250" marT="66675" marB="66675" anchor="ctr">
                    <a:solidFill>
                      <a:srgbClr val="EEF2FA"/>
                    </a:solidFill>
                  </a:tcPr>
                </a:tc>
                <a:tc>
                  <a:txBody>
                    <a:bodyPr/>
                    <a:lstStyle/>
                    <a:p>
                      <a:r>
                        <a:rPr sz="1425">
                          <a:solidFill>
                            <a:srgbClr val="222C4C"/>
                          </a:solidFill>
                          <a:latin typeface="Arial"/>
                          <a:ea typeface="Arial"/>
                          <a:cs typeface="Arial"/>
                        </a:rPr>
                        <a:t>&lt;1TB: $0.07/GB-tháng</a:t>
                      </a:r>
                    </a:p>
                  </a:txBody>
                  <a:tcPr marL="114300" marR="95250" marT="66675" marB="66675" anchor="ctr">
                    <a:solidFill>
                      <a:srgbClr val="EEF2FA"/>
                    </a:solidFill>
                  </a:tcPr>
                </a:tc>
                <a:tc>
                  <a:txBody>
                    <a:bodyPr/>
                    <a:lstStyle/>
                    <a:p>
                      <a:r>
                        <a:rPr sz="1425">
                          <a:solidFill>
                            <a:srgbClr val="222C4C"/>
                          </a:solidFill>
                          <a:latin typeface="Arial"/>
                          <a:ea typeface="Arial"/>
                          <a:cs typeface="Arial"/>
                        </a:rPr>
                        <a:t>https://docs.runpod.io/pods/pricing</a:t>
                      </a:r>
                    </a:p>
                  </a:txBody>
                  <a:tcPr marL="114300" marR="95250" marT="66675" marB="66675" anchor="ctr">
                    <a:solidFill>
                      <a:srgbClr val="EEF2FA"/>
                    </a:solidFill>
                  </a:tcPr>
                </a:tc>
              </a:tr>
              <a:tr h="685800">
                <a:tc>
                  <a:txBody>
                    <a:bodyPr/>
                    <a:lstStyle/>
                    <a:p>
                      <a:r>
                        <a:rPr sz="1425">
                          <a:solidFill>
                            <a:srgbClr val="222C4C"/>
                          </a:solidFill>
                          <a:latin typeface="Arial"/>
                          <a:ea typeface="Arial"/>
                          <a:cs typeface="Arial"/>
                        </a:rPr>
                        <a:t>A1 · Nhân công và khối lượng</a:t>
                      </a:r>
                    </a:p>
                  </a:txBody>
                  <a:tcPr marL="114300" marR="95250" marT="66675" marB="66675" anchor="ctr">
                    <a:solidFill>
                      <a:srgbClr val="FFFFFF"/>
                    </a:solidFill>
                  </a:tcPr>
                </a:tc>
                <a:tc>
                  <a:txBody>
                    <a:bodyPr/>
                    <a:lstStyle/>
                    <a:p>
                      <a:r>
                        <a:rPr sz="1425">
                          <a:solidFill>
                            <a:srgbClr val="222C4C"/>
                          </a:solidFill>
                          <a:latin typeface="Arial"/>
                          <a:ea typeface="Arial"/>
                          <a:cs typeface="Arial"/>
                        </a:rPr>
                        <a:t>Operator $10/h, kỹ sư $20/h</a:t>
                      </a:r>
                    </a:p>
                    <a:p>
                      <a:r>
                        <a:rPr sz="1425">
                          <a:solidFill>
                            <a:srgbClr val="222C4C"/>
                          </a:solidFill>
                          <a:latin typeface="Arial"/>
                          <a:ea typeface="Arial"/>
                          <a:cs typeface="Arial"/>
                        </a:rPr>
                        <a:t>Số demo, yield, giờ thu/QA/debug</a:t>
                      </a:r>
                    </a:p>
                  </a:txBody>
                  <a:tcPr marL="114300" marR="95250" marT="66675" marB="66675" anchor="ctr">
                    <a:solidFill>
                      <a:srgbClr val="FFFFFF"/>
                    </a:solidFill>
                  </a:tcPr>
                </a:tc>
                <a:tc>
                  <a:txBody>
                    <a:bodyPr/>
                    <a:lstStyle/>
                    <a:p>
                      <a:r>
                        <a:rPr sz="1425">
                          <a:solidFill>
                            <a:srgbClr val="222C4C"/>
                          </a:solidFill>
                          <a:latin typeface="Arial"/>
                          <a:ea typeface="Arial"/>
                          <a:cs typeface="Arial"/>
                        </a:rPr>
                        <a:t>Giả định của mô hình ngân sách</a:t>
                      </a:r>
                    </a:p>
                    <a:p>
                      <a:r>
                        <a:rPr sz="1425">
                          <a:solidFill>
                            <a:srgbClr val="222C4C"/>
                          </a:solidFill>
                          <a:latin typeface="Arial"/>
                          <a:ea typeface="Arial"/>
                          <a:cs typeface="Arial"/>
                        </a:rPr>
                        <a:t>Chưa có báo giá / baseline DENSO</a:t>
                      </a:r>
                    </a:p>
                  </a:txBody>
                  <a:tcPr marL="114300" marR="95250" marT="66675" marB="66675" anchor="ctr">
                    <a:solidFill>
                      <a:srgbClr val="FFFFFF"/>
                    </a:solidFill>
                  </a:tcPr>
                </a:tc>
              </a:tr>
            </a:tbl>
          </a:graphicData>
        </a:graphic>
      </p:graphicFrame>
      <p:sp>
        <p:nvSpPr>
          <p:cNvPr id="10" name="pitch-text-200">
            <a:extLst xmlns:a="http://schemas.openxmlformats.org/drawingml/2006/main">
              <a:ext uri="{FF2B5EF4-FFF2-40B4-BE49-F238E27FC236}">
                <a16:creationId xmlns:a16="http://schemas.microsoft.com/office/drawing/2014/main" id="{1122D989-4099-422C-A2B5-DF5C7AFC29AE}"/>
              </a:ext>
            </a:extLst>
          </p:cNvPr>
          <p:cNvSpPr>
            <a:spLocks xmlns:a="http://schemas.openxmlformats.org/drawingml/2006/main" noGrp="1"/>
          </p:cNvSpPr>
          <p:nvPr/>
        </p:nvSpPr>
        <p:spPr>
          <a:xfrm xmlns:a="http://schemas.openxmlformats.org/drawingml/2006/main">
            <a:off x="409575" y="4286250"/>
            <a:ext cx="113728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500" b="1">
                <a:solidFill>
                  <a:srgbClr val="39458F"/>
                </a:solidFill>
                <a:latin typeface="Arial"/>
                <a:ea typeface="Arial"/>
                <a:cs typeface="Arial"/>
              </a:defRPr>
            </a:defPPr>
          </a:lstStyle>
          <a:p xmlns:a="http://schemas.openxmlformats.org/drawingml/2006/main">
            <a:pPr algn="l">
              <a:buNone/>
              <a:defRPr sz="1500" b="1">
                <a:solidFill>
                  <a:srgbClr val="39458F"/>
                </a:solidFill>
                <a:latin typeface="Arial"/>
                <a:ea typeface="Arial"/>
                <a:cs typeface="Arial"/>
              </a:defRPr>
            </a:pPr>
            <a:r>
              <a:rPr sz="1500" b="1">
                <a:solidFill>
                  <a:srgbClr val="39458F"/>
                </a:solidFill>
                <a:latin typeface="Arial"/>
                <a:ea typeface="Arial"/>
                <a:cs typeface="Arial"/>
              </a:rPr>
              <a:t>ĐỐI CHIẾU NHÂN CÔNG, CHƯA PHẢI BÁO GIÁ ROBOTICS</a:t>
            </a:r>
          </a:p>
        </p:txBody>
      </p:sp>
      <p:sp>
        <p:nvSpPr>
          <p:cNvPr id="11" name="pitch-text-201">
            <a:extLst xmlns:a="http://schemas.openxmlformats.org/drawingml/2006/main">
              <a:ext uri="{FF2B5EF4-FFF2-40B4-BE49-F238E27FC236}">
                <a16:creationId xmlns:a16="http://schemas.microsoft.com/office/drawing/2014/main" id="{9BA6AA38-D333-4F3D-8F3C-842FF6469B59}"/>
              </a:ext>
            </a:extLst>
          </p:cNvPr>
          <p:cNvSpPr>
            <a:spLocks xmlns:a="http://schemas.openxmlformats.org/drawingml/2006/main" noGrp="1"/>
          </p:cNvSpPr>
          <p:nvPr/>
        </p:nvSpPr>
        <p:spPr>
          <a:xfrm xmlns:a="http://schemas.openxmlformats.org/drawingml/2006/main">
            <a:off x="409575" y="4629150"/>
            <a:ext cx="113728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425" b="0">
                <a:solidFill>
                  <a:srgbClr val="222C4C"/>
                </a:solidFill>
                <a:latin typeface="Arial"/>
                <a:ea typeface="Arial"/>
                <a:cs typeface="Arial"/>
              </a:defRPr>
            </a:defPPr>
          </a:lstStyle>
          <a:p xmlns:a="http://schemas.openxmlformats.org/drawingml/2006/main">
            <a:pPr algn="l">
              <a:buNone/>
              <a:defRPr sz="1425" b="0">
                <a:solidFill>
                  <a:srgbClr val="222C4C"/>
                </a:solidFill>
                <a:latin typeface="Arial"/>
                <a:ea typeface="Arial"/>
                <a:cs typeface="Arial"/>
              </a:defRPr>
            </a:pPr>
            <a:r>
              <a:rPr sz="1425" b="0">
                <a:solidFill>
                  <a:srgbClr val="222C4C"/>
                </a:solidFill>
                <a:latin typeface="Arial"/>
                <a:ea typeface="Arial"/>
                <a:cs typeface="Arial"/>
              </a:rPr>
              <a:t>Data Entry: $10–20/h — upwork.com/hire/data-entry-specialists/cost/</a:t>
            </a:r>
          </a:p>
          <a:p xmlns:a="http://schemas.openxmlformats.org/drawingml/2006/main">
            <a:pPr algn="l">
              <a:buNone/>
              <a:defRPr sz="1425" b="0">
                <a:solidFill>
                  <a:srgbClr val="222C4C"/>
                </a:solidFill>
                <a:latin typeface="Arial"/>
                <a:ea typeface="Arial"/>
                <a:cs typeface="Arial"/>
              </a:defRPr>
            </a:pPr>
            <a:r>
              <a:rPr sz="1425" b="0">
                <a:solidFill>
                  <a:srgbClr val="222C4C"/>
                </a:solidFill>
                <a:latin typeface="Arial"/>
                <a:ea typeface="Arial"/>
                <a:cs typeface="Arial"/>
              </a:rPr>
              <a:t>Python Developer: $20–40/h — upwork.com/hire/python-developers/cost/</a:t>
            </a:r>
          </a:p>
        </p:txBody>
      </p:sp>
      <p:sp>
        <p:nvSpPr>
          <p:cNvPr id="12" name="pitch-text-202">
            <a:extLst xmlns:a="http://schemas.openxmlformats.org/drawingml/2006/main">
              <a:ext uri="{FF2B5EF4-FFF2-40B4-BE49-F238E27FC236}">
                <a16:creationId xmlns:a16="http://schemas.microsoft.com/office/drawing/2014/main" id="{DB7585F1-577C-4B85-89E2-7F5EC8D62BFE}"/>
              </a:ext>
            </a:extLst>
          </p:cNvPr>
          <p:cNvSpPr>
            <a:spLocks xmlns:a="http://schemas.openxmlformats.org/drawingml/2006/main" noGrp="1"/>
          </p:cNvSpPr>
          <p:nvPr/>
        </p:nvSpPr>
        <p:spPr>
          <a:xfrm xmlns:a="http://schemas.openxmlformats.org/drawingml/2006/main">
            <a:off x="409575" y="5238750"/>
            <a:ext cx="113728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275" b="0">
                <a:solidFill>
                  <a:srgbClr val="C91C3B"/>
                </a:solidFill>
                <a:latin typeface="Arial"/>
                <a:ea typeface="Arial"/>
                <a:cs typeface="Arial"/>
              </a:defRPr>
            </a:defPPr>
          </a:lstStyle>
          <a:p xmlns:a="http://schemas.openxmlformats.org/drawingml/2006/main">
            <a:pPr algn="l">
              <a:buNone/>
              <a:defRPr sz="1275" b="0">
                <a:solidFill>
                  <a:srgbClr val="C91C3B"/>
                </a:solidFill>
                <a:latin typeface="Arial"/>
                <a:ea typeface="Arial"/>
                <a:cs typeface="Arial"/>
              </a:defRPr>
            </a:pPr>
            <a:r>
              <a:rPr sz="1275" b="0">
                <a:solidFill>
                  <a:srgbClr val="C91C3B"/>
                </a:solidFill>
                <a:latin typeface="Arial"/>
                <a:ea typeface="Arial"/>
                <a:cs typeface="Arial"/>
              </a:rPr>
              <a:t>Benchmark nghề khác, hợp đồng freelance toàn cầu. Cần xác nhận đơn giá teleop/robot learning.</a:t>
            </a:r>
          </a:p>
          <a:p xmlns:a="http://schemas.openxmlformats.org/drawingml/2006/main">
            <a:pPr algn="l">
              <a:buNone/>
              <a:defRPr sz="1275" b="0">
                <a:solidFill>
                  <a:srgbClr val="C91C3B"/>
                </a:solidFill>
                <a:latin typeface="Arial"/>
                <a:ea typeface="Arial"/>
                <a:cs typeface="Arial"/>
              </a:defRPr>
            </a:pPr>
            <a:r>
              <a:rPr sz="1275" b="0">
                <a:solidFill>
                  <a:srgbClr val="C91C3B"/>
                </a:solidFill>
                <a:latin typeface="Arial"/>
                <a:ea typeface="Arial"/>
                <a:cs typeface="Arial"/>
              </a:rPr>
              <a:t>GPU-h là dự toán, chưa benchmark. Không giảm được debug: lợi ích ròng −$31.80/đợt.</a:t>
            </a:r>
          </a:p>
          <a:p xmlns:a="http://schemas.openxmlformats.org/drawingml/2006/main">
            <a:pPr algn="l">
              <a:buNone/>
              <a:defRPr sz="1275" b="0">
                <a:solidFill>
                  <a:srgbClr val="C91C3B"/>
                </a:solidFill>
                <a:latin typeface="Arial"/>
                <a:ea typeface="Arial"/>
                <a:cs typeface="Arial"/>
              </a:defRPr>
            </a:pPr>
            <a:r>
              <a:rPr sz="1275" b="0">
                <a:solidFill>
                  <a:srgbClr val="C91C3B"/>
                </a:solidFill>
                <a:latin typeface="Arial"/>
                <a:ea typeface="Arial"/>
                <a:cs typeface="Arial"/>
              </a:rPr>
              <a:t>Bổ sung hardware, camera, bảo mật, thuế và downtime nếu phát sinh. Giá trị công tiết kiệm chưa tự thành tiền mặt.</a:t>
            </a:r>
          </a:p>
        </p:txBody>
      </p:sp>
    </p:spTree>
    <p:extLst>
      <p:ext uri="{BB962C8B-B14F-4D97-AF65-F5344CB8AC3E}">
        <p14:creationId xmlns:p14="http://schemas.microsoft.com/office/powerpoint/2010/main" val="2541793276"/>
      </p:ext>
    </p:extLst>
  </p:cSld>
</p:sld>
</file>

<file path=ppt/theme/theme1.xml><?xml version="1.0" encoding="utf-8"?>
<a:theme xmlns:a="http://schemas.openxmlformats.org/drawingml/2006/main" name="DENSO_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2026-10-09T08:16:45.3630000Z</dcterms:created>
  <dcterms:modified xsi:type="dcterms:W3CDTF">2026-10-09T08:16:45.3630000Z</dcterms:modified>
</coreProperties>
</file>