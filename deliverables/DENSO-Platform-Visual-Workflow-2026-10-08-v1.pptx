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3347582fa334051" /><Relationship Type="http://schemas.openxmlformats.org/officeDocument/2006/relationships/extended-properties" Target="/docProps/app.xml" Id="R2d02f14ab3e9472d" /><Relationship Type="http://schemas.openxmlformats.org/officeDocument/2006/relationships/officeDocument" Target="/ppt/presentation.xml" Id="Rad1225d5c6f747cf" /></Relationships>
</file>

<file path=ppt/presentation.xml><?xml version="1.0" encoding="utf-8"?>
<p:presentation xmlns:p="http://schemas.openxmlformats.org/presentationml/2006/main">
  <p:sldMasterIdLst>
    <p:sldMasterId xmlns:r="http://schemas.openxmlformats.org/officeDocument/2006/relationships" id="2147483648" r:id="Rf5308c8e970d496c"/>
  </p:sldMasterIdLst>
  <p:notesMasterIdLst>
    <p:notesMasterId xmlns:r="http://schemas.openxmlformats.org/officeDocument/2006/relationships" r:id="R640443e773f6486c"/>
  </p:notesMasterIdLst>
  <p:sldIdLst>
    <p:sldId xmlns:r="http://schemas.openxmlformats.org/officeDocument/2006/relationships" id="256" r:id="Rf9ef700bdd5941d3"/>
    <p:sldId xmlns:r="http://schemas.openxmlformats.org/officeDocument/2006/relationships" id="257" r:id="R52e694f3c11140c2"/>
    <p:sldId xmlns:r="http://schemas.openxmlformats.org/officeDocument/2006/relationships" id="258" r:id="R07d4d49d40364f84"/>
    <p:sldId xmlns:r="http://schemas.openxmlformats.org/officeDocument/2006/relationships" id="259" r:id="Re6acb050c18d4c0a"/>
    <p:sldId xmlns:r="http://schemas.openxmlformats.org/officeDocument/2006/relationships" id="260" r:id="R406a03cfc4804e3b"/>
    <p:sldId xmlns:r="http://schemas.openxmlformats.org/officeDocument/2006/relationships" id="261" r:id="R73b5b742a7f448ee"/>
    <p:sldId xmlns:r="http://schemas.openxmlformats.org/officeDocument/2006/relationships" id="262" r:id="R1b1208a46bfa47a2"/>
    <p:sldId xmlns:r="http://schemas.openxmlformats.org/officeDocument/2006/relationships" id="263" r:id="R3305d4c55407462c"/>
    <p:sldId xmlns:r="http://schemas.openxmlformats.org/officeDocument/2006/relationships" id="264" r:id="R9651b11aeede4019"/>
    <p:sldId xmlns:r="http://schemas.openxmlformats.org/officeDocument/2006/relationships" id="265" r:id="R543e1906b6c74999"/>
    <p:sldId xmlns:r="http://schemas.openxmlformats.org/officeDocument/2006/relationships" id="266" r:id="Rb4b5fec39ea04e77"/>
    <p:sldId xmlns:r="http://schemas.openxmlformats.org/officeDocument/2006/relationships" id="267" r:id="R2dfeb1d24497407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27aace2debf449d" /><Relationship Type="http://schemas.openxmlformats.org/officeDocument/2006/relationships/slideMaster" Target="/ppt/slideMasters/slideMaster1.xml" Id="Rf5308c8e970d496c" /><Relationship Type="http://schemas.openxmlformats.org/officeDocument/2006/relationships/notesMaster" Target="/ppt/notesMasters/notesMaster1.xml" Id="R640443e773f6486c" /><Relationship Type="http://schemas.openxmlformats.org/officeDocument/2006/relationships/presProps" Target="/ppt/presProps.xml" Id="Rb0b4c27be47646d8" /><Relationship Type="http://schemas.openxmlformats.org/officeDocument/2006/relationships/viewProps" Target="/ppt/viewProps.xml" Id="R4be3730931864d22" /><Relationship Type="http://schemas.openxmlformats.org/officeDocument/2006/relationships/tableStyles" Target="/ppt/tableStyles.xml" Id="R63a93eaccfce43cf" /><Relationship Type="http://schemas.openxmlformats.org/officeDocument/2006/relationships/slide" Target="/ppt/slides/slide1.xml" Id="Rf9ef700bdd5941d3" /><Relationship Type="http://schemas.openxmlformats.org/officeDocument/2006/relationships/slide" Target="/ppt/slides/slide2.xml" Id="R52e694f3c11140c2" /><Relationship Type="http://schemas.openxmlformats.org/officeDocument/2006/relationships/slide" Target="/ppt/slides/slide3.xml" Id="R07d4d49d40364f84" /><Relationship Type="http://schemas.openxmlformats.org/officeDocument/2006/relationships/slide" Target="/ppt/slides/slide4.xml" Id="Re6acb050c18d4c0a" /><Relationship Type="http://schemas.openxmlformats.org/officeDocument/2006/relationships/slide" Target="/ppt/slides/slide5.xml" Id="R406a03cfc4804e3b" /><Relationship Type="http://schemas.openxmlformats.org/officeDocument/2006/relationships/slide" Target="/ppt/slides/slide6.xml" Id="R73b5b742a7f448ee" /><Relationship Type="http://schemas.openxmlformats.org/officeDocument/2006/relationships/slide" Target="/ppt/slides/slide7.xml" Id="R1b1208a46bfa47a2" /><Relationship Type="http://schemas.openxmlformats.org/officeDocument/2006/relationships/slide" Target="/ppt/slides/slide8.xml" Id="R3305d4c55407462c" /><Relationship Type="http://schemas.openxmlformats.org/officeDocument/2006/relationships/slide" Target="/ppt/slides/slide9.xml" Id="R9651b11aeede4019" /><Relationship Type="http://schemas.openxmlformats.org/officeDocument/2006/relationships/slide" Target="/ppt/slides/slide10.xml" Id="R543e1906b6c74999" /><Relationship Type="http://schemas.openxmlformats.org/officeDocument/2006/relationships/slide" Target="/ppt/slides/slide11.xml" Id="Rb4b5fec39ea04e77" /><Relationship Type="http://schemas.openxmlformats.org/officeDocument/2006/relationships/slide" Target="/ppt/slides/slide12.xml" Id="R2dfeb1d2449740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d0b71fd0014f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61685909194bd0" /><Relationship Type="http://schemas.openxmlformats.org/officeDocument/2006/relationships/notesMaster" Target="/ppt/notesMasters/notesMaster1.xml" Id="R82be685d955447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8565df99504c89" /><Relationship Type="http://schemas.openxmlformats.org/officeDocument/2006/relationships/notesMaster" Target="/ppt/notesMasters/notesMaster1.xml" Id="Re214e07905c64d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670af10ad04116" /><Relationship Type="http://schemas.openxmlformats.org/officeDocument/2006/relationships/notesMaster" Target="/ppt/notesMasters/notesMaster1.xml" Id="R962003fc836645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06ed23ed684e3c" /><Relationship Type="http://schemas.openxmlformats.org/officeDocument/2006/relationships/notesMaster" Target="/ppt/notesMasters/notesMaster1.xml" Id="R8b9722d96eec48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1c4b8fdf9d4e04" /><Relationship Type="http://schemas.openxmlformats.org/officeDocument/2006/relationships/notesMaster" Target="/ppt/notesMasters/notesMaster1.xml" Id="R153025e7ce784b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a5c39affd1402f" /><Relationship Type="http://schemas.openxmlformats.org/officeDocument/2006/relationships/notesMaster" Target="/ppt/notesMasters/notesMaster1.xml" Id="R2f5ef6a019b842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fd6f0bb38b481c" /><Relationship Type="http://schemas.openxmlformats.org/officeDocument/2006/relationships/notesMaster" Target="/ppt/notesMasters/notesMaster1.xml" Id="R60cad2cf176c4c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6bed5ae7b14333" /><Relationship Type="http://schemas.openxmlformats.org/officeDocument/2006/relationships/notesMaster" Target="/ppt/notesMasters/notesMaster1.xml" Id="Rd234dbbf389240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b3468438bd499e" /><Relationship Type="http://schemas.openxmlformats.org/officeDocument/2006/relationships/notesMaster" Target="/ppt/notesMasters/notesMaster1.xml" Id="Rb58caeed701c48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cab837246c4640" /><Relationship Type="http://schemas.openxmlformats.org/officeDocument/2006/relationships/notesMaster" Target="/ppt/notesMasters/notesMaster1.xml" Id="R2c855e05b45348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84c2e51f8444f2" /><Relationship Type="http://schemas.openxmlformats.org/officeDocument/2006/relationships/notesMaster" Target="/ppt/notesMasters/notesMaster1.xml" Id="R43f0ba88d8ab4a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3fac2954b340bc" /><Relationship Type="http://schemas.openxmlformats.org/officeDocument/2006/relationships/notesMaster" Target="/ppt/notesMasters/notesMaster1.xml" Id="R8512a3717c1f4f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platform và mô hình tài chính có giả định. Chưa có kết quả thực nghiệm hoặc tiết kiệm chi phí DENSO. Workflow là thiết kế đề xuất, những nhánh human-video và synthetic cần tích hợp / kiểm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Sơ đồ platform đề xuất, chưa phải hệ thống đã triển khai. Nguồn hình crop: figure DreamDojo và Psi0 người dùng cung cấp, bản gốc tại https://dreamdojo-world.github.io/ và https://psi-lab.ai/Psi0/. Data Core quản lý đồng bộ, nhãn, QA, quyền sử dụng, provenance và phiên bản; chia train/test theo nguồn gốc trước khi sinh biến thể. Human video và robot teleop có thể huấn luyện policy theo recipe riêng. V2D tạo dữ liệu có grounding và rollout mô phỏng. DreamDojo nhận quan sát và hành động, sinh quan sát tương lai; nhánh nét đứt phục vụ đánh giá/planning sau khi kiểm chứng, không phải native action supervision. Không tuyên bố V2D, DreamDojo và Psi0 có sẵn một integration chung. Demo đầu tiên dùng đường Psi0+SIMPLE trình bày ở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figure: https://dreamdojo-world.github.io/, https://psi-lab.ai/Psi0/, https://nvidia-isaac.github.io/video_to_data/. Human ego và third-person là phân loại góc nhìn; raw là trạng thái chưa xử lý. EgoDex có 3D head/body/hand poses và language annotations (https://github.com/apple-aiml-research/ml-egodex); RGB bất kỳ không mặc nhiên có nhãn action. Teleop phải có RGB, trạng thái, action, timestamp và cấu hình robot đồng bộ. Synthetic mô phỏng có state/action sau thực thi; video world model chỉ có các quan sát dự đoán và action điều kiện. Dùng từng nguồn với nhãn và loss phù hợp, không coi action proxy của người là robot joint action đo được.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hình gốc: https://nvidia-isaac.github.io/video_to_data/figures/v2d_overview.png. Toolkit https://github.com/nvidia-isaac/video_to_data gồm video ingestion, reconstruction và robotic grounding. Các module trích depth, object masks, meshes, 6D poses và human body/hand models. Retarget sang embodiment mục tiêu và RL trong Isaac Lab để có policies / rollouts. Đầu ra tái dựng là ước lượng, cần QA. Dataset NVIDIA https://huggingface.co/datasets/nvidia/video-to-data-robot-dexterity-task-library-and-dataset phiên bản 0.1 công bố 1,215 motion sequences và 121,500 robot episodes. Đây là synthetic robot data của Sharpa từ TACO, không phải số đo dự án DENSO. Format: Parquet, LeRobotv3; modalities: video, motion trajectories, robot actions; CC-BY-4.0. Không suy hệ số sinh 100x thành tỷ lệ tiết kiệm tiền hoặc 100x ví dụ độc lập. Human video rẻ hơn ở khâu ghi nhận là giả thuyết theo setup, cần tính chi phí reconstruction / retarget / sim / QA.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gốc: https://dreamdojo-world.github.io/overview.png. Paper https://arxiv.org/html/2602.06949v1. Pretraining: egocentric human video từ In-lab, EgoDex, DreamDojo-HV; Latent Action Model encoder lấy 2 frame liên tiếp và suy continuous latent action proxy. Các proxy được chunk và đưa qua action MLP vào DiT world model; video prediction học tương tác. Post-training: dùng video / ground-truth action của target robot, reset first layer action MLP và fine-tune với action space mục tiêu. Distillation tạo student sinh autoregressive nhanh hơn. Inference world-model: quan sát ban đầu và chuỗi hành động của embodiment đã thích nghi -&gt; video/observations dự đoán. Đầu ra có thể đóng gói thành (o0, action_condition, predicted_video, generator_version, seed, provenance, QA). Action trong record được cung cấp làm điều kiện; không phải robot action ground truth mới được suy từ human video. DreamDojo không tự xuất joint state / force / contact truth. Nếu training downstream policy từ imagined RGB-action pairs cần kiểm chứng thêm, chưa thuộc recipe demo Psi0+SIMPLE.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gốc https://psi-lab.ai/Psi0/figures/architecture.png (Psi0, arXiv:2603.12263). Stage 1 pretrains Qwen3-VL-2B on human egocentric data, with discrete action-token supervision derived from valid motion annotations; it is not simply supervised robot control from arbitrary RGB. Official repo https://github.com/physical-superintelligence-lab/Psi0 includes EgoDex 48DoF preprocessing and FAST tokenizer recipe. Stage 2 freezes the pretrained VLM and trains a ~500M flow-based MM-DiT Action Expert using robot observations, instruction, state, and future action chunk targets; noise/time are training inputs. Third task adaptation stage may fine-tune end-to-end according to chosen recipe. Deployment uses current camera + instruction + state, predicts continuous action chunks; robot joints/controller execute them, lower body via embodiment-specific tracking. Synthetic sim with matching robot schema and accepted rollout QA may supplement task fine-tuning; this is our proposed data mixture and must be measured. DreamDojo imagined video must not be silently treated as measured joint-action supervision.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Process đề xuất. Lưu video, action command, readback state, outcome, model/dataset/version và chi phí của mỗi lần chạy. Kỹ sư phân biệt lỗi controller, calibration, integration với lỗi coverage/model. Lỗi hệ thống sửa và kiểm lại, không mặc định cần training. Lỗi dữ liệu dẫn đến thu bổ sung hoặc sinh có mục tiêu, QA và release phiên bản gồm replay dữ liệu cũ. Dùng cùng task scorer và final test độc lập để so baseline/candidate, kiểm regression và chi phí. Chỉ promote khi đạt quality và điều kiện chi phí đã chốt; no-gain giữ baseline và tiếp tục phân tích. Vòng flywheel dùng training/validation feedback; không tối ưu lặp trên final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 chạy đầu tiên được đề xuất, chưa được chạy hay benchmark trong phiên làm PPT. Nguồn: https://github.com/physical-superintelligence-lab/Psi0; https://github.com/physical-superintelligence-lab/SIMPLE; https://huggingface.co/datasets/USC-PSI-Lab/psi-data/tree/main/simple. Repo có checkpoint, fine-tuning, sim teleop, motion-planning generation và evaluation. Chọn một target task G1WholebodyBendPickAndPlaceTeleop-v0, public zip trong psi-data/simple. Đây là teleoperation trong simulation; không gọi là real-robot teleop. Synthetic mới: simulator tạo / thực thi tình huống biến thể, ghi RGB,state,action,outcome, chỉ giữ rollout đạt QA; triển khai generator và mixture theo schema mục tiêu cần xác nhận recipe/version. Human prior: kế thừa pretrained Psi0 VLM từ EgoDex + robot data, không tuyên bố đã huấn luyện lại 829h EgoDex. Nếu bổ sung human-video task riêng: head-mounted ego, thấy tay/vật, trọn thao tác gắp-đặt; cần pose annotations + FAST preprocessing nếu dùng stage1. EgoDex basic_pick_place ở train Part2 là nguồn tham khảo (https://github.com/apple-aiml-research/ml-egodex); không coi test EgoDex là train. A/B: cùng pretrained checkpoint và ngân sách, baseline D root teleop, candidate 0.7D teleop + accepted synthetic. Target đề xuất &gt;=80% full-task success trên 50 tình huống holdout độc lập; đây là target, chưa phải result. Đo trên nhiều seed, báo khoảng tin cậy và regression; 50 trials chỉ là acceptance plan chưa đủ chứng minh khác biệt nhỏ. Chi phí phải so ở cùng quality, coverage; nếu target không đạt, không tính demo saving. Demo sim không chứng minh sim-to-real. V2D/DreamDojo là module nghiên cứu bổ sung, không tự có adapter vào workflow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ước lượng cho workflow Ψ0+SIMPLE ngày 08/10/2026. Chưa có kết quả đo hoặc báo giá nhân sự nội bộ. Đơn giá public Runpod https://www.runpod.io/pricing: A100 PCIe 80GB $1.59/GPU-h, RTX4090 24GB $0.74/GPU-h. Storage https://docs.runpod.io/pods/pricing: network volume &lt;1TB $0.07/GB-month. Giá này không chứng minh model chạy được trên GPU hoặc số giờ đủ; phải benchmark VRAM, train, render, inference và xác nhận console khi thuê. Toàn bộ quantities sau là giả định ngân sách. Operator $10/h, kỹ sư $20/h. Đơn vị: một lần cải thiện task đạt cùng quality và coverage. Baseline 200 demo gốc được chấp nhận, candidate140, yield80% =&gt;250/175 attempts. Thu/reset6min/attempt:25h/17.5h*$10=$250/$175. QA3min/attempt:12.5h/8.75h*$20=$250/$175. Capture+QA=$500/$350. Debug20h/10h*$20=$400/$200. Main training120+eval20 A100-h cả hai:140*1.59=$222.60. Sim generation thêm20 RTX4090-h*.74=$14.80. QA synthetic6h*20=$120; integration thêm2h*20=$40. Scratch200/300GB*0.07=$14/$21 giữ1tháng. Baseline total1136.60; candidate968.40; gross savings350; added costs181.80; net168.20/cycle. Public data và pretrained human prior kế thừa; chi phí chuẩn bị lần đầu nằm trong setup, không coi thu human video mới miễn phí. Initial build80engh*$20=$1600 +20A100h*$1.59=$31.80 +200GB-month*.07=$14 =&gt;1645.80. Pilot đối chứng một cặp1136.60+968.40=2105.00. Initial total3750.80. Shared annual OPEX48engh*$20=$960 + archive500GB*12*.07=$420 =&gt;1380. Annual benefit72cycles=$10730.40,144cycles=$22840.80. First year144cycles=22840.80-3750.80=$19090.00. &gt;$20k annual operating benefit requires128cycles; &gt;$20k first year requires150cycles, with this same model. 72/144 are scenarios, not confirmed DENSO demand. Annual144 may represent6teams*24 cycles only if verified actual accepted cycles. Setup pilot cycles excluded from benefit-producing count. Savings are resource value, not automatic cash reduction. Hardware purchase, additional cameras/teleop devices, taxes, downtime, licenses, simulator/robot adaptation and security overhead unquoted: add if incremental. New human capture or world model adaptation not included because excluded from this specific first demo. If no debug reduction, net=-31.80/cycle; if no demo or debug reduction, net=-181.80/cycle. Never extrapolate failed quality or count variants as independent root demos. Sources support unit prices and available code, not assumed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theo điều kiện hoàn thành, không cam kết thời gian. 1 Chốt task, target embodiment, data quyền dùng, scorer và budget. 2 Baseline: public checkpoint reload và chạy đúng task, lưu chất lượng/GPU-h. 3 Dataset release: QA/schema/provenance/train-test split. 4 Synthetic: generator thực thi lại, ghi state/action, kiểm rollout, lưu chi phí/acceptance yield. 5 Fine-tune: matched recipe, seed và compute. 6 Evaluation: test độc lập, full-task/regression, bảng A/B, cost cùng quality. 7 Flywheel: một lỗi có nguyên nhân, dữ liệu sửa có lineage và đo sau sửa. 8 Real robot: embodiment, controller, calibration, nghiệm thu sim-to-real; điều kiện phần cứng cần xác nhận. Vai trò cần có: data/platform engineer, robot-learning engineer, robotics/simulation engineer, task owner/operator. Chưa có tên hay năng lực đội ngũ được xác nhận, không dùng vai trò dự kiến làm thành tích đã có.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hình: https://dreamdojo-world.github.io/overview.png và https://psi-lab.ai/Psi0/figures/sim-data.png. Xu hướng được minh họa bởi các công trình đã công bố: human-video learning, physics-grounded robot data, action-conditioned world models, multiple embodiments and standardized simulation evaluation. Đây là hướng mở rộng, không dự báo đảm bảo thành công hay transfer miễn phí. Tài sản dùng chung của platform: schema, QA, provenance, versioned releases, experiment/evaluation registry và ledger chi phí. Task mới cần task scorer và coverage; robot mới cần embodiment-specific actions, calibration, controller, data adaptation và validation. V2D native Sharpa dataset, Psi0 G1 và DreamDojo checkpoints có embodiment riêng; không tự tương thích. Thực hiện từng extension khi MVP đã có bằng chứng. Team contribution là orchestration/evidence/cost integration, nguồn thuật toán kế thừa phải ghi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b603e41f67474b" /><Relationship Type="http://schemas.openxmlformats.org/officeDocument/2006/relationships/image" Target="/ppt/media/image2.png" Id="Rba1669382da94e8c" /><Relationship Type="http://schemas.openxmlformats.org/officeDocument/2006/relationships/image" Target="/ppt/media/image3.png" Id="Rf74e881ea9a44a1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700ea1d9f1d4735" /><Relationship Type="http://schemas.openxmlformats.org/officeDocument/2006/relationships/image" Target="/ppt/media/image.png" Id="R42b34322e78a4c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95642a232204cc1" /><Relationship Type="http://schemas.openxmlformats.org/officeDocument/2006/relationships/image" Target="/ppt/media/image4.png" Id="R52b08c655c594d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9f504a88804556" /><Relationship Type="http://schemas.openxmlformats.org/officeDocument/2006/relationships/image" Target="/ppt/media/image5.png" Id="Rf834398b0a0f49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65e79789b48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d817b3921b412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11ee3fe3d554c8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c385c722b3147c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9b3fdb45e04ea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9ffe435d4e54e0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95bccb83bc645a8" /><Relationship Type="http://schemas.openxmlformats.org/officeDocument/2006/relationships/image" Target="/ppt/media/image4.png" Id="R87a40d362fb74fa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216e4b7222549e2" /><Relationship Type="http://schemas.openxmlformats.org/officeDocument/2006/relationships/image" Target="/ppt/media/image5.png" Id="R2efb3581d062455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6306f7acaf74ff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b714577d6754acb" /><Relationship Type="http://schemas.openxmlformats.org/officeDocument/2006/relationships/image" Target="/ppt/media/image.jpeg" Id="R1234903a9e094b36"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2da2ddfba324b87" /><Relationship Type="http://schemas.openxmlformats.org/officeDocument/2006/relationships/image" Target="/ppt/media/image6.png" Id="R3980ca3413b6469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f95fdf0b33284d4a"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2e9d50667efe430e" /><Relationship Type="http://schemas.openxmlformats.org/officeDocument/2006/relationships/image" Target="/ppt/media/image.png" Id="R9592749e69f04113"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16cd4dfd0e15414b" /><Relationship Type="http://schemas.openxmlformats.org/officeDocument/2006/relationships/image" Target="/ppt/media/image2.jpeg" Id="R4758d0c4edc34a2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835cacbf987a4e9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cd74f05611ee4373"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2bccdec977a74a5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e5f8060898e84dbc" /><Relationship Type="http://schemas.openxmlformats.org/officeDocument/2006/relationships/image" Target="/ppt/media/image7.png" Id="R5a820bce1c4d493a"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bcf955e7af7c4ab2" /></Relationships>
</file>

<file path=ppt/slideLayouts/slideLayout1.xml><?xml version="1.0" encoding="utf-8"?>
<p:sldLayout xmlns:p="http://schemas.openxmlformats.org/presentationml/2006/main" preserve="1">
  <p:cSld name="Title Slide">
    <p:bg>
      <p:bgPr>
        <a:blipFill xmlns:a="http://schemas.openxmlformats.org/drawingml/2006/main" rotWithShape="1">
          <a:blip xmlns:r="http://schemas.openxmlformats.org/officeDocument/2006/relationships" r:embed="Rba1669382da94e8c">
            <a:lum/>
          </a:blip>
          <a:srcRect l="0" t="0" r="0" b="0"/>
          <a:stretch>
            <a:fillRect l="0" t="0" r="0" b="0"/>
          </a:stretch>
        </a:blipFill>
      </p:bgPr>
    </p:bg>
    <p:spTree>
      <p:nvGrpSpPr>
        <p:cNvPr id="1" name=""/>
        <p:cNvGrpSpPr/>
        <p:nvPr/>
      </p:nvGrpSpPr>
      <p:grpSpPr>
        <a:xfrm xmlns:a="http://schemas.openxmlformats.org/drawingml/2006/main"/>
      </p:grpSpPr>
      <p:sp>
        <p:nvSpPr>
          <p:cNvPr id="3" name="Subtitle 2">
            <a:extLst xmlns:a="http://schemas.openxmlformats.org/drawingml/2006/main">
              <a:ext uri="{FF2B5EF4-FFF2-40B4-BE49-F238E27FC236}">
                <a16:creationId xmlns:a16="http://schemas.microsoft.com/office/drawing/2014/main" id="{DD476EAB-5135-4168-A526-1281A15F2E54}"/>
              </a:ext>
            </a:extLst>
          </p:cNvPr>
          <p:cNvSpPr>
            <a:spLocks xmlns:a="http://schemas.openxmlformats.org/drawingml/2006/main" noGrp="1"/>
          </p:cNvSpPr>
          <p:nvPr>
            <p:ph type="subTitle" idx="1"/>
          </p:nvPr>
        </p:nvSpPr>
        <p:spPr>
          <a:xfrm xmlns:a="http://schemas.openxmlformats.org/drawingml/2006/main">
            <a:off x="1685925" y="4306888"/>
            <a:ext cx="9144000" cy="788987"/>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CD26953-F69F-42C2-A54B-F5973306724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6B744D73-302D-4A28-90DE-C5E45A7C1A5A}"/>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057E0E6-AABA-4ACA-8BEA-B428EC9A8A3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pic>
        <p:nvPicPr>
          <p:cNvPr id="12" name="Picture 1">
            <a:extLst xmlns:a="http://schemas.openxmlformats.org/drawingml/2006/main">
              <a:ext uri="{FF2B5EF4-FFF2-40B4-BE49-F238E27FC236}">
                <a16:creationId xmlns:a16="http://schemas.microsoft.com/office/drawing/2014/main" id="{3F8B00A7-3306-4CD8-9CB8-FFF4226A2D6B}"/>
              </a:ext>
            </a:extLst>
          </p:cNvPr>
          <p:cNvPicPr>
            <a:picLocks xmlns:a="http://schemas.openxmlformats.org/drawingml/2006/main" noChangeAspect="1"/>
          </p:cNvPicPr>
          <p:nvPr/>
        </p:nvPicPr>
        <p:blipFill>
          <a:blip xmlns:r="http://schemas.openxmlformats.org/officeDocument/2006/relationships" xmlns:a="http://schemas.openxmlformats.org/drawingml/2006/main" r:embed="Rf74e881ea9a44a1e">
            <a:duotone>
              <a:schemeClr val="bg2">
                <a:shade val="45000"/>
                <a:satMod val="135000"/>
              </a:schemeClr>
              <a:prstClr val="white"/>
            </a:duotone>
          </a:blip>
          <a:stretch xmlns:a="http://schemas.openxmlformats.org/drawingml/2006/main">
            <a:fillRect l="0" t="0" r="0" b="0"/>
          </a:stretch>
        </p:blipFill>
        <p:spPr>
          <a:xfrm xmlns:a="http://schemas.openxmlformats.org/drawingml/2006/main">
            <a:off x="5815113" y="1164887"/>
            <a:ext cx="5770529" cy="2308212"/>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bg>
      <p:bgPr>
        <a:blipFill xmlns:a="http://schemas.openxmlformats.org/drawingml/2006/main" rotWithShape="1">
          <a:blip xmlns:r="http://schemas.openxmlformats.org/officeDocument/2006/relationships" r:embed="R42b34322e78a4c06">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0885E91C-B279-4771-A6D6-01AFC370A44D}"/>
              </a:ext>
            </a:extLst>
          </p:cNvPr>
          <p:cNvSpPr>
            <a:spLocks xmlns:a="http://schemas.openxmlformats.org/drawingml/2006/main" noGrp="1"/>
          </p:cNvSpPr>
          <p:nvPr>
            <p:ph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1B1BF17-92F7-4792-899A-1F2D73C4454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97F976D0-EE37-4B31-87EA-7820D621EFC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9F7B01B-9930-4C02-B383-AC141BAF99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7" name="Straight Connector 6">
            <a:extLst xmlns:a="http://schemas.openxmlformats.org/drawingml/2006/main">
              <a:ext uri="{FF2B5EF4-FFF2-40B4-BE49-F238E27FC236}">
                <a16:creationId xmlns:a16="http://schemas.microsoft.com/office/drawing/2014/main" id="{6F02C4A0-0C71-49A5-8AAA-D9E10FC4DBEE}"/>
              </a:ext>
            </a:extLst>
          </p:cNvPr>
          <p:cNvSpPr>
            <a:spLocks xmlns:a="http://schemas.openxmlformats.org/drawingml/2006/main" noGrp="1"/>
          </p:cNvSpPr>
          <p:nvPr/>
        </p:nvSpPr>
        <p:spPr>
          <a:xfrm xmlns:a="http://schemas.openxmlformats.org/drawingml/2006/main">
            <a:off x="4168877" y="1110586"/>
            <a:ext cx="3903407" cy="0"/>
          </a:xfrm>
          <a:prstGeom xmlns:a="http://schemas.openxmlformats.org/drawingml/2006/main" prst="line">
            <a:avLst/>
          </a:prstGeom>
          <a:ln xmlns:a="http://schemas.openxmlformats.org/drawingml/2006/main" w="19050">
            <a:solidFill>
              <a:schemeClr val="bg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type="secHead" preserve="1">
  <p:cSld name="Section Header">
    <p:bg>
      <p:bgPr>
        <a:blipFill xmlns:a="http://schemas.openxmlformats.org/drawingml/2006/main" rotWithShape="1">
          <a:blip xmlns:r="http://schemas.openxmlformats.org/officeDocument/2006/relationships" r:embed="R52b08c655c594d3c">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B0906D-35BC-4927-92F8-905C043059E6}"/>
              </a:ext>
            </a:extLst>
          </p:cNvPr>
          <p:cNvSpPr>
            <a:spLocks xmlns:a="http://schemas.openxmlformats.org/drawingml/2006/main" noGrp="1"/>
          </p:cNvSpPr>
          <p:nvPr>
            <p:ph type="title" idx="0"/>
          </p:nvPr>
        </p:nvSpPr>
        <p:spPr>
          <a:xfrm xmlns:a="http://schemas.openxmlformats.org/drawingml/2006/main">
            <a:off x="831850" y="1709738"/>
            <a:ext cx="10515600" cy="2852737"/>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C8699B3-7648-4820-9323-C443BD59035B}"/>
              </a:ext>
            </a:extLst>
          </p:cNvPr>
          <p:cNvSpPr>
            <a:spLocks xmlns:a="http://schemas.openxmlformats.org/drawingml/2006/main" noGrp="1"/>
          </p:cNvSpPr>
          <p:nvPr>
            <p:ph type="body" idx="1"/>
          </p:nvPr>
        </p:nvSpPr>
        <p:spPr>
          <a:xfrm xmlns:a="http://schemas.openxmlformats.org/drawingml/2006/main">
            <a:off x="831850" y="4589463"/>
            <a:ext cx="10515600" cy="1500187"/>
          </a:xfrm>
          <a:prstGeom xmlns:a="http://schemas.openxmlformats.org/drawingml/2006/main" prst="rect">
            <a:avLst/>
          </a:prstGeo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Edit Master text styles</a:t>
            </a:r>
          </a:p>
        </p:txBody>
      </p:sp>
      <p:sp>
        <p:nvSpPr>
          <p:cNvPr id="4" name="Date Placeholder 3">
            <a:extLst xmlns:a="http://schemas.openxmlformats.org/drawingml/2006/main">
              <a:ext uri="{FF2B5EF4-FFF2-40B4-BE49-F238E27FC236}">
                <a16:creationId xmlns:a16="http://schemas.microsoft.com/office/drawing/2014/main" id="{82630805-DDF8-4EF7-A3AB-8C678FE2761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30D1CF93-1484-4C82-8055-C750BCE2DB2F}"/>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96BD413-0DD9-48B2-9BF9-7F0162A354EB}"/>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4.xml><?xml version="1.0" encoding="utf-8"?>
<p:sldLayout xmlns:p="http://schemas.openxmlformats.org/presentationml/2006/main" type="twoObj" preserve="1">
  <p:cSld name="Two Content">
    <p:bg>
      <p:bgPr>
        <a:blipFill xmlns:a="http://schemas.openxmlformats.org/drawingml/2006/main" rotWithShape="1">
          <a:blip xmlns:r="http://schemas.openxmlformats.org/officeDocument/2006/relationships" r:embed="Rf834398b0a0f4924">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F9477B-8FA0-4E2E-A411-CEC74214AA9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565F1BA-8F75-4BED-97D1-C251B77DEC27}"/>
              </a:ext>
            </a:extLst>
          </p:cNvPr>
          <p:cNvSpPr>
            <a:spLocks xmlns:a="http://schemas.openxmlformats.org/drawingml/2006/main" noGrp="1"/>
          </p:cNvSpPr>
          <p:nvPr>
            <p:ph idx="1"/>
          </p:nvPr>
        </p:nvSpPr>
        <p:spPr>
          <a:xfrm xmlns:a="http://schemas.openxmlformats.org/drawingml/2006/main">
            <a:off x="838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B5CA33D-41D7-40DC-A274-8FC51B8212FC}"/>
              </a:ext>
            </a:extLst>
          </p:cNvPr>
          <p:cNvSpPr>
            <a:spLocks xmlns:a="http://schemas.openxmlformats.org/drawingml/2006/main" noGrp="1"/>
          </p:cNvSpPr>
          <p:nvPr>
            <p:ph idx="2"/>
          </p:nvPr>
        </p:nvSpPr>
        <p:spPr>
          <a:xfrm xmlns:a="http://schemas.openxmlformats.org/drawingml/2006/main">
            <a:off x="6172200" y="1825625"/>
            <a:ext cx="5181600" cy="4351338"/>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AD8451D-EDDF-4006-9B3A-830C2DE1A60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D79FCCC-B709-4F98-9C0A-BFADD1048C2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E9937E2-6B2D-496B-AD46-366C8AB48D3C}"/>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5.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223868D-1D5E-4FB3-B9FE-4C5AEA810C24}"/>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BA2360F-8409-4B7C-A1BA-23F94EC04AE9}"/>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4" name="Footer Placeholder 3">
            <a:extLst xmlns:a="http://schemas.openxmlformats.org/drawingml/2006/main">
              <a:ext uri="{FF2B5EF4-FFF2-40B4-BE49-F238E27FC236}">
                <a16:creationId xmlns:a16="http://schemas.microsoft.com/office/drawing/2014/main" id="{8F2CC6F3-6DFE-4EE5-9764-0A5BDB6A113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0BF3DB0-DA2D-4F21-9AEA-32AB9CEEAB9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6.xml><?xml version="1.0" encoding="utf-8"?>
<p:sldLayout xmlns:p="http://schemas.openxmlformats.org/presentationml/2006/main"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735B704-75BC-42AD-B346-4C42C2A14A9B}"/>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CC3AE045-0DF1-4911-98B6-B7D2A377959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913BC8A-5FD7-4283-A9EC-B9084264E187}"/>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7.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A87D74A-B972-4C78-B025-F598CD59A409}"/>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0064ED1-440E-41DD-80C2-5A260F32D936}"/>
              </a:ext>
            </a:extLst>
          </p:cNvPr>
          <p:cNvSpPr>
            <a:spLocks xmlns:a="http://schemas.openxmlformats.org/drawingml/2006/main" noGrp="1"/>
          </p:cNvSpPr>
          <p:nvPr>
            <p:ph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DFCF4AA-6B43-4D37-869F-726FE35BC881}"/>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73BB77D6-496C-4B12-8E6A-7F9AD8C4A680}"/>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0F75702-FB53-48E4-A4F7-4FE3F5EFB045}"/>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35C7EA-54A0-485D-9B98-80FBABA0055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8.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E029DB-84DD-4499-8643-849CF0ABD2B3}"/>
              </a:ext>
            </a:extLst>
          </p:cNvPr>
          <p:cNvSpPr>
            <a:spLocks xmlns:a="http://schemas.openxmlformats.org/drawingml/2006/main" noGrp="1"/>
          </p:cNvSpPr>
          <p:nvPr>
            <p:ph type="title" idx="0"/>
          </p:nvPr>
        </p:nvSpPr>
        <p:spPr>
          <a:xfrm xmlns:a="http://schemas.openxmlformats.org/drawingml/2006/main">
            <a:off x="839788" y="457200"/>
            <a:ext cx="3932237" cy="1600200"/>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07BECDC3-4C71-4F83-B92A-EE0E8443A808}"/>
              </a:ext>
            </a:extLst>
          </p:cNvPr>
          <p:cNvSpPr>
            <a:spLocks xmlns:a="http://schemas.openxmlformats.org/drawingml/2006/main" noGrp="1"/>
          </p:cNvSpPr>
          <p:nvPr>
            <p:ph type="pic" idx="1"/>
          </p:nvPr>
        </p:nvSpPr>
        <p:spPr>
          <a:xfrm xmlns:a="http://schemas.openxmlformats.org/drawingml/2006/main">
            <a:off x="5183188" y="987425"/>
            <a:ext cx="6172200" cy="4873625"/>
          </a:xfrm>
          <a:prstGeom xmlns:a="http://schemas.openxmlformats.org/drawingml/2006/main" prst="rect">
            <a:avLst/>
          </a:prstGeo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EE44B493-DE98-432C-A8D0-B319DCF088D6}"/>
              </a:ext>
            </a:extLst>
          </p:cNvPr>
          <p:cNvSpPr>
            <a:spLocks xmlns:a="http://schemas.openxmlformats.org/drawingml/2006/main" noGrp="1"/>
          </p:cNvSpPr>
          <p:nvPr>
            <p:ph type="body" idx="2"/>
          </p:nvPr>
        </p:nvSpPr>
        <p:spPr>
          <a:xfrm xmlns:a="http://schemas.openxmlformats.org/drawingml/2006/main">
            <a:off x="839788" y="2057400"/>
            <a:ext cx="3932237" cy="3811588"/>
          </a:xfrm>
          <a:prstGeom xmlns:a="http://schemas.openxmlformats.org/drawingml/2006/main" prst="rect">
            <a:avLst/>
          </a:prstGeo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Edit Master text styles</a:t>
            </a:r>
          </a:p>
        </p:txBody>
      </p:sp>
      <p:sp>
        <p:nvSpPr>
          <p:cNvPr id="5" name="Date Placeholder 4">
            <a:extLst xmlns:a="http://schemas.openxmlformats.org/drawingml/2006/main">
              <a:ext uri="{FF2B5EF4-FFF2-40B4-BE49-F238E27FC236}">
                <a16:creationId xmlns:a16="http://schemas.microsoft.com/office/drawing/2014/main" id="{04A26AD4-6475-4AAF-A74D-BDE08160083D}"/>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865FF541-011C-415E-988A-7E0FCAD5D780}"/>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5AE6748-3AE2-4F8D-9126-E7640F1FEDDA}"/>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9.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DD1A92D-AC44-49A7-9BF6-6AD60256CE32}"/>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FD0966E-7D30-406A-8EAB-1F2F2A0966B6}"/>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F52D9B5-3042-405B-87AA-60D30995EACC}"/>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834EED6B-86B8-4FB0-8663-DB3BC67054F2}"/>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0CC2184-4DBC-454D-9C7B-828A9D44E2A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0.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D053A5-0BBB-43F5-B10F-91FEA6C7ACEF}"/>
              </a:ext>
            </a:extLst>
          </p:cNvPr>
          <p:cNvSpPr>
            <a:spLocks xmlns:a="http://schemas.openxmlformats.org/drawingml/2006/main" noGrp="1"/>
          </p:cNvSpPr>
          <p:nvPr>
            <p:ph type="title" idx="0"/>
          </p:nvPr>
        </p:nvSpPr>
        <p:spPr>
          <a:xfrm xmlns:a="http://schemas.openxmlformats.org/drawingml/2006/main">
            <a:off x="8724900" y="365125"/>
            <a:ext cx="26289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D0E8C3B-B826-4987-8FD1-E44A4150069D}"/>
              </a:ext>
            </a:extLst>
          </p:cNvPr>
          <p:cNvSpPr>
            <a:spLocks xmlns:a="http://schemas.openxmlformats.org/drawingml/2006/main" noGrp="1"/>
          </p:cNvSpPr>
          <p:nvPr>
            <p:ph type="body" idx="1"/>
          </p:nvPr>
        </p:nvSpPr>
        <p:spPr>
          <a:xfrm xmlns:a="http://schemas.openxmlformats.org/drawingml/2006/main">
            <a:off x="838200" y="365125"/>
            <a:ext cx="7734300" cy="5811838"/>
          </a:xfrm>
          <a:prstGeom xmlns:a="http://schemas.openxmlformats.org/drawingml/2006/main" prst="rect">
            <a:avLst/>
          </a:prstGeom>
        </p:spPr>
        <p:txBody>
          <a:bodyPr xmlns:a="http://schemas.openxmlformats.org/drawingml/2006/main" vert="eaVert"/>
          <a:lstStyle xmlns:a="http://schemas.openxmlformats.org/drawingml/2006/main"/>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6DA0FD5-0058-4319-864D-46A863D791E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5" name="Footer Placeholder 4">
            <a:extLst xmlns:a="http://schemas.openxmlformats.org/drawingml/2006/main">
              <a:ext uri="{FF2B5EF4-FFF2-40B4-BE49-F238E27FC236}">
                <a16:creationId xmlns:a16="http://schemas.microsoft.com/office/drawing/2014/main" id="{04B44F6C-6464-41A7-AF8E-F94E0E93AB9C}"/>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66304FC-4637-47E2-86A8-2B63B60D13D0}"/>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11.xml><?xml version="1.0" encoding="utf-8"?>
<p:sldLayout xmlns:p="http://schemas.openxmlformats.org/presentationml/2006/main" preserve="1">
  <p:cSld name="2_Content with Caption">
    <p:bg>
      <p:bgPr>
        <a:blipFill xmlns:a="http://schemas.openxmlformats.org/drawingml/2006/main" rotWithShape="1">
          <a:blip xmlns:r="http://schemas.openxmlformats.org/officeDocument/2006/relationships" r:embed="R87a40d362fb74fa3">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46F9509-30BC-4B1E-AB26-4D6575FF7C13}"/>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3321C82D-046B-4F75-A935-16BA527BB455}"/>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C4331828-D716-48E2-B6F2-6910EEF7EB63}"/>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95B2B34-A3F0-4BD7-99E1-421064E7BB19}"/>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A82D4EB4-8C3F-4B6D-8BF9-EA7BA03E7E04}"/>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34F31488-1555-49F3-82E1-EA4271F890A4}"/>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p:cSld name="3_Content with Caption">
    <p:bg>
      <p:bgPr>
        <a:blipFill xmlns:a="http://schemas.openxmlformats.org/drawingml/2006/main" rotWithShape="1">
          <a:blip xmlns:r="http://schemas.openxmlformats.org/officeDocument/2006/relationships" r:embed="R2efb3581d0624559">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FA34909E-DA60-4937-9B3C-7EA971D96B0B}"/>
              </a:ext>
            </a:extLst>
          </p:cNvPr>
          <p:cNvSpPr>
            <a:spLocks xmlns:a="http://schemas.openxmlformats.org/drawingml/2006/main" noGrp="1"/>
          </p:cNvSpPr>
          <p:nvPr>
            <p:ph idx="1"/>
          </p:nvPr>
        </p:nvSpPr>
        <p:spPr>
          <a:xfrm xmlns:a="http://schemas.openxmlformats.org/drawingml/2006/main">
            <a:off x="4779390" y="987424"/>
            <a:ext cx="6896510" cy="48736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E7A90903-4F05-4E4E-B136-237F76306186}"/>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6" name="Footer Placeholder 5">
            <a:extLst xmlns:a="http://schemas.openxmlformats.org/drawingml/2006/main">
              <a:ext uri="{FF2B5EF4-FFF2-40B4-BE49-F238E27FC236}">
                <a16:creationId xmlns:a16="http://schemas.microsoft.com/office/drawing/2014/main" id="{A7AE810D-9F46-4331-96BF-4958EC4E103E}"/>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5B6C0DB-065F-4CDD-943C-D9FF8788BC18}"/>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
        <p:nvSpPr>
          <p:cNvPr id="16" name="Picture Placeholder 15">
            <a:extLst xmlns:a="http://schemas.openxmlformats.org/drawingml/2006/main">
              <a:ext uri="{FF2B5EF4-FFF2-40B4-BE49-F238E27FC236}">
                <a16:creationId xmlns:a16="http://schemas.microsoft.com/office/drawing/2014/main" id="{009DE2FE-42C5-4634-9725-3F525B22B8B5}"/>
              </a:ext>
            </a:extLst>
          </p:cNvPr>
          <p:cNvSpPr>
            <a:spLocks xmlns:a="http://schemas.openxmlformats.org/drawingml/2006/main" noGrp="1"/>
          </p:cNvSpPr>
          <p:nvPr>
            <p:ph type="pic" idx="13"/>
          </p:nvPr>
        </p:nvSpPr>
        <p:spPr>
          <a:xfrm xmlns:a="http://schemas.openxmlformats.org/drawingml/2006/main">
            <a:off x="0" y="987424"/>
            <a:ext cx="5183188" cy="4873625"/>
          </a:xfrm>
          <a:custGeom xmlns:a="http://schemas.openxmlformats.org/drawingml/2006/main">
            <a:gdLst>
              <a:gd name="connsiteX0" fmla="*/ 976445 w 5183188"/>
              <a:gd name="connsiteY0" fmla="*/ 0 h 4873625"/>
              <a:gd name="connsiteX1" fmla="*/ 2746376 w 5183188"/>
              <a:gd name="connsiteY1" fmla="*/ 0 h 4873625"/>
              <a:gd name="connsiteX2" fmla="*/ 5170608 w 5183188"/>
              <a:gd name="connsiteY2" fmla="*/ 2187663 h 4873625"/>
              <a:gd name="connsiteX3" fmla="*/ 5183188 w 5183188"/>
              <a:gd name="connsiteY3" fmla="*/ 2436794 h 4873625"/>
              <a:gd name="connsiteX4" fmla="*/ 5183188 w 5183188"/>
              <a:gd name="connsiteY4" fmla="*/ 2436813 h 4873625"/>
              <a:gd name="connsiteX5" fmla="*/ 2995525 w 5183188"/>
              <a:gd name="connsiteY5" fmla="*/ 4861045 h 4873625"/>
              <a:gd name="connsiteX6" fmla="*/ 2746395 w 5183188"/>
              <a:gd name="connsiteY6" fmla="*/ 4873625 h 4873625"/>
              <a:gd name="connsiteX7" fmla="*/ 976445 w 5183188"/>
              <a:gd name="connsiteY7" fmla="*/ 4873625 h 4873625"/>
              <a:gd name="connsiteX8" fmla="*/ 27927 w 5183188"/>
              <a:gd name="connsiteY8" fmla="*/ 4682128 h 4873625"/>
              <a:gd name="connsiteX9" fmla="*/ 0 w 5183188"/>
              <a:gd name="connsiteY9" fmla="*/ 4668675 h 4873625"/>
              <a:gd name="connsiteX10" fmla="*/ 0 w 5183188"/>
              <a:gd name="connsiteY10" fmla="*/ 204950 h 4873625"/>
              <a:gd name="connsiteX11" fmla="*/ 27927 w 5183188"/>
              <a:gd name="connsiteY11" fmla="*/ 191497 h 4873625"/>
              <a:gd name="connsiteX12" fmla="*/ 976445 w 5183188"/>
              <a:gd name="connsiteY12" fmla="*/ 0 h 4873625"/>
            </a:gdLst>
            <a:rect l="l" t="t" r="r" b="b"/>
            <a:pathLst>
              <a:path w="5183188" h="4873625">
                <a:moveTo>
                  <a:pt x="976445" y="0"/>
                </a:moveTo>
                <a:lnTo>
                  <a:pt x="2746376" y="0"/>
                </a:lnTo>
                <a:cubicBezTo>
                  <a:pt x="4008078" y="0"/>
                  <a:pt x="5045819" y="958885"/>
                  <a:pt x="5170608" y="2187663"/>
                </a:cubicBezTo>
                <a:lnTo>
                  <a:pt x="5183188" y="2436794"/>
                </a:lnTo>
                <a:lnTo>
                  <a:pt x="5183188" y="2436813"/>
                </a:lnTo>
                <a:cubicBezTo>
                  <a:pt x="5183188" y="3698515"/>
                  <a:pt x="4224303" y="4736256"/>
                  <a:pt x="2995525" y="4861045"/>
                </a:cubicBezTo>
                <a:lnTo>
                  <a:pt x="2746395" y="4873625"/>
                </a:lnTo>
                <a:lnTo>
                  <a:pt x="976445" y="4873625"/>
                </a:lnTo>
                <a:cubicBezTo>
                  <a:pt x="639991" y="4873625"/>
                  <a:pt x="319464" y="4805438"/>
                  <a:pt x="27927" y="4682128"/>
                </a:cubicBezTo>
                <a:lnTo>
                  <a:pt x="0" y="4668675"/>
                </a:lnTo>
                <a:lnTo>
                  <a:pt x="0" y="204950"/>
                </a:lnTo>
                <a:lnTo>
                  <a:pt x="27927" y="191497"/>
                </a:lnTo>
                <a:cubicBezTo>
                  <a:pt x="319464" y="68188"/>
                  <a:pt x="639991" y="0"/>
                  <a:pt x="976445" y="0"/>
                </a:cubicBezTo>
                <a:close/>
              </a:path>
            </a:pathLst>
          </a:custGeom>
        </p:spPr>
        <p:txBody>
          <a:bodyPr xmlns:a="http://schemas.openxmlformats.org/drawingml/2006/main" wrap="square">
            <a:noAutofit/>
          </a:bodyPr>
          <a:lstStyle xmlns:a="http://schemas.openxmlformats.org/drawingml/2006/main"/>
          <a:p xmlns:a="http://schemas.openxmlformats.org/drawingml/2006/main">
            <a:r>
              <a:t>Click icon to add picture</a:t>
            </a:r>
          </a:p>
        </p:txBody>
      </p:sp>
      <p:sp>
        <p:nvSpPr>
          <p:cNvPr id="9" name="Title 1">
            <a:extLst xmlns:a="http://schemas.openxmlformats.org/drawingml/2006/main">
              <a:ext uri="{FF2B5EF4-FFF2-40B4-BE49-F238E27FC236}">
                <a16:creationId xmlns:a16="http://schemas.microsoft.com/office/drawing/2014/main" id="{10C268A3-DF84-4F52-8726-DE9F389CEA06}"/>
              </a:ext>
            </a:extLst>
          </p:cNvPr>
          <p:cNvSpPr>
            <a:spLocks xmlns:a="http://schemas.openxmlformats.org/drawingml/2006/main" noGrp="1"/>
          </p:cNvSpPr>
          <p:nvPr>
            <p:ph type="title" idx="0"/>
          </p:nvPr>
        </p:nvSpPr>
        <p:spPr>
          <a:xfrm xmlns:a="http://schemas.openxmlformats.org/drawingml/2006/main">
            <a:off x="838200" y="22009"/>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3.xml><?xml version="1.0" encoding="utf-8"?>
<p:sldLayout xmlns:p="http://schemas.openxmlformats.org/presentationml/2006/main" matchingName="Title.Content Slide">
  <p:cSld name="Title.Content Slide">
    <p:spTree>
      <p:nvGrpSpPr>
        <p:cNvPr id="1" name=""/>
        <p:cNvGrpSpPr/>
        <p:nvPr/>
      </p:nvGrpSpPr>
      <p:grpSpPr>
        <a:xfrm xmlns:a="http://schemas.openxmlformats.org/drawingml/2006/main"/>
      </p:grpSpPr>
      <p:sp>
        <p:nvSpPr>
          <p:cNvPr id="85" name="Google Shape;85;g2893b70371c_0_647">
            <a:extLst xmlns:a="http://schemas.openxmlformats.org/drawingml/2006/main">
              <a:ext uri="{FF2B5EF4-FFF2-40B4-BE49-F238E27FC236}">
                <a16:creationId xmlns:a16="http://schemas.microsoft.com/office/drawing/2014/main" id="{6402517A-AE40-46CB-83E3-257A504B9F9A}"/>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86" name="Google Shape;86;g2893b70371c_0_647">
            <a:extLst xmlns:a="http://schemas.openxmlformats.org/drawingml/2006/main">
              <a:ext uri="{FF2B5EF4-FFF2-40B4-BE49-F238E27FC236}">
                <a16:creationId xmlns:a16="http://schemas.microsoft.com/office/drawing/2014/main" id="{1EC34D21-2348-4A83-9CBD-617A7D6F5AE3}"/>
              </a:ext>
            </a:extLst>
          </p:cNvPr>
          <p:cNvSpPr>
            <a:spLocks xmlns:a="http://schemas.openxmlformats.org/drawingml/2006/main" noGrp="1"/>
          </p:cNvSpPr>
          <p:nvPr>
            <p:ph type="body" idx="1"/>
          </p:nvPr>
        </p:nvSpPr>
        <p:spPr>
          <a:xfrm xmlns:a="http://schemas.openxmlformats.org/drawingml/2006/main">
            <a:off x="1" y="789405"/>
            <a:ext cx="12192000" cy="528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20000" tIns="45700" rIns="648000" bIns="45700" anchor="t">
            <a:normAutofit/>
          </a:bodyPr>
          <a:lstStyle xmlns:a="http://schemas.openxmlformats.org/drawingml/2006/main">
            <a:lvl1pPr marL="457200" indent="-323786" algn="l">
              <a:lnSpc>
                <a:spcPct val="100000"/>
              </a:lnSpc>
              <a:spcBef>
                <a:spcPts val="300"/>
              </a:spcBef>
              <a:spcAft>
                <a:spcPts val="0"/>
              </a:spcAft>
              <a:buSzPts val="1499"/>
              <a:buChar char="•"/>
              <a:defRPr sz="1499">
                <a:latin typeface="Verdana"/>
                <a:ea typeface="Verdana"/>
                <a:cs typeface="Verdana"/>
              </a:defRPr>
            </a:lvl1pPr>
            <a:lvl2pPr marL="914400" indent="-323786" algn="l">
              <a:lnSpc>
                <a:spcPct val="100000"/>
              </a:lnSpc>
              <a:spcBef>
                <a:spcPts val="449"/>
              </a:spcBef>
              <a:spcAft>
                <a:spcPts val="0"/>
              </a:spcAft>
              <a:buSzPts val="1499"/>
              <a:buChar char="•"/>
              <a:defRPr sz="1499">
                <a:latin typeface="Verdana"/>
                <a:ea typeface="Verdana"/>
                <a:cs typeface="Verdana"/>
              </a:defRPr>
            </a:lvl2pPr>
            <a:lvl3pPr marL="1371600" indent="-314261" algn="l">
              <a:lnSpc>
                <a:spcPct val="100000"/>
              </a:lnSpc>
              <a:spcBef>
                <a:spcPts val="449"/>
              </a:spcBef>
              <a:spcAft>
                <a:spcPts val="0"/>
              </a:spcAft>
              <a:buSzPts val="1349"/>
              <a:buChar char="•"/>
              <a:defRPr sz="1349">
                <a:latin typeface="Verdana"/>
                <a:ea typeface="Verdana"/>
                <a:cs typeface="Verdana"/>
              </a:defRPr>
            </a:lvl3pPr>
            <a:lvl4pPr marL="1828800" indent="-304736" algn="l">
              <a:lnSpc>
                <a:spcPct val="100000"/>
              </a:lnSpc>
              <a:spcBef>
                <a:spcPts val="449"/>
              </a:spcBef>
              <a:spcAft>
                <a:spcPts val="0"/>
              </a:spcAft>
              <a:buSzPts val="1199"/>
              <a:buChar char="•"/>
              <a:defRPr sz="1199">
                <a:latin typeface="Verdana"/>
                <a:ea typeface="Verdana"/>
                <a:cs typeface="Verdana"/>
              </a:defRPr>
            </a:lvl4pPr>
            <a:lvl5pPr marL="2286000" indent="-266636" algn="l">
              <a:lnSpc>
                <a:spcPct val="100000"/>
              </a:lnSpc>
              <a:spcBef>
                <a:spcPts val="449"/>
              </a:spcBef>
              <a:spcAft>
                <a:spcPts val="0"/>
              </a:spcAft>
              <a:buSzPts val="599"/>
              <a:buChar char="•"/>
              <a:defRPr sz="599">
                <a:latin typeface="Verdana"/>
                <a:ea typeface="Verdana"/>
                <a:cs typeface="Verdana"/>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87" name="Google Shape;87;g2893b70371c_0_647">
            <a:extLst xmlns:a="http://schemas.openxmlformats.org/drawingml/2006/main">
              <a:ext uri="{FF2B5EF4-FFF2-40B4-BE49-F238E27FC236}">
                <a16:creationId xmlns:a16="http://schemas.microsoft.com/office/drawing/2014/main" id="{6ED3A0E9-C29A-4837-B2B7-1A538248CE8C}"/>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fld id="{A74DB8E4-0DF9-4658-8AF8-1D74F81145F2}" type="slidenum">
              <a:t>‹#›</a:t>
            </a:fld>
            <a:endParaRPr/>
          </a:p>
        </p:txBody>
      </p:sp>
    </p:spTree>
  </p:cSld>
</p:sldLayout>
</file>

<file path=ppt/slideLayouts/slideLayout14.xml><?xml version="1.0" encoding="utf-8"?>
<p:sldLayout xmlns:p="http://schemas.openxmlformats.org/presentationml/2006/main" preserve="1">
  <p:cSld name="Custom Layout">
    <p:spTree>
      <p:nvGrpSpPr>
        <p:cNvPr id="1" name=""/>
        <p:cNvGrpSpPr/>
        <p:nvPr/>
      </p:nvGrpSpPr>
      <p:grpSpPr>
        <a:xfrm xmlns:a="http://schemas.openxmlformats.org/drawingml/2006/main"/>
      </p:grpSpPr>
      <p:pic>
        <p:nvPicPr>
          <p:cNvPr id="5" name="Picture 3">
            <a:extLst xmlns:a="http://schemas.openxmlformats.org/drawingml/2006/main">
              <a:ext uri="{FF2B5EF4-FFF2-40B4-BE49-F238E27FC236}">
                <a16:creationId xmlns:a16="http://schemas.microsoft.com/office/drawing/2014/main" id="{5E653BA3-0F74-463F-8284-BCF8EECEF23F}"/>
              </a:ext>
            </a:extLst>
          </p:cNvPr>
          <p:cNvPicPr>
            <a:picLocks xmlns:a="http://schemas.openxmlformats.org/drawingml/2006/main" noChangeAspect="1"/>
          </p:cNvPicPr>
          <p:nvPr/>
        </p:nvPicPr>
        <p:blipFill>
          <a:blip xmlns:r="http://schemas.openxmlformats.org/officeDocument/2006/relationships" xmlns:a="http://schemas.openxmlformats.org/drawingml/2006/main" r:embed="R1234903a9e094b36"/>
          <a:stretch xmlns:a="http://schemas.openxmlformats.org/drawingml/2006/main">
            <a:fillRect l="0" t="0" r="0" b="0"/>
          </a:stretch>
        </p:blipFill>
        <p:spPr>
          <a:xfrm xmlns:a="http://schemas.openxmlformats.org/drawingml/2006/main">
            <a:off x="68090" y="1411497"/>
            <a:ext cx="12036357" cy="5342089"/>
          </a:xfrm>
          <a:prstGeom xmlns:a="http://schemas.openxmlformats.org/drawingml/2006/main" prst="rect">
            <a:avLst/>
          </a:prstGeom>
        </p:spPr>
      </p:pic>
      <p:sp>
        <p:nvSpPr>
          <p:cNvPr id="2" name="Title 1">
            <a:extLst xmlns:a="http://schemas.openxmlformats.org/drawingml/2006/main">
              <a:ext uri="{FF2B5EF4-FFF2-40B4-BE49-F238E27FC236}">
                <a16:creationId xmlns:a16="http://schemas.microsoft.com/office/drawing/2014/main" id="{4E62F9C0-FC99-427B-BB04-CD2171584D6E}"/>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to edit Master title style</a:t>
            </a:r>
          </a:p>
        </p:txBody>
      </p:sp>
      <p:sp>
        <p:nvSpPr>
          <p:cNvPr id="3" name="正方形/長方形 5">
            <a:extLst xmlns:a="http://schemas.openxmlformats.org/drawingml/2006/main">
              <a:ext uri="{FF2B5EF4-FFF2-40B4-BE49-F238E27FC236}">
                <a16:creationId xmlns:a16="http://schemas.microsoft.com/office/drawing/2014/main" id="{2E7483FB-6091-4DAF-9AEE-C7FA49D6313B}"/>
              </a:ext>
            </a:extLst>
          </p:cNvPr>
          <p:cNvSpPr>
            <a:spLocks xmlns:a="http://schemas.openxmlformats.org/drawingml/2006/main" noGrp="1"/>
          </p:cNvSpPr>
          <p:nvPr/>
        </p:nvSpPr>
        <p:spPr>
          <a:xfrm xmlns:a="http://schemas.openxmlformats.org/drawingml/2006/main">
            <a:off x="-18943" y="1303507"/>
            <a:ext cx="12304976" cy="5564221"/>
          </a:xfrm>
          <a:prstGeom xmlns:a="http://schemas.openxmlformats.org/drawingml/2006/main" prst="rect">
            <a:avLst/>
          </a:prstGeom>
          <a:solidFill xmlns:a="http://schemas.openxmlformats.org/drawingml/2006/main">
            <a:schemeClr val="bg1">
              <a:alpha val="30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defTabSz="684543">
              <a:buNone/>
            </a:pPr>
            <a:endParaRPr sz="1348">
              <a:solidFill>
                <a:prstClr val="white"/>
              </a:solidFill>
              <a:latin typeface="Calibri"/>
              <a:ea typeface="Calibri"/>
              <a:cs typeface="Calibri"/>
            </a:endParaRPr>
          </a:p>
        </p:txBody>
      </p:sp>
    </p:spTree>
  </p:cSld>
</p:sldLayout>
</file>

<file path=ppt/slideLayouts/slideLayout15.xml><?xml version="1.0" encoding="utf-8"?>
<p:sldLayout xmlns:p="http://schemas.openxmlformats.org/presentationml/2006/main" matchingName="フッターなし">
  <p:cSld name="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923DDDB2-505E-4FF7-B1B7-0743890AB5FB}"/>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cap="none">
                <a:solidFill>
                  <a:srgbClr val="828282"/>
                </a:solidFill>
                <a:latin typeface="Verdana"/>
                <a:ea typeface="Verdana"/>
                <a:cs typeface="Verdana"/>
              </a:defRPr>
            </a:lvl1pPr>
            <a:lvl2pPr marL="0" indent="0" algn="r">
              <a:spcBef>
                <a:spcPts val="0"/>
              </a:spcBef>
              <a:buNone/>
              <a:defRPr sz="1050" b="0" i="0" u="none" cap="none">
                <a:solidFill>
                  <a:srgbClr val="828282"/>
                </a:solidFill>
                <a:latin typeface="Verdana"/>
                <a:ea typeface="Verdana"/>
                <a:cs typeface="Verdana"/>
              </a:defRPr>
            </a:lvl2pPr>
            <a:lvl3pPr marL="0" indent="0" algn="r">
              <a:spcBef>
                <a:spcPts val="0"/>
              </a:spcBef>
              <a:buNone/>
              <a:defRPr sz="1050" b="0" i="0" u="none" cap="none">
                <a:solidFill>
                  <a:srgbClr val="828282"/>
                </a:solidFill>
                <a:latin typeface="Verdana"/>
                <a:ea typeface="Verdana"/>
                <a:cs typeface="Verdana"/>
              </a:defRPr>
            </a:lvl3pPr>
            <a:lvl4pPr marL="0" indent="0" algn="r">
              <a:spcBef>
                <a:spcPts val="0"/>
              </a:spcBef>
              <a:buNone/>
              <a:defRPr sz="1050" b="0" i="0" u="none" cap="none">
                <a:solidFill>
                  <a:srgbClr val="828282"/>
                </a:solidFill>
                <a:latin typeface="Verdana"/>
                <a:ea typeface="Verdana"/>
                <a:cs typeface="Verdana"/>
              </a:defRPr>
            </a:lvl4pPr>
            <a:lvl5pPr marL="0" indent="0" algn="r">
              <a:spcBef>
                <a:spcPts val="0"/>
              </a:spcBef>
              <a:buNone/>
              <a:defRPr sz="1050" b="0" i="0" u="none" cap="none">
                <a:solidFill>
                  <a:srgbClr val="828282"/>
                </a:solidFill>
                <a:latin typeface="Verdana"/>
                <a:ea typeface="Verdana"/>
                <a:cs typeface="Verdana"/>
              </a:defRPr>
            </a:lvl5pPr>
            <a:lvl6pPr marL="0" indent="0" algn="r">
              <a:spcBef>
                <a:spcPts val="0"/>
              </a:spcBef>
              <a:buNone/>
              <a:defRPr sz="1050" b="0" i="0" u="none" cap="none">
                <a:solidFill>
                  <a:srgbClr val="828282"/>
                </a:solidFill>
                <a:latin typeface="Verdana"/>
                <a:ea typeface="Verdana"/>
                <a:cs typeface="Verdana"/>
              </a:defRPr>
            </a:lvl6pPr>
            <a:lvl7pPr marL="0" indent="0" algn="r">
              <a:spcBef>
                <a:spcPts val="0"/>
              </a:spcBef>
              <a:buNone/>
              <a:defRPr sz="1050" b="0" i="0" u="none" cap="none">
                <a:solidFill>
                  <a:srgbClr val="828282"/>
                </a:solidFill>
                <a:latin typeface="Verdana"/>
                <a:ea typeface="Verdana"/>
                <a:cs typeface="Verdana"/>
              </a:defRPr>
            </a:lvl7pPr>
            <a:lvl8pPr marL="0" indent="0" algn="r">
              <a:spcBef>
                <a:spcPts val="0"/>
              </a:spcBef>
              <a:buNone/>
              <a:defRPr sz="1050" b="0" i="0" u="none" cap="none">
                <a:solidFill>
                  <a:srgbClr val="828282"/>
                </a:solidFill>
                <a:latin typeface="Verdana"/>
                <a:ea typeface="Verdana"/>
                <a:cs typeface="Verdana"/>
              </a:defRPr>
            </a:lvl8pPr>
            <a:lvl9pPr marL="0" indent="0" algn="r">
              <a:spcBef>
                <a:spcPts val="0"/>
              </a:spcBef>
              <a:buNone/>
              <a:defRPr sz="1050" b="0" i="0" u="non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92" name="Google Shape;405;g2893b70371c_0_1188">
            <a:extLst xmlns:a="http://schemas.openxmlformats.org/drawingml/2006/main">
              <a:ext uri="{FF2B5EF4-FFF2-40B4-BE49-F238E27FC236}">
                <a16:creationId xmlns:a16="http://schemas.microsoft.com/office/drawing/2014/main" id="{AA154159-CDD7-4959-AFC3-11652B78ECC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80ca3413b64691">
            <a:alphaModFix/>
          </a:blip>
          <a:srcRect xmlns:a="http://schemas.openxmlformats.org/drawingml/2006/main" l="0" t="0" r="0" b="0"/>
          <a:stretch xmlns:a="http://schemas.openxmlformats.org/drawingml/2006/main"/>
        </p:blipFill>
        <p:spPr>
          <a:xfrm xmlns:a="http://schemas.openxmlformats.org/drawingml/2006/main">
            <a:off x="0" y="1361872"/>
            <a:ext cx="12192000" cy="5555878"/>
          </a:xfrm>
          <a:prstGeom xmlns:a="http://schemas.openxmlformats.org/drawingml/2006/main" prst="rect">
            <a:avLst/>
          </a:prstGeom>
          <a:ln xmlns:a="http://schemas.openxmlformats.org/drawingml/2006/main">
            <a:noFill/>
          </a:ln>
        </p:spPr>
      </p:pic>
    </p:spTree>
  </p:cSld>
</p:sldLayout>
</file>

<file path=ppt/slideLayouts/slideLayout16.xml><?xml version="1.0" encoding="utf-8"?>
<p:sldLayout xmlns:p="http://schemas.openxmlformats.org/presentationml/2006/main" matchingName="フッターなし" preserve="1">
  <p:cSld name="1_フッターなし">
    <p:spTree>
      <p:nvGrpSpPr>
        <p:cNvPr id="1" name=""/>
        <p:cNvGrpSpPr/>
        <p:nvPr/>
      </p:nvGrpSpPr>
      <p:grpSpPr>
        <a:xfrm xmlns:a="http://schemas.openxmlformats.org/drawingml/2006/main"/>
      </p:grpSpPr>
      <p:sp>
        <p:nvSpPr>
          <p:cNvPr id="89" name="Google Shape;89;g2893b70371c_0_712">
            <a:extLst xmlns:a="http://schemas.openxmlformats.org/drawingml/2006/main">
              <a:ext uri="{FF2B5EF4-FFF2-40B4-BE49-F238E27FC236}">
                <a16:creationId xmlns:a16="http://schemas.microsoft.com/office/drawing/2014/main" id="{28993DE7-7A48-434E-8EF1-1446046D94E8}"/>
              </a:ext>
            </a:extLst>
          </p:cNvPr>
          <p:cNvSpPr>
            <a:spLocks xmlns:a="http://schemas.openxmlformats.org/drawingml/2006/main" noGrp="1"/>
          </p:cNvSpPr>
          <p:nvPr>
            <p:ph type="sldNum" idx="12"/>
          </p:nvPr>
        </p:nvSpPr>
        <p:spPr>
          <a:xfrm xmlns:a="http://schemas.openxmlformats.org/drawingml/2006/main">
            <a:off x="10872225" y="18168"/>
            <a:ext cx="1316700" cy="35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sz="1050" b="0" i="0" u="none" cap="none">
                <a:solidFill>
                  <a:srgbClr val="828282"/>
                </a:solidFill>
                <a:latin typeface="Verdana"/>
                <a:ea typeface="Verdana"/>
                <a:cs typeface="Verdana"/>
              </a:defRPr>
            </a:lvl1pPr>
            <a:lvl2pPr marL="0" indent="0" algn="r">
              <a:spcBef>
                <a:spcPts val="0"/>
              </a:spcBef>
              <a:buNone/>
              <a:defRPr sz="1050" b="0" i="0" u="none" cap="none">
                <a:solidFill>
                  <a:srgbClr val="828282"/>
                </a:solidFill>
                <a:latin typeface="Verdana"/>
                <a:ea typeface="Verdana"/>
                <a:cs typeface="Verdana"/>
              </a:defRPr>
            </a:lvl2pPr>
            <a:lvl3pPr marL="0" indent="0" algn="r">
              <a:spcBef>
                <a:spcPts val="0"/>
              </a:spcBef>
              <a:buNone/>
              <a:defRPr sz="1050" b="0" i="0" u="none" cap="none">
                <a:solidFill>
                  <a:srgbClr val="828282"/>
                </a:solidFill>
                <a:latin typeface="Verdana"/>
                <a:ea typeface="Verdana"/>
                <a:cs typeface="Verdana"/>
              </a:defRPr>
            </a:lvl3pPr>
            <a:lvl4pPr marL="0" indent="0" algn="r">
              <a:spcBef>
                <a:spcPts val="0"/>
              </a:spcBef>
              <a:buNone/>
              <a:defRPr sz="1050" b="0" i="0" u="none" cap="none">
                <a:solidFill>
                  <a:srgbClr val="828282"/>
                </a:solidFill>
                <a:latin typeface="Verdana"/>
                <a:ea typeface="Verdana"/>
                <a:cs typeface="Verdana"/>
              </a:defRPr>
            </a:lvl4pPr>
            <a:lvl5pPr marL="0" indent="0" algn="r">
              <a:spcBef>
                <a:spcPts val="0"/>
              </a:spcBef>
              <a:buNone/>
              <a:defRPr sz="1050" b="0" i="0" u="none" cap="none">
                <a:solidFill>
                  <a:srgbClr val="828282"/>
                </a:solidFill>
                <a:latin typeface="Verdana"/>
                <a:ea typeface="Verdana"/>
                <a:cs typeface="Verdana"/>
              </a:defRPr>
            </a:lvl5pPr>
            <a:lvl6pPr marL="0" indent="0" algn="r">
              <a:spcBef>
                <a:spcPts val="0"/>
              </a:spcBef>
              <a:buNone/>
              <a:defRPr sz="1050" b="0" i="0" u="none" cap="none">
                <a:solidFill>
                  <a:srgbClr val="828282"/>
                </a:solidFill>
                <a:latin typeface="Verdana"/>
                <a:ea typeface="Verdana"/>
                <a:cs typeface="Verdana"/>
              </a:defRPr>
            </a:lvl6pPr>
            <a:lvl7pPr marL="0" indent="0" algn="r">
              <a:spcBef>
                <a:spcPts val="0"/>
              </a:spcBef>
              <a:buNone/>
              <a:defRPr sz="1050" b="0" i="0" u="none" cap="none">
                <a:solidFill>
                  <a:srgbClr val="828282"/>
                </a:solidFill>
                <a:latin typeface="Verdana"/>
                <a:ea typeface="Verdana"/>
                <a:cs typeface="Verdana"/>
              </a:defRPr>
            </a:lvl7pPr>
            <a:lvl8pPr marL="0" indent="0" algn="r">
              <a:spcBef>
                <a:spcPts val="0"/>
              </a:spcBef>
              <a:buNone/>
              <a:defRPr sz="1050" b="0" i="0" u="none" cap="none">
                <a:solidFill>
                  <a:srgbClr val="828282"/>
                </a:solidFill>
                <a:latin typeface="Verdana"/>
                <a:ea typeface="Verdana"/>
                <a:cs typeface="Verdana"/>
              </a:defRPr>
            </a:lvl8pPr>
            <a:lvl9pPr marL="0" indent="0" algn="r">
              <a:spcBef>
                <a:spcPts val="0"/>
              </a:spcBef>
              <a:buNone/>
              <a:defRPr sz="1050" b="0" i="0" u="none" cap="none">
                <a:solidFill>
                  <a:srgbClr val="828282"/>
                </a:solidFill>
                <a:latin typeface="Verdana"/>
                <a:ea typeface="Verdana"/>
                <a:cs typeface="Verdana"/>
              </a:defRPr>
            </a:lvl9pPr>
          </a:lstStyle>
          <a:p xmlns:a="http://schemas.openxmlformats.org/drawingml/2006/main">
            <a:pPr marL="0" lvl="0" indent="0" algn="r">
              <a:spcBef>
                <a:spcPts val="0"/>
              </a:spcBef>
              <a:spcAft>
                <a:spcPts val="0"/>
              </a:spcAft>
              <a:buNone/>
            </a:pPr>
            <a:r>
              <a:t> </a:t>
            </a:r>
          </a:p>
        </p:txBody>
      </p:sp>
      <p:sp>
        <p:nvSpPr>
          <p:cNvPr id="7" name="Google Shape;271;g2893b70371c_0_651">
            <a:extLst xmlns:a="http://schemas.openxmlformats.org/drawingml/2006/main">
              <a:ext uri="{FF2B5EF4-FFF2-40B4-BE49-F238E27FC236}">
                <a16:creationId xmlns:a16="http://schemas.microsoft.com/office/drawing/2014/main" id="{F513FFFE-0615-4FA0-8487-355DBC22CF28}"/>
              </a:ext>
            </a:extLst>
          </p:cNvPr>
          <p:cNvSpPr>
            <a:spLocks xmlns:a="http://schemas.openxmlformats.org/drawingml/2006/main" noGrp="1"/>
          </p:cNvSpPr>
          <p:nvPr/>
        </p:nvSpPr>
        <p:spPr>
          <a:xfrm xmlns:a="http://schemas.openxmlformats.org/drawingml/2006/main">
            <a:off x="0" y="1066800"/>
            <a:ext cx="12188925" cy="5791200"/>
          </a:xfrm>
          <a:prstGeom xmlns:a="http://schemas.openxmlformats.org/drawingml/2006/main" prst="rect">
            <a:avLst/>
          </a:prstGeom>
          <a:solidFill xmlns:a="http://schemas.openxmlformats.org/drawingml/2006/main">
            <a:schemeClr val="bg1">
              <a:alpha val="590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Tree>
  </p:cSld>
</p:sldLayout>
</file>

<file path=ppt/slideLayouts/slideLayout17.xml><?xml version="1.0" encoding="utf-8"?>
<p:sldLayout xmlns:p="http://schemas.openxmlformats.org/presentationml/2006/main" matchingName="フッターなし" preserve="1" userDrawn="1">
  <p:cSld name="1_フッターなし">
    <p:bg>
      <p:bgPr>
        <a:blipFill xmlns:a="http://schemas.openxmlformats.org/drawingml/2006/main" rotWithShape="1">
          <a:blip xmlns:r="http://schemas.openxmlformats.org/officeDocument/2006/relationships" r:embed="R9592749e69f04113">
            <a:lum/>
          </a:blip>
          <a:srcRect l="0" t="0" r="0" b="0"/>
          <a:stretch>
            <a:fillRect l="0" t="0" r="0" b="0"/>
          </a:stretch>
        </a:blipFill>
      </p:bgPr>
    </p:bg>
    <p:spTree>
      <p:nvGrpSpPr>
        <p:cNvPr id="1" name=""/>
        <p:cNvGrpSpPr/>
        <p:nvPr/>
      </p:nvGrpSpPr>
      <p:grpSpPr>
        <a:xfrm xmlns:a="http://schemas.openxmlformats.org/drawingml/2006/main"/>
      </p:grpSpPr>
      <p:sp>
        <p:nvSpPr>
          <p:cNvPr id="7" name="Google Shape;271;g2893b70371c_0_651">
            <a:extLst xmlns:a="http://schemas.openxmlformats.org/drawingml/2006/main">
              <a:ext uri="{FF2B5EF4-FFF2-40B4-BE49-F238E27FC236}">
                <a16:creationId xmlns:a16="http://schemas.microsoft.com/office/drawing/2014/main" id="{B4077064-1AE9-437D-96EA-CF89EA62BF72}"/>
              </a:ext>
            </a:extLst>
          </p:cNvPr>
          <p:cNvSpPr>
            <a:spLocks xmlns:a="http://schemas.openxmlformats.org/drawingml/2006/main" noGrp="1"/>
          </p:cNvSpPr>
          <p:nvPr/>
        </p:nvSpPr>
        <p:spPr>
          <a:xfrm xmlns:a="http://schemas.openxmlformats.org/drawingml/2006/main">
            <a:off x="0" y="1241729"/>
            <a:ext cx="12188925" cy="5791200"/>
          </a:xfrm>
          <a:prstGeom xmlns:a="http://schemas.openxmlformats.org/drawingml/2006/main" prst="rect">
            <a:avLst/>
          </a:prstGeom>
          <a:solidFill xmlns:a="http://schemas.openxmlformats.org/drawingml/2006/main">
            <a:schemeClr val="bg1"/>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
        <p:nvSpPr>
          <p:cNvPr id="2" name="Title 1">
            <a:extLst xmlns:a="http://schemas.openxmlformats.org/drawingml/2006/main">
              <a:ext uri="{FF2B5EF4-FFF2-40B4-BE49-F238E27FC236}">
                <a16:creationId xmlns:a16="http://schemas.microsoft.com/office/drawing/2014/main" id="{86BF1113-9B20-4A36-B1E2-DFC2899C37F7}"/>
              </a:ext>
            </a:extLst>
          </p:cNvPr>
          <p:cNvSpPr>
            <a:spLocks xmlns:a="http://schemas.openxmlformats.org/drawingml/2006/main" noGrp="1"/>
          </p:cNvSpPr>
          <p:nvPr>
            <p:ph type="title" idx="0"/>
          </p:nvPr>
        </p:nvSpPr>
        <p:spPr>
          <a:xfrm xmlns:a="http://schemas.openxmlformats.org/drawingml/2006/main">
            <a:off x="5911133" y="237903"/>
            <a:ext cx="10515600" cy="1325563"/>
          </a:xfrm>
          <a:prstGeom xmlns:a="http://schemas.openxmlformats.org/drawingml/2006/main" prst="rect">
            <a:avLst/>
          </a:prstGeom>
        </p:spPr>
        <p:txBody>
          <a:bodyPr xmlns:a="http://schemas.openxmlformats.org/drawingml/2006/main"/>
          <a:lstStyle xmlns:a="http://schemas.openxmlformats.org/drawingml/2006/main">
            <a:lvl1pPr>
              <a:buNone/>
              <a:defRPr sz="3600">
                <a:latin typeface="Times New Roman"/>
                <a:ea typeface="Times New Roman"/>
                <a:cs typeface="Times New Roman"/>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matchingName="3_タイトルとコンテンツ">
  <p:cSld name="3_タイトルとコンテンツ">
    <p:spTree>
      <p:nvGrpSpPr>
        <p:cNvPr id="1" name=""/>
        <p:cNvGrpSpPr/>
        <p:nvPr/>
      </p:nvGrpSpPr>
      <p:grpSpPr>
        <a:xfrm xmlns:a="http://schemas.openxmlformats.org/drawingml/2006/main"/>
      </p:grpSpPr>
      <p:sp>
        <p:nvSpPr>
          <p:cNvPr id="94" name="Google Shape;94;g2893b70371c_0_1057">
            <a:extLst xmlns:a="http://schemas.openxmlformats.org/drawingml/2006/main">
              <a:ext uri="{FF2B5EF4-FFF2-40B4-BE49-F238E27FC236}">
                <a16:creationId xmlns:a16="http://schemas.microsoft.com/office/drawing/2014/main" id="{05961A3D-EB02-4034-9D32-0A3A2012E959}"/>
              </a:ext>
            </a:extLst>
          </p:cNvPr>
          <p:cNvSpPr>
            <a:spLocks xmlns:a="http://schemas.openxmlformats.org/drawingml/2006/main" noGrp="1"/>
          </p:cNvSpPr>
          <p:nvPr>
            <p:ph type="dt" idx="10"/>
          </p:nvPr>
        </p:nvSpPr>
        <p:spPr>
          <a:xfrm xmlns:a="http://schemas.openxmlformats.org/drawingml/2006/main">
            <a:off x="609601"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cap="none">
                <a:solidFill>
                  <a:schemeClr val="dk1"/>
                </a:solidFill>
                <a:latin typeface="Verdana"/>
                <a:ea typeface="Verdana"/>
                <a:cs typeface="Verdana"/>
              </a:defRPr>
            </a:lvl2pPr>
            <a:lvl3pPr marR="0" algn="l">
              <a:spcBef>
                <a:spcPts val="0"/>
              </a:spcBef>
              <a:spcAft>
                <a:spcPts val="0"/>
              </a:spcAft>
              <a:buSzPts val="1400"/>
              <a:buNone/>
              <a:defRPr sz="1800" b="0" i="0" u="none" cap="none">
                <a:solidFill>
                  <a:schemeClr val="dk1"/>
                </a:solidFill>
                <a:latin typeface="Verdana"/>
                <a:ea typeface="Verdana"/>
                <a:cs typeface="Verdana"/>
              </a:defRPr>
            </a:lvl3pPr>
            <a:lvl4pPr marR="0" algn="l">
              <a:spcBef>
                <a:spcPts val="0"/>
              </a:spcBef>
              <a:spcAft>
                <a:spcPts val="0"/>
              </a:spcAft>
              <a:buSzPts val="1400"/>
              <a:buNone/>
              <a:defRPr sz="1800" b="0" i="0" u="none" cap="none">
                <a:solidFill>
                  <a:schemeClr val="dk1"/>
                </a:solidFill>
                <a:latin typeface="Verdana"/>
                <a:ea typeface="Verdana"/>
                <a:cs typeface="Verdana"/>
              </a:defRPr>
            </a:lvl4pPr>
            <a:lvl5pPr marR="0" algn="l">
              <a:spcBef>
                <a:spcPts val="0"/>
              </a:spcBef>
              <a:spcAft>
                <a:spcPts val="0"/>
              </a:spcAft>
              <a:buSzPts val="1400"/>
              <a:buNone/>
              <a:defRPr sz="1800" b="0" i="0" u="none" cap="none">
                <a:solidFill>
                  <a:schemeClr val="dk1"/>
                </a:solidFill>
                <a:latin typeface="Verdana"/>
                <a:ea typeface="Verdana"/>
                <a:cs typeface="Verdana"/>
              </a:defRPr>
            </a:lvl5pPr>
            <a:lvl6pPr marR="0" algn="l">
              <a:spcBef>
                <a:spcPts val="0"/>
              </a:spcBef>
              <a:spcAft>
                <a:spcPts val="0"/>
              </a:spcAft>
              <a:buSzPts val="1400"/>
              <a:buNone/>
              <a:defRPr sz="1800" b="0" i="0" u="none" cap="none">
                <a:solidFill>
                  <a:schemeClr val="dk1"/>
                </a:solidFill>
                <a:latin typeface="Verdana"/>
                <a:ea typeface="Verdana"/>
                <a:cs typeface="Verdana"/>
              </a:defRPr>
            </a:lvl6pPr>
            <a:lvl7pPr marR="0" algn="l">
              <a:spcBef>
                <a:spcPts val="0"/>
              </a:spcBef>
              <a:spcAft>
                <a:spcPts val="0"/>
              </a:spcAft>
              <a:buSzPts val="1400"/>
              <a:buNone/>
              <a:defRPr sz="1800" b="0" i="0" u="none" cap="none">
                <a:solidFill>
                  <a:schemeClr val="dk1"/>
                </a:solidFill>
                <a:latin typeface="Verdana"/>
                <a:ea typeface="Verdana"/>
                <a:cs typeface="Verdana"/>
              </a:defRPr>
            </a:lvl7pPr>
            <a:lvl8pPr marR="0" algn="l">
              <a:spcBef>
                <a:spcPts val="0"/>
              </a:spcBef>
              <a:spcAft>
                <a:spcPts val="0"/>
              </a:spcAft>
              <a:buSzPts val="1400"/>
              <a:buNone/>
              <a:defRPr sz="1800" b="0" i="0" u="none" cap="none">
                <a:solidFill>
                  <a:schemeClr val="dk1"/>
                </a:solidFill>
                <a:latin typeface="Verdana"/>
                <a:ea typeface="Verdana"/>
                <a:cs typeface="Verdana"/>
              </a:defRPr>
            </a:lvl8pPr>
            <a:lvl9pPr marR="0" algn="l">
              <a:spcBef>
                <a:spcPts val="0"/>
              </a:spcBef>
              <a:spcAft>
                <a:spcPts val="0"/>
              </a:spcAft>
              <a:buSzPts val="1400"/>
              <a:buNone/>
              <a:defRPr sz="1800" b="0" i="0" u="none" cap="none">
                <a:solidFill>
                  <a:schemeClr val="dk1"/>
                </a:solidFill>
                <a:latin typeface="Verdana"/>
                <a:ea typeface="Verdana"/>
                <a:cs typeface="Verdana"/>
              </a:defRPr>
            </a:lvl9pPr>
          </a:lstStyle>
          <a:p xmlns:a="http://schemas.openxmlformats.org/drawingml/2006/main">
            <a:fld id="{57020DAE-7ED0-4B17-B656-7E9590772B44}" type="datetimeFigureOut">
              <a:t>7/31/2026</a:t>
            </a:fld>
            <a:endParaRPr/>
          </a:p>
        </p:txBody>
      </p:sp>
      <p:sp>
        <p:nvSpPr>
          <p:cNvPr id="95" name="Google Shape;95;g2893b70371c_0_1057">
            <a:extLst xmlns:a="http://schemas.openxmlformats.org/drawingml/2006/main">
              <a:ext uri="{FF2B5EF4-FFF2-40B4-BE49-F238E27FC236}">
                <a16:creationId xmlns:a16="http://schemas.microsoft.com/office/drawing/2014/main" id="{DC7BE9C6-3B6A-4C36-B01A-FBC0D943DD01}"/>
              </a:ext>
            </a:extLst>
          </p:cNvPr>
          <p:cNvSpPr>
            <a:spLocks xmlns:a="http://schemas.openxmlformats.org/drawingml/2006/main" noGrp="1"/>
          </p:cNvSpPr>
          <p:nvPr>
            <p:ph type="ftr" idx="11"/>
          </p:nvPr>
        </p:nvSpPr>
        <p:spPr>
          <a:xfrm xmlns:a="http://schemas.openxmlformats.org/drawingml/2006/main">
            <a:off x="4165600" y="6356355"/>
            <a:ext cx="38607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spcBef>
                <a:spcPts val="0"/>
              </a:spcBef>
              <a:spcAft>
                <a:spcPts val="0"/>
              </a:spcAft>
              <a:buSzPts val="1400"/>
              <a:buNone/>
              <a:defRPr sz="1800">
                <a:solidFill>
                  <a:schemeClr val="dk1"/>
                </a:solidFill>
                <a:latin typeface="Verdana"/>
                <a:ea typeface="Verdana"/>
                <a:cs typeface="Verdana"/>
              </a:defRPr>
            </a:lvl1pPr>
            <a:lvl2pPr marR="0" algn="l">
              <a:spcBef>
                <a:spcPts val="0"/>
              </a:spcBef>
              <a:spcAft>
                <a:spcPts val="0"/>
              </a:spcAft>
              <a:buSzPts val="1400"/>
              <a:buNone/>
              <a:defRPr sz="1800" b="0" i="0" u="none" cap="none">
                <a:solidFill>
                  <a:schemeClr val="dk1"/>
                </a:solidFill>
                <a:latin typeface="Verdana"/>
                <a:ea typeface="Verdana"/>
                <a:cs typeface="Verdana"/>
              </a:defRPr>
            </a:lvl2pPr>
            <a:lvl3pPr marR="0" algn="l">
              <a:spcBef>
                <a:spcPts val="0"/>
              </a:spcBef>
              <a:spcAft>
                <a:spcPts val="0"/>
              </a:spcAft>
              <a:buSzPts val="1400"/>
              <a:buNone/>
              <a:defRPr sz="1800" b="0" i="0" u="none" cap="none">
                <a:solidFill>
                  <a:schemeClr val="dk1"/>
                </a:solidFill>
                <a:latin typeface="Verdana"/>
                <a:ea typeface="Verdana"/>
                <a:cs typeface="Verdana"/>
              </a:defRPr>
            </a:lvl3pPr>
            <a:lvl4pPr marR="0" algn="l">
              <a:spcBef>
                <a:spcPts val="0"/>
              </a:spcBef>
              <a:spcAft>
                <a:spcPts val="0"/>
              </a:spcAft>
              <a:buSzPts val="1400"/>
              <a:buNone/>
              <a:defRPr sz="1800" b="0" i="0" u="none" cap="none">
                <a:solidFill>
                  <a:schemeClr val="dk1"/>
                </a:solidFill>
                <a:latin typeface="Verdana"/>
                <a:ea typeface="Verdana"/>
                <a:cs typeface="Verdana"/>
              </a:defRPr>
            </a:lvl4pPr>
            <a:lvl5pPr marR="0" algn="l">
              <a:spcBef>
                <a:spcPts val="0"/>
              </a:spcBef>
              <a:spcAft>
                <a:spcPts val="0"/>
              </a:spcAft>
              <a:buSzPts val="1400"/>
              <a:buNone/>
              <a:defRPr sz="1800" b="0" i="0" u="none" cap="none">
                <a:solidFill>
                  <a:schemeClr val="dk1"/>
                </a:solidFill>
                <a:latin typeface="Verdana"/>
                <a:ea typeface="Verdana"/>
                <a:cs typeface="Verdana"/>
              </a:defRPr>
            </a:lvl5pPr>
            <a:lvl6pPr marR="0" algn="l">
              <a:spcBef>
                <a:spcPts val="0"/>
              </a:spcBef>
              <a:spcAft>
                <a:spcPts val="0"/>
              </a:spcAft>
              <a:buSzPts val="1400"/>
              <a:buNone/>
              <a:defRPr sz="1800" b="0" i="0" u="none" cap="none">
                <a:solidFill>
                  <a:schemeClr val="dk1"/>
                </a:solidFill>
                <a:latin typeface="Verdana"/>
                <a:ea typeface="Verdana"/>
                <a:cs typeface="Verdana"/>
              </a:defRPr>
            </a:lvl6pPr>
            <a:lvl7pPr marR="0" algn="l">
              <a:spcBef>
                <a:spcPts val="0"/>
              </a:spcBef>
              <a:spcAft>
                <a:spcPts val="0"/>
              </a:spcAft>
              <a:buSzPts val="1400"/>
              <a:buNone/>
              <a:defRPr sz="1800" b="0" i="0" u="none" cap="none">
                <a:solidFill>
                  <a:schemeClr val="dk1"/>
                </a:solidFill>
                <a:latin typeface="Verdana"/>
                <a:ea typeface="Verdana"/>
                <a:cs typeface="Verdana"/>
              </a:defRPr>
            </a:lvl7pPr>
            <a:lvl8pPr marR="0" algn="l">
              <a:spcBef>
                <a:spcPts val="0"/>
              </a:spcBef>
              <a:spcAft>
                <a:spcPts val="0"/>
              </a:spcAft>
              <a:buSzPts val="1400"/>
              <a:buNone/>
              <a:defRPr sz="1800" b="0" i="0" u="none" cap="none">
                <a:solidFill>
                  <a:schemeClr val="dk1"/>
                </a:solidFill>
                <a:latin typeface="Verdana"/>
                <a:ea typeface="Verdana"/>
                <a:cs typeface="Verdana"/>
              </a:defRPr>
            </a:lvl8pPr>
            <a:lvl9pPr marR="0" algn="l">
              <a:spcBef>
                <a:spcPts val="0"/>
              </a:spcBef>
              <a:spcAft>
                <a:spcPts val="0"/>
              </a:spcAft>
              <a:buSzPts val="1400"/>
              <a:buNone/>
              <a:defRPr sz="1800" b="0" i="0" u="none" cap="none">
                <a:solidFill>
                  <a:schemeClr val="dk1"/>
                </a:solidFill>
                <a:latin typeface="Verdana"/>
                <a:ea typeface="Verdana"/>
                <a:cs typeface="Verdana"/>
              </a:defRPr>
            </a:lvl9pPr>
          </a:lstStyle>
          <a:p xmlns:a="http://schemas.openxmlformats.org/drawingml/2006/main">
            <a:endParaRPr/>
          </a:p>
        </p:txBody>
      </p:sp>
      <p:sp>
        <p:nvSpPr>
          <p:cNvPr id="96" name="Google Shape;96;g2893b70371c_0_1057">
            <a:extLst xmlns:a="http://schemas.openxmlformats.org/drawingml/2006/main">
              <a:ext uri="{FF2B5EF4-FFF2-40B4-BE49-F238E27FC236}">
                <a16:creationId xmlns:a16="http://schemas.microsoft.com/office/drawing/2014/main" id="{27B3D72C-BDC5-4960-914B-9FD0208ECCDD}"/>
              </a:ext>
            </a:extLst>
          </p:cNvPr>
          <p:cNvSpPr>
            <a:spLocks xmlns:a="http://schemas.openxmlformats.org/drawingml/2006/main" noGrp="1"/>
          </p:cNvSpPr>
          <p:nvPr>
            <p:ph type="sldNum" idx="12"/>
          </p:nvPr>
        </p:nvSpPr>
        <p:spPr>
          <a:xfrm xmlns:a="http://schemas.openxmlformats.org/drawingml/2006/main">
            <a:off x="8737600" y="6356355"/>
            <a:ext cx="28449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787">
                <a:solidFill>
                  <a:srgbClr val="828282"/>
                </a:solidFill>
                <a:latin typeface="Verdana"/>
                <a:ea typeface="Verdana"/>
                <a:cs typeface="Verdana"/>
              </a:defRPr>
            </a:lvl1pPr>
            <a:lvl2pPr marL="0" marR="0" indent="0" algn="r">
              <a:spcBef>
                <a:spcPts val="0"/>
              </a:spcBef>
              <a:buNone/>
              <a:defRPr sz="787">
                <a:solidFill>
                  <a:srgbClr val="828282"/>
                </a:solidFill>
                <a:latin typeface="Verdana"/>
                <a:ea typeface="Verdana"/>
                <a:cs typeface="Verdana"/>
              </a:defRPr>
            </a:lvl2pPr>
            <a:lvl3pPr marL="0" marR="0" indent="0" algn="r">
              <a:spcBef>
                <a:spcPts val="0"/>
              </a:spcBef>
              <a:buNone/>
              <a:defRPr sz="787">
                <a:solidFill>
                  <a:srgbClr val="828282"/>
                </a:solidFill>
                <a:latin typeface="Verdana"/>
                <a:ea typeface="Verdana"/>
                <a:cs typeface="Verdana"/>
              </a:defRPr>
            </a:lvl3pPr>
            <a:lvl4pPr marL="0" marR="0" indent="0" algn="r">
              <a:spcBef>
                <a:spcPts val="0"/>
              </a:spcBef>
              <a:buNone/>
              <a:defRPr sz="787">
                <a:solidFill>
                  <a:srgbClr val="828282"/>
                </a:solidFill>
                <a:latin typeface="Verdana"/>
                <a:ea typeface="Verdana"/>
                <a:cs typeface="Verdana"/>
              </a:defRPr>
            </a:lvl4pPr>
            <a:lvl5pPr marL="0" marR="0" indent="0" algn="r">
              <a:spcBef>
                <a:spcPts val="0"/>
              </a:spcBef>
              <a:buNone/>
              <a:defRPr sz="787">
                <a:solidFill>
                  <a:srgbClr val="828282"/>
                </a:solidFill>
                <a:latin typeface="Verdana"/>
                <a:ea typeface="Verdana"/>
                <a:cs typeface="Verdana"/>
              </a:defRPr>
            </a:lvl5pPr>
            <a:lvl6pPr marL="0" marR="0" indent="0" algn="r">
              <a:spcBef>
                <a:spcPts val="0"/>
              </a:spcBef>
              <a:buNone/>
              <a:defRPr sz="787">
                <a:solidFill>
                  <a:srgbClr val="828282"/>
                </a:solidFill>
                <a:latin typeface="Verdana"/>
                <a:ea typeface="Verdana"/>
                <a:cs typeface="Verdana"/>
              </a:defRPr>
            </a:lvl6pPr>
            <a:lvl7pPr marL="0" marR="0" indent="0" algn="r">
              <a:spcBef>
                <a:spcPts val="0"/>
              </a:spcBef>
              <a:buNone/>
              <a:defRPr sz="787">
                <a:solidFill>
                  <a:srgbClr val="828282"/>
                </a:solidFill>
                <a:latin typeface="Verdana"/>
                <a:ea typeface="Verdana"/>
                <a:cs typeface="Verdana"/>
              </a:defRPr>
            </a:lvl7pPr>
            <a:lvl8pPr marL="0" marR="0" indent="0" algn="r">
              <a:spcBef>
                <a:spcPts val="0"/>
              </a:spcBef>
              <a:buNone/>
              <a:defRPr sz="787">
                <a:solidFill>
                  <a:srgbClr val="828282"/>
                </a:solidFill>
                <a:latin typeface="Verdana"/>
                <a:ea typeface="Verdana"/>
                <a:cs typeface="Verdana"/>
              </a:defRPr>
            </a:lvl8pPr>
            <a:lvl9pPr marL="0" marR="0" indent="0" algn="r">
              <a:spcBef>
                <a:spcPts val="0"/>
              </a:spcBef>
              <a:buNone/>
              <a:defRPr sz="787">
                <a:solidFill>
                  <a:srgbClr val="828282"/>
                </a:solidFill>
                <a:latin typeface="Verdana"/>
                <a:ea typeface="Verdana"/>
                <a:cs typeface="Verdana"/>
              </a:defRPr>
            </a:lvl9pPr>
          </a:lstStyle>
          <a:p xmlns:a="http://schemas.openxmlformats.org/drawingml/2006/main">
            <a:fld id="{A74DB8E4-0DF9-4658-8AF8-1D74F81145F2}" type="slidenum">
              <a:t>‹#›</a:t>
            </a:fld>
            <a:endParaRPr/>
          </a:p>
        </p:txBody>
      </p:sp>
      <p:pic>
        <p:nvPicPr>
          <p:cNvPr id="101" name="Google Shape;270;g2893b70371c_0_651">
            <a:extLst xmlns:a="http://schemas.openxmlformats.org/drawingml/2006/main">
              <a:ext uri="{FF2B5EF4-FFF2-40B4-BE49-F238E27FC236}">
                <a16:creationId xmlns:a16="http://schemas.microsoft.com/office/drawing/2014/main" id="{46C7ABB4-B57C-4AAB-84A2-06D9B65FF88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758d0c4edc34a20">
            <a:alphaModFix/>
          </a:blip>
          <a:srcRect xmlns:a="http://schemas.openxmlformats.org/drawingml/2006/main" l="0" t="0" r="0" b="24477"/>
          <a:stretch xmlns:a="http://schemas.openxmlformats.org/drawingml/2006/main"/>
        </p:blipFill>
        <p:spPr>
          <a:xfrm xmlns:a="http://schemas.openxmlformats.org/drawingml/2006/main" rot="0" flipH="0" flipV="0">
            <a:off x="0" y="1322962"/>
            <a:ext cx="12188925" cy="5535038"/>
          </a:xfrm>
          <a:prstGeom xmlns:a="http://schemas.openxmlformats.org/drawingml/2006/main" prst="rect">
            <a:avLst/>
          </a:prstGeom>
          <a:ln xmlns:a="http://schemas.openxmlformats.org/drawingml/2006/main">
            <a:noFill/>
          </a:ln>
        </p:spPr>
      </p:pic>
      <p:sp>
        <p:nvSpPr>
          <p:cNvPr id="8" name="Google Shape;271;g2893b70371c_0_651">
            <a:extLst xmlns:a="http://schemas.openxmlformats.org/drawingml/2006/main">
              <a:ext uri="{FF2B5EF4-FFF2-40B4-BE49-F238E27FC236}">
                <a16:creationId xmlns:a16="http://schemas.microsoft.com/office/drawing/2014/main" id="{09FF9530-9044-4A29-A8A0-FDEC06515A38}"/>
              </a:ext>
            </a:extLst>
          </p:cNvPr>
          <p:cNvSpPr>
            <a:spLocks xmlns:a="http://schemas.openxmlformats.org/drawingml/2006/main" noGrp="1"/>
          </p:cNvSpPr>
          <p:nvPr/>
        </p:nvSpPr>
        <p:spPr>
          <a:xfrm xmlns:a="http://schemas.openxmlformats.org/drawingml/2006/main" rot="0" flipH="0" flipV="0">
            <a:off x="214009" y="1554254"/>
            <a:ext cx="11799651" cy="5054572"/>
          </a:xfrm>
          <a:prstGeom xmlns:a="http://schemas.openxmlformats.org/drawingml/2006/main" prst="rect">
            <a:avLst/>
          </a:prstGeom>
          <a:solidFill xmlns:a="http://schemas.openxmlformats.org/drawingml/2006/main">
            <a:schemeClr val="lt1">
              <a:alpha val="29800"/>
            </a:schemeClr>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spcBef>
                <a:spcPts val="0"/>
              </a:spcBef>
              <a:spcAft>
                <a:spcPts val="0"/>
              </a:spcAft>
              <a:buNone/>
            </a:pPr>
            <a:endParaRPr sz="1348" b="0" i="0" u="none" cap="none">
              <a:solidFill>
                <a:srgbClr val="FFFFFF"/>
              </a:solidFill>
              <a:latin typeface="Calibri"/>
              <a:ea typeface="Calibri"/>
              <a:cs typeface="Calibri"/>
            </a:endParaRPr>
          </a:p>
        </p:txBody>
      </p:sp>
    </p:spTree>
  </p:cSld>
</p:sldLayout>
</file>

<file path=ppt/slideLayouts/slideLayout19.xml><?xml version="1.0" encoding="utf-8"?>
<p:sldLayout xmlns:p="http://schemas.openxmlformats.org/presentationml/2006/main" matchingName="Agenda Slide">
  <p:cSld name="Agenda Slide">
    <p:spTree>
      <p:nvGrpSpPr>
        <p:cNvPr id="1" name=""/>
        <p:cNvGrpSpPr/>
        <p:nvPr/>
      </p:nvGrpSpPr>
      <p:grpSpPr>
        <a:xfrm xmlns:a="http://schemas.openxmlformats.org/drawingml/2006/main"/>
      </p:grpSpPr>
      <p:sp>
        <p:nvSpPr>
          <p:cNvPr id="102" name="Google Shape;102;g2893b70371c_0_1754">
            <a:extLst xmlns:a="http://schemas.openxmlformats.org/drawingml/2006/main">
              <a:ext uri="{FF2B5EF4-FFF2-40B4-BE49-F238E27FC236}">
                <a16:creationId xmlns:a16="http://schemas.microsoft.com/office/drawing/2014/main" id="{4E447481-1FA0-42B4-9F3B-6C27C599EABC}"/>
              </a:ext>
            </a:extLst>
          </p:cNvPr>
          <p:cNvSpPr>
            <a:spLocks xmlns:a="http://schemas.openxmlformats.org/drawingml/2006/main" noGrp="1"/>
          </p:cNvSpPr>
          <p:nvPr>
            <p:ph type="title" idx="0"/>
          </p:nvPr>
        </p:nvSpPr>
        <p:spPr>
          <a:xfrm xmlns:a="http://schemas.openxmlformats.org/drawingml/2006/main">
            <a:off x="60359" y="198323"/>
            <a:ext cx="12071100" cy="359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60000" tIns="0" rIns="1440000" bIns="0" anchor="t">
            <a:noAutofit/>
          </a:bodyPr>
          <a:lstStyle xmlns:a="http://schemas.openxmlformats.org/drawingml/2006/main">
            <a:lvl1pPr algn="l">
              <a:spcBef>
                <a:spcPts val="0"/>
              </a:spcBef>
              <a:spcAft>
                <a:spcPts val="0"/>
              </a:spcAft>
              <a:buSzPts val="44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r>
              <a:t>Click to edit Master title style</a:t>
            </a:r>
            <a:endParaRPr/>
          </a:p>
        </p:txBody>
      </p:sp>
      <p:sp>
        <p:nvSpPr>
          <p:cNvPr id="103" name="Google Shape;103;g2893b70371c_0_1754">
            <a:extLst xmlns:a="http://schemas.openxmlformats.org/drawingml/2006/main">
              <a:ext uri="{FF2B5EF4-FFF2-40B4-BE49-F238E27FC236}">
                <a16:creationId xmlns:a16="http://schemas.microsoft.com/office/drawing/2014/main" id="{3D128BF5-C85B-415A-9C09-758F81429373}"/>
              </a:ext>
            </a:extLst>
          </p:cNvPr>
          <p:cNvSpPr>
            <a:spLocks xmlns:a="http://schemas.openxmlformats.org/drawingml/2006/main" noGrp="1"/>
          </p:cNvSpPr>
          <p:nvPr>
            <p:ph type="body" idx="1"/>
          </p:nvPr>
        </p:nvSpPr>
        <p:spPr>
          <a:xfrm xmlns:a="http://schemas.openxmlformats.org/drawingml/2006/main">
            <a:off x="7" y="839011"/>
            <a:ext cx="12192000" cy="503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44000" tIns="396000" rIns="648000" bIns="45700" anchor="t">
            <a:normAutofit/>
          </a:bodyPr>
          <a:lstStyle xmlns:a="http://schemas.openxmlformats.org/drawingml/2006/main">
            <a:lvl1pPr marL="457200" marR="0" indent="-228600" algn="l">
              <a:lnSpc>
                <a:spcPct val="120000"/>
              </a:lnSpc>
              <a:spcBef>
                <a:spcPts val="0"/>
              </a:spcBef>
              <a:spcAft>
                <a:spcPts val="0"/>
              </a:spcAft>
              <a:buSzPts val="3400"/>
              <a:buFont typeface="verdana"/>
              <a:buNone/>
              <a:defRPr sz="3400">
                <a:latin typeface="Verdana"/>
                <a:ea typeface="Verdana"/>
                <a:cs typeface="Verdana"/>
              </a:defRPr>
            </a:lvl1pPr>
            <a:lvl2pPr marL="914400" indent="-323786" algn="l">
              <a:lnSpc>
                <a:spcPct val="100000"/>
              </a:lnSpc>
              <a:spcBef>
                <a:spcPts val="600"/>
              </a:spcBef>
              <a:spcAft>
                <a:spcPts val="0"/>
              </a:spcAft>
              <a:buSzPts val="1499"/>
              <a:buFont typeface="verdana"/>
              <a:buAutoNum type="arabicPeriod"/>
              <a:defRPr/>
            </a:lvl2pPr>
            <a:lvl3pPr marL="1371600" indent="-314261" algn="l">
              <a:lnSpc>
                <a:spcPct val="100000"/>
              </a:lnSpc>
              <a:spcBef>
                <a:spcPts val="449"/>
              </a:spcBef>
              <a:spcAft>
                <a:spcPts val="0"/>
              </a:spcAft>
              <a:buSzPts val="1349"/>
              <a:buFont typeface="verdana"/>
              <a:buAutoNum type="arabicPeriod"/>
              <a:defRPr/>
            </a:lvl3pPr>
            <a:lvl4pPr marL="1828800" indent="-304736" algn="l">
              <a:lnSpc>
                <a:spcPct val="100000"/>
              </a:lnSpc>
              <a:spcBef>
                <a:spcPts val="449"/>
              </a:spcBef>
              <a:spcAft>
                <a:spcPts val="0"/>
              </a:spcAft>
              <a:buSzPts val="1199"/>
              <a:buFont typeface="verdana"/>
              <a:buAutoNum type="arabicPeriod"/>
              <a:defRPr/>
            </a:lvl4pPr>
            <a:lvl5pPr marL="2286000" indent="-266636" algn="l">
              <a:lnSpc>
                <a:spcPct val="100000"/>
              </a:lnSpc>
              <a:spcBef>
                <a:spcPts val="449"/>
              </a:spcBef>
              <a:spcAft>
                <a:spcPts val="0"/>
              </a:spcAft>
              <a:buSzPts val="599"/>
              <a:buFont typeface="verdana"/>
              <a:buAutoNum type="arabicPeriod"/>
              <a:defRPr/>
            </a:lvl5pPr>
            <a:lvl6pPr marL="2743200" indent="-228600" algn="l">
              <a:spcBef>
                <a:spcPts val="500"/>
              </a:spcBef>
              <a:spcAft>
                <a:spcPts val="0"/>
              </a:spcAft>
              <a:buSzPts val="1800"/>
              <a:buNone/>
              <a:defRPr/>
            </a:lvl6pPr>
            <a:lvl7pPr marL="3200400" indent="-228600" algn="l">
              <a:spcBef>
                <a:spcPts val="500"/>
              </a:spcBef>
              <a:spcAft>
                <a:spcPts val="0"/>
              </a:spcAft>
              <a:buSzPts val="1800"/>
              <a:buNone/>
              <a:defRPr/>
            </a:lvl7pPr>
            <a:lvl8pPr marL="3657600" indent="-228600" algn="l">
              <a:spcBef>
                <a:spcPts val="500"/>
              </a:spcBef>
              <a:spcAft>
                <a:spcPts val="0"/>
              </a:spcAft>
              <a:buSzPts val="1800"/>
              <a:buNone/>
              <a:defRPr/>
            </a:lvl8pPr>
            <a:lvl9pPr marL="4114800" indent="-228600" algn="l">
              <a:spcBef>
                <a:spcPts val="500"/>
              </a:spcBef>
              <a:spcAft>
                <a:spcPts val="0"/>
              </a:spcAft>
              <a:buSzPts val="1800"/>
              <a:buNone/>
              <a:defRPr/>
            </a:lvl9pPr>
          </a:lstStyle>
          <a:p xmlns:a="http://schemas.openxmlformats.org/drawingml/2006/main">
            <a:pPr lvl="0">
              <a:buNone/>
            </a:pPr>
            <a:r>
              <a:t>Edit Master text styles</a:t>
            </a:r>
          </a:p>
        </p:txBody>
      </p:sp>
      <p:sp>
        <p:nvSpPr>
          <p:cNvPr id="104" name="Google Shape;104;g2893b70371c_0_1754">
            <a:extLst xmlns:a="http://schemas.openxmlformats.org/drawingml/2006/main">
              <a:ext uri="{FF2B5EF4-FFF2-40B4-BE49-F238E27FC236}">
                <a16:creationId xmlns:a16="http://schemas.microsoft.com/office/drawing/2014/main" id="{757E8AE4-54E0-4D4D-AAAA-2A1D5CD4FD40}"/>
              </a:ext>
            </a:extLst>
          </p:cNvPr>
          <p:cNvSpPr>
            <a:spLocks xmlns:a="http://schemas.openxmlformats.org/drawingml/2006/main" noGrp="1"/>
          </p:cNvSpPr>
          <p:nvPr>
            <p:ph type="sldNum" idx="12"/>
          </p:nvPr>
        </p:nvSpPr>
        <p:spPr>
          <a:xfrm xmlns:a="http://schemas.openxmlformats.org/drawingml/2006/main">
            <a:off x="8797384" y="6302718"/>
            <a:ext cx="2743200" cy="48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1pPr>
            <a:lvl2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2pPr>
            <a:lvl3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3pPr>
            <a:lvl4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4pPr>
            <a:lvl5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5pPr>
            <a:lvl6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6pPr>
            <a:lvl7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7pPr>
            <a:lvl8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8pPr>
            <a:lvl9pPr marL="0" marR="0" indent="0" algn="r">
              <a:lnSpc>
                <a:spcPct val="100000"/>
              </a:lnSpc>
              <a:spcBef>
                <a:spcPts val="0"/>
              </a:spcBef>
              <a:spcAft>
                <a:spcPts val="0"/>
              </a:spcAft>
              <a:buClr>
                <a:srgbClr val="828282"/>
              </a:buClr>
              <a:buSzPts val="1400"/>
              <a:buFont typeface="Verdana"/>
              <a:buNone/>
              <a:defRPr sz="1400" b="0" i="0" u="none" cap="none">
                <a:solidFill>
                  <a:srgbClr val="828282"/>
                </a:solidFill>
                <a:latin typeface="Verdana"/>
                <a:ea typeface="Verdana"/>
                <a:cs typeface="Verdana"/>
              </a:defRPr>
            </a:lvl9pPr>
          </a:lstStyle>
          <a:p xmlns:a="http://schemas.openxmlformats.org/drawingml/2006/main">
            <a:fld id="{A74DB8E4-0DF9-4658-8AF8-1D74F81145F2}" type="slidenum">
              <a:t>‹#›</a:t>
            </a:fld>
            <a:endParaRPr/>
          </a:p>
        </p:txBody>
      </p:sp>
    </p:spTree>
  </p:cSld>
</p:sldLayout>
</file>

<file path=ppt/slideLayouts/slideLayout20.xml><?xml version="1.0" encoding="utf-8"?>
<p:sldLayout xmlns:p="http://schemas.openxmlformats.org/presentationml/2006/main" matchingName="Section header" type="secHead">
  <p:cSld name="1_Section header">
    <p:spTree>
      <p:nvGrpSpPr>
        <p:cNvPr id="1" name=""/>
        <p:cNvGrpSpPr/>
        <p:nvPr/>
      </p:nvGrpSpPr>
      <p:grpSpPr>
        <a:xfrm xmlns:a="http://schemas.openxmlformats.org/drawingml/2006/main"/>
      </p:grpSpPr>
      <p:sp>
        <p:nvSpPr>
          <p:cNvPr id="114" name="Google Shape;114;p17">
            <a:extLst xmlns:a="http://schemas.openxmlformats.org/drawingml/2006/main">
              <a:ext uri="{FF2B5EF4-FFF2-40B4-BE49-F238E27FC236}">
                <a16:creationId xmlns:a16="http://schemas.microsoft.com/office/drawing/2014/main" id="{56925189-82B4-48B7-A58B-57CE6AAA98BD}"/>
              </a:ext>
            </a:extLst>
          </p:cNvPr>
          <p:cNvSpPr>
            <a:spLocks xmlns:a="http://schemas.openxmlformats.org/drawingml/2006/main" noGrp="1"/>
          </p:cNvSpPr>
          <p:nvPr>
            <p:ph type="title" idx="0"/>
          </p:nvPr>
        </p:nvSpPr>
        <p:spPr>
          <a:xfrm xmlns:a="http://schemas.openxmlformats.org/drawingml/2006/main">
            <a:off x="415600" y="2867800"/>
            <a:ext cx="11360800" cy="1122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None/>
              <a:defRPr sz="4800"/>
            </a:lvl1pPr>
            <a:lvl2pPr algn="ctr">
              <a:lnSpc>
                <a:spcPct val="100000"/>
              </a:lnSpc>
              <a:spcBef>
                <a:spcPts val="0"/>
              </a:spcBef>
              <a:spcAft>
                <a:spcPts val="0"/>
              </a:spcAft>
              <a:buSzPts val="3600"/>
              <a:buNone/>
              <a:defRPr sz="4800"/>
            </a:lvl2pPr>
            <a:lvl3pPr algn="ctr">
              <a:lnSpc>
                <a:spcPct val="100000"/>
              </a:lnSpc>
              <a:spcBef>
                <a:spcPts val="0"/>
              </a:spcBef>
              <a:spcAft>
                <a:spcPts val="0"/>
              </a:spcAft>
              <a:buSzPts val="3600"/>
              <a:buNone/>
              <a:defRPr sz="4800"/>
            </a:lvl3pPr>
            <a:lvl4pPr algn="ctr">
              <a:lnSpc>
                <a:spcPct val="100000"/>
              </a:lnSpc>
              <a:spcBef>
                <a:spcPts val="0"/>
              </a:spcBef>
              <a:spcAft>
                <a:spcPts val="0"/>
              </a:spcAft>
              <a:buSzPts val="3600"/>
              <a:buNone/>
              <a:defRPr sz="4800"/>
            </a:lvl4pPr>
            <a:lvl5pPr algn="ctr">
              <a:lnSpc>
                <a:spcPct val="100000"/>
              </a:lnSpc>
              <a:spcBef>
                <a:spcPts val="0"/>
              </a:spcBef>
              <a:spcAft>
                <a:spcPts val="0"/>
              </a:spcAft>
              <a:buSzPts val="3600"/>
              <a:buNone/>
              <a:defRPr sz="4800"/>
            </a:lvl5pPr>
            <a:lvl6pPr algn="ctr">
              <a:lnSpc>
                <a:spcPct val="100000"/>
              </a:lnSpc>
              <a:spcBef>
                <a:spcPts val="0"/>
              </a:spcBef>
              <a:spcAft>
                <a:spcPts val="0"/>
              </a:spcAft>
              <a:buSzPts val="3600"/>
              <a:buNone/>
              <a:defRPr sz="4800"/>
            </a:lvl6pPr>
            <a:lvl7pPr algn="ctr">
              <a:lnSpc>
                <a:spcPct val="100000"/>
              </a:lnSpc>
              <a:spcBef>
                <a:spcPts val="0"/>
              </a:spcBef>
              <a:spcAft>
                <a:spcPts val="0"/>
              </a:spcAft>
              <a:buSzPts val="3600"/>
              <a:buNone/>
              <a:defRPr sz="4800"/>
            </a:lvl7pPr>
            <a:lvl8pPr algn="ctr">
              <a:lnSpc>
                <a:spcPct val="100000"/>
              </a:lnSpc>
              <a:spcBef>
                <a:spcPts val="0"/>
              </a:spcBef>
              <a:spcAft>
                <a:spcPts val="0"/>
              </a:spcAft>
              <a:buSzPts val="3600"/>
              <a:buNone/>
              <a:defRPr sz="4800"/>
            </a:lvl8pPr>
            <a:lvl9pPr algn="ctr">
              <a:lnSpc>
                <a:spcPct val="100000"/>
              </a:lnSpc>
              <a:spcBef>
                <a:spcPts val="0"/>
              </a:spcBef>
              <a:spcAft>
                <a:spcPts val="0"/>
              </a:spcAft>
              <a:buSzPts val="3600"/>
              <a:buNone/>
              <a:defRPr sz="4800"/>
            </a:lvl9pPr>
          </a:lstStyle>
          <a:p xmlns:a="http://schemas.openxmlformats.org/drawingml/2006/main">
            <a:r>
              <a:t>Click to edit Master title style</a:t>
            </a:r>
            <a:endParaRPr/>
          </a:p>
        </p:txBody>
      </p:sp>
      <p:sp>
        <p:nvSpPr>
          <p:cNvPr id="115" name="Google Shape;115;p17">
            <a:extLst xmlns:a="http://schemas.openxmlformats.org/drawingml/2006/main">
              <a:ext uri="{FF2B5EF4-FFF2-40B4-BE49-F238E27FC236}">
                <a16:creationId xmlns:a16="http://schemas.microsoft.com/office/drawing/2014/main" id="{A129D591-916E-42CE-9BAB-4754C3C5C5B5}"/>
              </a:ext>
            </a:extLst>
          </p:cNvPr>
          <p:cNvSpPr>
            <a:spLocks xmlns:a="http://schemas.openxmlformats.org/drawingml/2006/main" noGrp="1"/>
          </p:cNvSpPr>
          <p:nvPr>
            <p:ph type="sldNum" idx="12"/>
          </p:nvPr>
        </p:nvSpPr>
        <p:spPr>
          <a:xfrm xmlns:a="http://schemas.openxmlformats.org/drawingml/2006/main">
            <a:off x="11296611" y="6217623"/>
            <a:ext cx="731600" cy="52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buClr>
                <a:srgbClr val="000000"/>
              </a:buClr>
              <a:buSzPts val="1333"/>
              <a:buFont typeface="Arial"/>
              <a:buNone/>
              <a:defRPr sz="1333" b="0" i="0" u="none" cap="none">
                <a:solidFill>
                  <a:srgbClr val="595959"/>
                </a:solidFill>
                <a:latin typeface="Arial"/>
                <a:ea typeface="Arial"/>
                <a:cs typeface="Arial"/>
              </a:defRPr>
            </a:lvl1pPr>
            <a:lvl2pPr marL="0" marR="0" indent="0" algn="r">
              <a:buClr>
                <a:srgbClr val="000000"/>
              </a:buClr>
              <a:buSzPts val="1333"/>
              <a:buFont typeface="Arial"/>
              <a:buNone/>
              <a:defRPr sz="1333" b="0" i="0" u="none" cap="none">
                <a:solidFill>
                  <a:srgbClr val="595959"/>
                </a:solidFill>
                <a:latin typeface="Arial"/>
                <a:ea typeface="Arial"/>
                <a:cs typeface="Arial"/>
              </a:defRPr>
            </a:lvl2pPr>
            <a:lvl3pPr marL="0" marR="0" indent="0" algn="r">
              <a:buClr>
                <a:srgbClr val="000000"/>
              </a:buClr>
              <a:buSzPts val="1333"/>
              <a:buFont typeface="Arial"/>
              <a:buNone/>
              <a:defRPr sz="1333" b="0" i="0" u="none" cap="none">
                <a:solidFill>
                  <a:srgbClr val="595959"/>
                </a:solidFill>
                <a:latin typeface="Arial"/>
                <a:ea typeface="Arial"/>
                <a:cs typeface="Arial"/>
              </a:defRPr>
            </a:lvl3pPr>
            <a:lvl4pPr marL="0" marR="0" indent="0" algn="r">
              <a:buClr>
                <a:srgbClr val="000000"/>
              </a:buClr>
              <a:buSzPts val="1333"/>
              <a:buFont typeface="Arial"/>
              <a:buNone/>
              <a:defRPr sz="1333" b="0" i="0" u="none" cap="none">
                <a:solidFill>
                  <a:srgbClr val="595959"/>
                </a:solidFill>
                <a:latin typeface="Arial"/>
                <a:ea typeface="Arial"/>
                <a:cs typeface="Arial"/>
              </a:defRPr>
            </a:lvl4pPr>
            <a:lvl5pPr marL="0" marR="0" indent="0" algn="r">
              <a:buClr>
                <a:srgbClr val="000000"/>
              </a:buClr>
              <a:buSzPts val="1333"/>
              <a:buFont typeface="Arial"/>
              <a:buNone/>
              <a:defRPr sz="1333" b="0" i="0" u="none" cap="none">
                <a:solidFill>
                  <a:srgbClr val="595959"/>
                </a:solidFill>
                <a:latin typeface="Arial"/>
                <a:ea typeface="Arial"/>
                <a:cs typeface="Arial"/>
              </a:defRPr>
            </a:lvl5pPr>
            <a:lvl6pPr marL="0" marR="0" indent="0" algn="r">
              <a:buClr>
                <a:srgbClr val="000000"/>
              </a:buClr>
              <a:buSzPts val="1333"/>
              <a:buFont typeface="Arial"/>
              <a:buNone/>
              <a:defRPr sz="1333" b="0" i="0" u="none" cap="none">
                <a:solidFill>
                  <a:srgbClr val="595959"/>
                </a:solidFill>
                <a:latin typeface="Arial"/>
                <a:ea typeface="Arial"/>
                <a:cs typeface="Arial"/>
              </a:defRPr>
            </a:lvl6pPr>
            <a:lvl7pPr marL="0" marR="0" indent="0" algn="r">
              <a:buClr>
                <a:srgbClr val="000000"/>
              </a:buClr>
              <a:buSzPts val="1333"/>
              <a:buFont typeface="Arial"/>
              <a:buNone/>
              <a:defRPr sz="1333" b="0" i="0" u="none" cap="none">
                <a:solidFill>
                  <a:srgbClr val="595959"/>
                </a:solidFill>
                <a:latin typeface="Arial"/>
                <a:ea typeface="Arial"/>
                <a:cs typeface="Arial"/>
              </a:defRPr>
            </a:lvl7pPr>
            <a:lvl8pPr marL="0" marR="0" indent="0" algn="r">
              <a:buClr>
                <a:srgbClr val="000000"/>
              </a:buClr>
              <a:buSzPts val="1333"/>
              <a:buFont typeface="Arial"/>
              <a:buNone/>
              <a:defRPr sz="1333" b="0" i="0" u="none" cap="none">
                <a:solidFill>
                  <a:srgbClr val="595959"/>
                </a:solidFill>
                <a:latin typeface="Arial"/>
                <a:ea typeface="Arial"/>
                <a:cs typeface="Arial"/>
              </a:defRPr>
            </a:lvl8pPr>
            <a:lvl9pPr marL="0" marR="0" indent="0" algn="r">
              <a:buClr>
                <a:srgbClr val="000000"/>
              </a:buClr>
              <a:buSzPts val="1333"/>
              <a:buFont typeface="Arial"/>
              <a:buNone/>
              <a:defRPr sz="1333" b="0" i="0" u="none" cap="none">
                <a:solidFill>
                  <a:srgbClr val="595959"/>
                </a:solidFill>
                <a:latin typeface="Arial"/>
                <a:ea typeface="Arial"/>
                <a:cs typeface="Arial"/>
              </a:defRPr>
            </a:lvl9pPr>
          </a:lstStyle>
          <a:p xmlns:a="http://schemas.openxmlformats.org/drawingml/2006/main">
            <a:fld id="{A74DB8E4-0DF9-4658-8AF8-1D74F81145F2}" type="slidenum">
              <a:t>‹#›</a:t>
            </a:fld>
            <a:endParaRPr/>
          </a:p>
        </p:txBody>
      </p:sp>
    </p:spTree>
  </p:cSld>
</p:sldLayout>
</file>

<file path=ppt/slideLayouts/slideLayout21.xml><?xml version="1.0" encoding="utf-8"?>
<p:sldLayout xmlns:p="http://schemas.openxmlformats.org/presentationml/2006/main" preserve="1">
  <p:cSld name="1_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CEB5612-64C5-4907-A736-6A3E1FF8270E}"/>
              </a:ext>
            </a:extLst>
          </p:cNvPr>
          <p:cNvSpPr>
            <a:spLocks xmlns:a="http://schemas.openxmlformats.org/drawingml/2006/main" noGrp="1"/>
          </p:cNvSpPr>
          <p:nvPr>
            <p:ph type="dt" idx="10"/>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57020DAE-7ED0-4B17-B656-7E9590772B44}" type="datetimeFigureOut">
              <a:t>7/31/2026</a:t>
            </a:fld>
            <a:endParaRPr/>
          </a:p>
        </p:txBody>
      </p:sp>
      <p:sp>
        <p:nvSpPr>
          <p:cNvPr id="3" name="Footer Placeholder 2">
            <a:extLst xmlns:a="http://schemas.openxmlformats.org/drawingml/2006/main">
              <a:ext uri="{FF2B5EF4-FFF2-40B4-BE49-F238E27FC236}">
                <a16:creationId xmlns:a16="http://schemas.microsoft.com/office/drawing/2014/main" id="{18B5C147-FB1E-41ED-81E0-899FC292CA8B}"/>
              </a:ext>
            </a:extLst>
          </p:cNvPr>
          <p:cNvSpPr>
            <a:spLocks xmlns:a="http://schemas.openxmlformats.org/drawingml/2006/main" noGrp="1"/>
          </p:cNvSpPr>
          <p:nvPr>
            <p:ph type="ftr" idx="11"/>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18370E5-D010-40F8-B639-08BD8325DAB2}"/>
              </a:ext>
            </a:extLst>
          </p:cNvPr>
          <p:cNvSpPr>
            <a:spLocks xmlns:a="http://schemas.openxmlformats.org/drawingml/2006/main" noGrp="1"/>
          </p:cNvSpPr>
          <p:nvPr>
            <p:ph type="sldNum" idx="12"/>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A74DB8E4-0DF9-4658-8AF8-1D74F81145F2}" type="slidenum">
              <a:t>‹#›</a:t>
            </a:fld>
            <a:endParaRPr/>
          </a:p>
        </p:txBody>
      </p:sp>
    </p:spTree>
  </p:cSld>
</p:sldLayout>
</file>

<file path=ppt/slideLayouts/slideLayout22.xml><?xml version="1.0" encoding="utf-8"?>
<p:sldLayout xmlns:p="http://schemas.openxmlformats.org/presentationml/2006/main" type="twoTxTwoObj">
  <p:cSld name="Comparison">
    <p:bg>
      <p:bgPr>
        <a:blipFill xmlns:a="http://schemas.openxmlformats.org/drawingml/2006/main" rotWithShape="1">
          <a:blip xmlns:r="http://schemas.openxmlformats.org/officeDocument/2006/relationships" r:embed="R5a820bce1c4d493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664936E-CF30-45D0-9285-9620AED5D30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E9DA252-1D22-4C05-975C-A699B87B0D9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4" name="Content Placeholder 3">
            <a:extLst xmlns:a="http://schemas.openxmlformats.org/drawingml/2006/main">
              <a:ext uri="{FF2B5EF4-FFF2-40B4-BE49-F238E27FC236}">
                <a16:creationId xmlns:a16="http://schemas.microsoft.com/office/drawing/2014/main" id="{263CA32C-393B-4F33-898F-D503954CB195}"/>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602334E5-BF0C-43BE-941E-57E96CC40D0B}"/>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Edit Master text styles</a:t>
            </a:r>
          </a:p>
        </p:txBody>
      </p:sp>
      <p:sp>
        <p:nvSpPr>
          <p:cNvPr id="6" name="Content Placeholder 5">
            <a:extLst xmlns:a="http://schemas.openxmlformats.org/drawingml/2006/main">
              <a:ext uri="{FF2B5EF4-FFF2-40B4-BE49-F238E27FC236}">
                <a16:creationId xmlns:a16="http://schemas.microsoft.com/office/drawing/2014/main" id="{DD2478C4-6D32-4C9E-97E9-F99A5866CFAA}"/>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lvl1pPr>
              <a:buNone/>
              <a:defRPr>
                <a:solidFill>
                  <a:schemeClr val="bg1"/>
                </a:solidFill>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xmlns:a="http://schemas.openxmlformats.org/drawingml/2006/main">
            <a:pPr lvl="0">
              <a:buNone/>
            </a:pPr>
            <a:r>
              <a:t>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429B990-DC85-4EC0-B3DE-7EE61F6EC1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57020DAE-7ED0-4B17-B656-7E9590772B44}" type="datetimeFigureOut">
              <a:t>7/31/2026</a:t>
            </a:fld>
            <a:endParaRPr/>
          </a:p>
        </p:txBody>
      </p:sp>
      <p:sp>
        <p:nvSpPr>
          <p:cNvPr id="8" name="Footer Placeholder 7">
            <a:extLst xmlns:a="http://schemas.openxmlformats.org/drawingml/2006/main">
              <a:ext uri="{FF2B5EF4-FFF2-40B4-BE49-F238E27FC236}">
                <a16:creationId xmlns:a16="http://schemas.microsoft.com/office/drawing/2014/main" id="{A496D77F-D50E-4A0F-ACD6-57D0CBD16D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D883289-3713-4137-9AA6-70519C5A9F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lumMod val="75000"/>
                  </a:schemeClr>
                </a:solidFill>
              </a:defRPr>
            </a:lvl1pPr>
          </a:lstStyle>
          <a:p xmlns:a="http://schemas.openxmlformats.org/drawingml/2006/main">
            <a:fld id="{A74DB8E4-0DF9-4658-8AF8-1D74F81145F2}" type="slidenum">
              <a:t>‹#›</a:t>
            </a:fld>
            <a:endParaRPr/>
          </a:p>
        </p:txBody>
      </p:sp>
    </p:spTree>
  </p:cSld>
</p:sldLayout>
</file>

<file path=ppt/slideLayouts/slideLayout23.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f8a080f16f1a4f42" /><Relationship Type="http://schemas.openxmlformats.org/officeDocument/2006/relationships/theme" Target="/ppt/slideMasters/theme/theme2.xml" Id="Rc0429e9e183341d3" /><Relationship Type="http://schemas.openxmlformats.org/officeDocument/2006/relationships/slideLayout" Target="/ppt/slideLayouts/slideLayout1.xml" Id="Rb007d52972384f60" /><Relationship Type="http://schemas.openxmlformats.org/officeDocument/2006/relationships/slideLayout" Target="/ppt/slideLayouts/slideLayout2.xml" Id="R34c39f901e83452b" /><Relationship Type="http://schemas.openxmlformats.org/officeDocument/2006/relationships/slideLayout" Target="/ppt/slideLayouts/slideLayout3.xml" Id="Rc56cdc7e053144ac" /><Relationship Type="http://schemas.openxmlformats.org/officeDocument/2006/relationships/slideLayout" Target="/ppt/slideLayouts/slideLayout4.xml" Id="Ra8f4c5b4d8074925" /><Relationship Type="http://schemas.openxmlformats.org/officeDocument/2006/relationships/slideLayout" Target="/ppt/slideLayouts/slideLayout5.xml" Id="R7002990f853f490a" /><Relationship Type="http://schemas.openxmlformats.org/officeDocument/2006/relationships/slideLayout" Target="/ppt/slideLayouts/slideLayout6.xml" Id="R6c5e682264224e6d" /><Relationship Type="http://schemas.openxmlformats.org/officeDocument/2006/relationships/slideLayout" Target="/ppt/slideLayouts/slideLayout7.xml" Id="R8e71f83a6ecc45fe" /><Relationship Type="http://schemas.openxmlformats.org/officeDocument/2006/relationships/slideLayout" Target="/ppt/slideLayouts/slideLayout8.xml" Id="Rca3deda97db74bf5" /><Relationship Type="http://schemas.openxmlformats.org/officeDocument/2006/relationships/slideLayout" Target="/ppt/slideLayouts/slideLayout9.xml" Id="R50e3465bea614ad4" /><Relationship Type="http://schemas.openxmlformats.org/officeDocument/2006/relationships/slideLayout" Target="/ppt/slideLayouts/slideLayout10.xml" Id="R0dd8dbda37224e34" /><Relationship Type="http://schemas.openxmlformats.org/officeDocument/2006/relationships/slideLayout" Target="/ppt/slideLayouts/slideLayout11.xml" Id="R65ccbc806df94942" /><Relationship Type="http://schemas.openxmlformats.org/officeDocument/2006/relationships/slideLayout" Target="/ppt/slideLayouts/slideLayout12.xml" Id="Ree0b6c262e5b4d23" /><Relationship Type="http://schemas.openxmlformats.org/officeDocument/2006/relationships/slideLayout" Target="/ppt/slideLayouts/slideLayout13.xml" Id="Rd9c025871daa4b1a" /><Relationship Type="http://schemas.openxmlformats.org/officeDocument/2006/relationships/slideLayout" Target="/ppt/slideLayouts/slideLayout14.xml" Id="R49454fe082364b0d" /><Relationship Type="http://schemas.openxmlformats.org/officeDocument/2006/relationships/slideLayout" Target="/ppt/slideLayouts/slideLayout15.xml" Id="Rb8f5ca98051541b0" /><Relationship Type="http://schemas.openxmlformats.org/officeDocument/2006/relationships/slideLayout" Target="/ppt/slideLayouts/slideLayout16.xml" Id="Rb758fedc964c481e" /><Relationship Type="http://schemas.openxmlformats.org/officeDocument/2006/relationships/slideLayout" Target="/ppt/slideLayouts/slideLayout17.xml" Id="Rc30b1ba79faf4914" /><Relationship Type="http://schemas.openxmlformats.org/officeDocument/2006/relationships/slideLayout" Target="/ppt/slideLayouts/slideLayout18.xml" Id="R87894ea0bcfe486f" /><Relationship Type="http://schemas.openxmlformats.org/officeDocument/2006/relationships/slideLayout" Target="/ppt/slideLayouts/slideLayout19.xml" Id="R7085bc1bac7b44e0" /><Relationship Type="http://schemas.openxmlformats.org/officeDocument/2006/relationships/slideLayout" Target="/ppt/slideLayouts/slideLayout20.xml" Id="Rd6e39fc220a241c3" /><Relationship Type="http://schemas.openxmlformats.org/officeDocument/2006/relationships/slideLayout" Target="/ppt/slideLayouts/slideLayout21.xml" Id="Rd57dcbd672a54c19" /><Relationship Type="http://schemas.openxmlformats.org/officeDocument/2006/relationships/slideLayout" Target="/ppt/slideLayouts/slideLayout22.xml" Id="Rccb43d944d914dd5" /><Relationship Type="http://schemas.openxmlformats.org/officeDocument/2006/relationships/slideLayout" Target="/ppt/slideLayouts/slideLayout23.xml" Id="Rd1e4a5552ab04857" /></Relationships>
</file>

<file path=ppt/slideMasters/slideMaster1.xml><?xml version="1.0" encoding="utf-8"?>
<p:sldMaster xmlns:p="http://schemas.openxmlformats.org/presentationml/2006/main">
  <p:cSld>
    <p:bg>
      <p:bgPr>
        <a:blipFill xmlns:a="http://schemas.openxmlformats.org/drawingml/2006/main" rotWithShape="1">
          <a:blip xmlns:r="http://schemas.openxmlformats.org/officeDocument/2006/relationships" r:embed="Rf8a080f16f1a4f42">
            <a:lum/>
          </a:blip>
          <a:srcRect l="0" t="0" r="0" b="0"/>
          <a:stretch>
            <a:fillRect l="0" t="0" r="0" b="0"/>
          </a:stretch>
        </a:blip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547C7B6-1650-658B-2731-3089BD1BDEEB}"/>
              </a:ext>
            </a:extLst>
          </p:cNvPr>
          <p:cNvSpPr>
            <a:spLocks xmlns:a="http://schemas.openxmlformats.org/drawingml/2006/main" noGrp="1"/>
          </p:cNvSpPr>
          <p:nvPr/>
        </p:nvSpPr>
        <p:spPr>
          <a:xfrm xmlns:a="http://schemas.openxmlformats.org/drawingml/2006/main">
            <a:off x="5672138" y="63818"/>
            <a:ext cx="1285875" cy="1619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0">
                <a:solidFill>
                  <a:srgbClr val="7B233B"/>
                </a:solidFill>
                <a:latin typeface="Arial"/>
                <a:ea typeface="Arial"/>
                <a:cs typeface="Arial"/>
              </a:defRPr>
            </a:pPr>
            <a:r>
              <a:rPr sz="900" b="0">
                <a:solidFill>
                  <a:srgbClr val="7B233B"/>
                </a:solidFill>
                <a:latin typeface="Arial"/>
                <a:ea typeface="Arial"/>
                <a:cs typeface="Arial"/>
              </a:rPr>
              <a:t>CONFIDENTIAL</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07d52972384f60"/>
    <p:sldLayoutId xmlns:r="http://schemas.openxmlformats.org/officeDocument/2006/relationships" id="2147483650" r:id="R34c39f901e83452b"/>
    <p:sldLayoutId xmlns:r="http://schemas.openxmlformats.org/officeDocument/2006/relationships" id="2147483651" r:id="Rc56cdc7e053144ac"/>
    <p:sldLayoutId xmlns:r="http://schemas.openxmlformats.org/officeDocument/2006/relationships" id="2147483652" r:id="Ra8f4c5b4d8074925"/>
    <p:sldLayoutId xmlns:r="http://schemas.openxmlformats.org/officeDocument/2006/relationships" id="2147483653" r:id="R7002990f853f490a"/>
    <p:sldLayoutId xmlns:r="http://schemas.openxmlformats.org/officeDocument/2006/relationships" id="2147483654" r:id="R6c5e682264224e6d"/>
    <p:sldLayoutId xmlns:r="http://schemas.openxmlformats.org/officeDocument/2006/relationships" id="2147483655" r:id="R8e71f83a6ecc45fe"/>
    <p:sldLayoutId xmlns:r="http://schemas.openxmlformats.org/officeDocument/2006/relationships" id="2147483656" r:id="Rca3deda97db74bf5"/>
    <p:sldLayoutId xmlns:r="http://schemas.openxmlformats.org/officeDocument/2006/relationships" id="2147483657" r:id="R50e3465bea614ad4"/>
    <p:sldLayoutId xmlns:r="http://schemas.openxmlformats.org/officeDocument/2006/relationships" id="2147483658" r:id="R0dd8dbda37224e34"/>
    <p:sldLayoutId xmlns:r="http://schemas.openxmlformats.org/officeDocument/2006/relationships" id="2147483659" r:id="R65ccbc806df94942"/>
    <p:sldLayoutId xmlns:r="http://schemas.openxmlformats.org/officeDocument/2006/relationships" id="2147483660" r:id="Ree0b6c262e5b4d23"/>
    <p:sldLayoutId xmlns:r="http://schemas.openxmlformats.org/officeDocument/2006/relationships" id="2147483661" r:id="Rd9c025871daa4b1a"/>
    <p:sldLayoutId xmlns:r="http://schemas.openxmlformats.org/officeDocument/2006/relationships" id="2147483662" r:id="R49454fe082364b0d"/>
    <p:sldLayoutId xmlns:r="http://schemas.openxmlformats.org/officeDocument/2006/relationships" id="2147483663" r:id="Rb8f5ca98051541b0"/>
    <p:sldLayoutId xmlns:r="http://schemas.openxmlformats.org/officeDocument/2006/relationships" id="2147483664" r:id="Rb758fedc964c481e"/>
    <p:sldLayoutId xmlns:r="http://schemas.openxmlformats.org/officeDocument/2006/relationships" id="2147483665" r:id="Rc30b1ba79faf4914"/>
    <p:sldLayoutId xmlns:r="http://schemas.openxmlformats.org/officeDocument/2006/relationships" id="2147483666" r:id="R87894ea0bcfe486f"/>
    <p:sldLayoutId xmlns:r="http://schemas.openxmlformats.org/officeDocument/2006/relationships" id="2147483667" r:id="R7085bc1bac7b44e0"/>
    <p:sldLayoutId xmlns:r="http://schemas.openxmlformats.org/officeDocument/2006/relationships" id="2147483668" r:id="Rd6e39fc220a241c3"/>
    <p:sldLayoutId xmlns:r="http://schemas.openxmlformats.org/officeDocument/2006/relationships" id="2147483669" r:id="Rd57dcbd672a54c19"/>
    <p:sldLayoutId xmlns:r="http://schemas.openxmlformats.org/officeDocument/2006/relationships" id="2147483670" r:id="Rccb43d944d914dd5"/>
    <p:sldLayoutId xmlns:r="http://schemas.openxmlformats.org/officeDocument/2006/relationships" id="2147483671" r:id="Rd1e4a5552ab04857"/>
  </p:sldLayoutIdLst>
  <p:txStyles>
    <p:titleStyle>
      <a:lvl1pPr xmlns:a="http://schemas.openxmlformats.org/drawingml/2006/main" algn="l" defTabSz="914400">
        <a:lnSpc>
          <a:spcPct val="90000"/>
        </a:lnSpc>
        <a:spcBef>
          <a:spcPct val="0"/>
        </a:spcBef>
        <a:buNone/>
        <a:defRPr sz="4400" b="1" kern="1200">
          <a:solidFill>
            <a:schemeClr val="bg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bg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bg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bg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bg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bg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54c8c3344c4af4" /><Relationship Type="http://schemas.openxmlformats.org/officeDocument/2006/relationships/notesSlide" Target="/ppt/notesSlides/notesSlide1.xml" Id="R4fea618d144547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7.xml" Id="R031de66e79324c1f" /><Relationship Type="http://schemas.openxmlformats.org/officeDocument/2006/relationships/image" Target="/ppt/media/image8.png" Id="Rc21808b3f6f84f34" /><Relationship Type="http://schemas.openxmlformats.org/officeDocument/2006/relationships/notesSlide" Target="/ppt/notesSlides/notesSlide2.xml" Id="R448ca13cd4eb47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7.xml" Id="Rf1b7c5de81c5456d" /><Relationship Type="http://schemas.openxmlformats.org/officeDocument/2006/relationships/image" Target="/ppt/media/image9.png" Id="R134fe1d03455400e" /><Relationship Type="http://schemas.openxmlformats.org/officeDocument/2006/relationships/image" Target="/ppt/media/image10.png" Id="R66d17f8d5a854540" /><Relationship Type="http://schemas.openxmlformats.org/officeDocument/2006/relationships/notesSlide" Target="/ppt/notesSlides/notesSlide3.xml" Id="Ra27afd4a36da4e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7.xml" Id="Rf9fd44b56c8a414c" /><Relationship Type="http://schemas.openxmlformats.org/officeDocument/2006/relationships/image" Target="/ppt/media/image11.png" Id="R587d2f3545ec4121" /><Relationship Type="http://schemas.openxmlformats.org/officeDocument/2006/relationships/image" Target="/ppt/media/image12.png" Id="Ra7e25f70898e488c" /><Relationship Type="http://schemas.openxmlformats.org/officeDocument/2006/relationships/image" Target="/ppt/media/image13.png" Id="Ra688549110d6426d" /><Relationship Type="http://schemas.openxmlformats.org/officeDocument/2006/relationships/image" Target="/ppt/media/image14.png" Id="R5ab0a661691d4a25" /><Relationship Type="http://schemas.openxmlformats.org/officeDocument/2006/relationships/notesSlide" Target="/ppt/notesSlides/notesSlide4.xml" Id="Ra8c870bb10154b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7.xml" Id="R82b79896d7fa42df" /><Relationship Type="http://schemas.openxmlformats.org/officeDocument/2006/relationships/image" Target="/ppt/media/image15.png" Id="Rd3843a7342cb41ec" /><Relationship Type="http://schemas.openxmlformats.org/officeDocument/2006/relationships/notesSlide" Target="/ppt/notesSlides/notesSlide5.xml" Id="R79811eecdeec48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7.xml" Id="R71f290af3bdd43d8" /><Relationship Type="http://schemas.openxmlformats.org/officeDocument/2006/relationships/image" Target="/ppt/media/image16.png" Id="R1f194812bdfd4b3e" /><Relationship Type="http://schemas.openxmlformats.org/officeDocument/2006/relationships/notesSlide" Target="/ppt/notesSlides/notesSlide6.xml" Id="Rcfd80073312246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7.xml" Id="Reb22959ce7e14bd1" /><Relationship Type="http://schemas.openxmlformats.org/officeDocument/2006/relationships/image" Target="/ppt/media/image17.png" Id="R7724ea148998437f" /><Relationship Type="http://schemas.openxmlformats.org/officeDocument/2006/relationships/notesSlide" Target="/ppt/notesSlides/notesSlide7.xml" Id="R9023b728ad3047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7.xml" Id="Rce0253f0500744d2" /><Relationship Type="http://schemas.openxmlformats.org/officeDocument/2006/relationships/notesSlide" Target="/ppt/notesSlides/notesSlide8.xml" Id="R28ca32f6b65445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7.xml" Id="R2fcb3b4e288d464d" /><Relationship Type="http://schemas.openxmlformats.org/officeDocument/2006/relationships/image" Target="/ppt/media/image18.png" Id="R60beb98bbfa3466b" /><Relationship Type="http://schemas.openxmlformats.org/officeDocument/2006/relationships/notesSlide" Target="/ppt/notesSlides/notesSlide9.xml" Id="R0e9d600dd1c947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7.xml" Id="Rf522fff22af54530" /><Relationship Type="http://schemas.openxmlformats.org/officeDocument/2006/relationships/notesSlide" Target="/ppt/notesSlides/notesSlide10.xml" Id="R7c2d5f352e9e4b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7.xml" Id="R0b76b64ad7064864" /><Relationship Type="http://schemas.openxmlformats.org/officeDocument/2006/relationships/notesSlide" Target="/ppt/notesSlides/notesSlide11.xml" Id="Rb4482360794549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7.xml" Id="R64d5ca0f50dc4db9" /><Relationship Type="http://schemas.openxmlformats.org/officeDocument/2006/relationships/image" Target="/ppt/media/image19.png" Id="R857b8a7c64c244a9" /><Relationship Type="http://schemas.openxmlformats.org/officeDocument/2006/relationships/image" Target="/ppt/media/image20.png" Id="R36b71b743e9440b4" /><Relationship Type="http://schemas.openxmlformats.org/officeDocument/2006/relationships/image" Target="/ppt/media/image21.png" Id="R189e26f530f04a4d" /><Relationship Type="http://schemas.openxmlformats.org/officeDocument/2006/relationships/notesSlide" Target="/ppt/notesSlides/notesSlide12.xml" Id="Rdeb6cba90c79439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Subtitle 3">
            <a:extLst xmlns:a="http://schemas.openxmlformats.org/drawingml/2006/main">
              <a:ext uri="{FF2B5EF4-FFF2-40B4-BE49-F238E27FC236}">
                <a16:creationId xmlns:a16="http://schemas.microsoft.com/office/drawing/2014/main" id="{3BFDC539-FE20-43A3-91DA-DC6AC6A72CAE}"/>
              </a:ext>
            </a:extLst>
          </p:cNvPr>
          <p:cNvSpPr>
            <a:spLocks xmlns:a="http://schemas.openxmlformats.org/drawingml/2006/main" noGrp="1"/>
          </p:cNvSpPr>
          <p:nvPr>
            <p:ph type="subTitle" idx="1"/>
          </p:nvPr>
        </p:nvSpPr>
        <p:spPr>
          <a:xfrm xmlns:a="http://schemas.openxmlformats.org/drawingml/2006/main">
            <a:off x="5810250" y="4143375"/>
            <a:ext cx="5905500" cy="1238250"/>
          </a:xfr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HUMANOID</a:t>
            </a:r>
            <a:endParaRPr/>
          </a:p>
          <a:p xmlns:a="http://schemas.openxmlformats.org/drawingml/2006/main">
            <a:pPr algn="l">
              <a:buNone/>
              <a:defRPr sz="3600" b="1">
                <a:solidFill>
                  <a:srgbClr val="FFFFFF"/>
                </a:solidFill>
                <a:latin typeface="Arial"/>
                <a:ea typeface="Arial"/>
                <a:cs typeface="Arial"/>
              </a:defRPr>
            </a:pPr>
            <a:r>
              <a:rPr sz="3600" b="1">
                <a:solidFill>
                  <a:srgbClr val="FFFFFF"/>
                </a:solidFill>
                <a:latin typeface="Arial"/>
                <a:ea typeface="Arial"/>
                <a:cs typeface="Arial"/>
              </a:rPr>
              <a:t>DATA FLYWHEEL</a:t>
            </a:r>
            <a:endParaRPr/>
          </a:p>
        </p:txBody>
      </p:sp>
      <p:sp>
        <p:nvSpPr>
          <p:cNvPr id="5" name="content">
            <a:extLst xmlns:a="http://schemas.openxmlformats.org/drawingml/2006/main">
              <a:ext uri="{FF2B5EF4-FFF2-40B4-BE49-F238E27FC236}">
                <a16:creationId xmlns:a16="http://schemas.microsoft.com/office/drawing/2014/main" id="{59783F51-B372-43C7-9A2A-011FB2420147}"/>
              </a:ext>
            </a:extLst>
          </p:cNvPr>
          <p:cNvSpPr>
            <a:spLocks xmlns:a="http://schemas.openxmlformats.org/drawingml/2006/main" noGrp="1"/>
          </p:cNvSpPr>
          <p:nvPr/>
        </p:nvSpPr>
        <p:spPr>
          <a:xfrm xmlns:a="http://schemas.openxmlformats.org/drawingml/2006/main">
            <a:off x="5810250" y="55435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Platform dữ liệu huấn luyện robot</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Workflow và hiệu quả chi phí</a:t>
            </a:r>
          </a:p>
        </p:txBody>
      </p:sp>
      <p:sp>
        <p:nvSpPr>
          <p:cNvPr id="6" name="content">
            <a:extLst xmlns:a="http://schemas.openxmlformats.org/drawingml/2006/main">
              <a:ext uri="{FF2B5EF4-FFF2-40B4-BE49-F238E27FC236}">
                <a16:creationId xmlns:a16="http://schemas.microsoft.com/office/drawing/2014/main" id="{7DB7453C-BEF1-46D6-B7D3-DC09EF978A76}"/>
              </a:ext>
            </a:extLst>
          </p:cNvPr>
          <p:cNvSpPr>
            <a:spLocks xmlns:a="http://schemas.openxmlformats.org/drawingml/2006/main" noGrp="1"/>
          </p:cNvSpPr>
          <p:nvPr/>
        </p:nvSpPr>
        <p:spPr>
          <a:xfrm xmlns:a="http://schemas.openxmlformats.org/drawingml/2006/main">
            <a:off x="5810250" y="6448425"/>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defPPr>
          </a:lstStyle>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Human video + teleop + synthetic. Đề xuất MVP 30 ngày.</a:t>
            </a:r>
          </a:p>
        </p:txBody>
      </p:sp>
    </p:spTree>
    <p:extLst>
      <p:ext uri="{BB962C8B-B14F-4D97-AF65-F5344CB8AC3E}">
        <p14:creationId xmlns:p14="http://schemas.microsoft.com/office/powerpoint/2010/main" val="347258958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C3743980-B757-4105-974E-E0E53348086A}"/>
              </a:ext>
            </a:extLst>
          </p:cNvPr>
          <p:cNvCxnSpPr>
            <a:stCxn xmlns:a="http://schemas.openxmlformats.org/drawingml/2006/main" id="17" idx="3"/>
            <a:endCxn xmlns:a="http://schemas.openxmlformats.org/drawingml/2006/main" id="18" idx="1"/>
          </p:cNvCxnSpPr>
          <p:nvPr/>
        </p:nvCxnSpPr>
        <p:spPr>
          <a:xfrm xmlns:a="http://schemas.openxmlformats.org/drawingml/2006/main">
            <a:off x="7572375" y="2905125"/>
            <a:ext cx="1133475" cy="0"/>
          </a:xfrm>
          <a:prstGeom xmlns:a="http://schemas.openxmlformats.org/drawingml/2006/main" prst="straightConnector1">
            <a:avLst/>
          </a:prstGeom>
          <a:ln xmlns:a="http://schemas.openxmlformats.org/drawingml/2006/main" w="20955">
            <a:solidFill>
              <a:srgbClr val="00878B"/>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5EB6BFEE-5F1D-4A73-BA28-CD16053B085B}"/>
              </a:ext>
            </a:extLst>
          </p:cNvPr>
          <p:cNvCxnSpPr>
            <a:stCxn xmlns:a="http://schemas.openxmlformats.org/drawingml/2006/main" id="16" idx="3"/>
            <a:endCxn xmlns:a="http://schemas.openxmlformats.org/drawingml/2006/main" id="17" idx="1"/>
          </p:cNvCxnSpPr>
          <p:nvPr/>
        </p:nvCxnSpPr>
        <p:spPr>
          <a:xfrm xmlns:a="http://schemas.openxmlformats.org/drawingml/2006/main">
            <a:off x="3486150" y="2905125"/>
            <a:ext cx="1133475" cy="0"/>
          </a:xfrm>
          <a:prstGeom xmlns:a="http://schemas.openxmlformats.org/drawingml/2006/main" prst="straightConnector1">
            <a:avLst/>
          </a:prstGeom>
          <a:ln xmlns:a="http://schemas.openxmlformats.org/drawingml/2006/main" w="20955">
            <a:solidFill>
              <a:srgbClr val="00878B"/>
            </a:solidFill>
            <a:prstDash val="solid"/>
            <a:tailEnd type="triangle" w="med" len="med"/>
          </a:ln>
        </p:spPr>
      </p:cxnSp>
      <p:pic>
        <p:nvPicPr>
          <p:cNvPr id="10" name="Picture 6">
            <a:extLst xmlns:a="http://schemas.openxmlformats.org/drawingml/2006/main">
              <a:ext uri="{FF2B5EF4-FFF2-40B4-BE49-F238E27FC236}">
                <a16:creationId xmlns:a16="http://schemas.microsoft.com/office/drawing/2014/main" id="{E92209B1-0479-499C-84F9-AF49DEAE4769}"/>
              </a:ext>
            </a:extLst>
          </p:cNvPr>
          <p:cNvPicPr>
            <a:picLocks xmlns:a="http://schemas.openxmlformats.org/drawingml/2006/main" noChangeAspect="1"/>
          </p:cNvPicPr>
          <p:nvPr/>
        </p:nvPicPr>
        <p:blipFill>
          <a:blip xmlns:r="http://schemas.openxmlformats.org/officeDocument/2006/relationships" xmlns:a="http://schemas.openxmlformats.org/drawingml/2006/main" r:embed="Rc21808b3f6f84f34"/>
          <a:srcRect xmlns:a="http://schemas.openxmlformats.org/drawingml/2006/main" l="0" t="32804" r="0" b="51587"/>
          <a:stretch xmlns:a="http://schemas.openxmlformats.org/drawingml/2006/main">
            <a:fillRect l="0" t="0" r="0" b="0"/>
          </a:stretch>
        </p:blipFill>
        <p:spPr>
          <a:xfrm xmlns:a="http://schemas.openxmlformats.org/drawingml/2006/main">
            <a:off x="0" y="5987142"/>
            <a:ext cx="12191999" cy="870861"/>
          </a:xfrm>
          <a:prstGeom xmlns:a="http://schemas.openxmlformats.org/drawingml/2006/main" prst="rect">
            <a:avLst/>
          </a:prstGeom>
        </p:spPr>
      </p:pic>
      <p:sp>
        <p:nvSpPr>
          <p:cNvPr id="4" name="Shape 28">
            <a:extLst xmlns:a="http://schemas.openxmlformats.org/drawingml/2006/main">
              <a:ext uri="{FF2B5EF4-FFF2-40B4-BE49-F238E27FC236}">
                <a16:creationId xmlns:a16="http://schemas.microsoft.com/office/drawing/2014/main" id="{D8CCF9ED-FD98-B255-B5CA-9D20D19AD25E}"/>
              </a:ext>
            </a:extLst>
          </p:cNvPr>
          <p:cNvSpPr>
            <a:spLocks xmlns:a="http://schemas.openxmlformats.org/drawingml/2006/main" noGrp="1"/>
          </p:cNvSpPr>
          <p:nvPr/>
        </p:nvSpPr>
        <p:spPr>
          <a:xfrm xmlns:a="http://schemas.openxmlformats.org/drawingml/2006/main">
            <a:off x="165652" y="6082284"/>
            <a:ext cx="45720" cy="585216"/>
          </a:xfrm>
          <a:prstGeom xmlns:a="http://schemas.openxmlformats.org/drawingml/2006/main" prst="rect">
            <a:avLst/>
          </a:prstGeom>
          <a:solidFill xmlns:a="http://schemas.openxmlformats.org/drawingml/2006/main">
            <a:srgbClr val="30D158"/>
          </a:solidFill>
          <a:ln xmlns:a="http://schemas.openxmlformats.org/drawingml/2006/main" w="12700">
            <a:solidFill>
              <a:srgbClr val="30D158"/>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1">
            <a:extLst xmlns:a="http://schemas.openxmlformats.org/drawingml/2006/main">
              <a:ext uri="{FF2B5EF4-FFF2-40B4-BE49-F238E27FC236}">
                <a16:creationId xmlns:a16="http://schemas.microsoft.com/office/drawing/2014/main" id="{999914A4-753F-42AE-8333-39B3A9D29DFE}"/>
              </a:ext>
            </a:extLst>
          </p:cNvPr>
          <p:cNvSpPr>
            <a:spLocks xmlns:a="http://schemas.openxmlformats.org/drawingml/2006/main" noGrp="1"/>
          </p:cNvSpPr>
          <p:nvPr/>
        </p:nvSpPr>
        <p:spPr>
          <a:xfrm xmlns:a="http://schemas.openxmlformats.org/drawingml/2006/main">
            <a:off x="4000500" y="238125"/>
            <a:ext cx="7762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buNone/>
              <a:defRPr sz="2850" b="1">
                <a:solidFill>
                  <a:srgbClr val="FFFFFF"/>
                </a:solidFill>
                <a:latin typeface="Arial"/>
                <a:ea typeface="Arial"/>
                <a:cs typeface="Arial"/>
              </a:defRPr>
            </a:pPr>
            <a:r>
              <a:rPr sz="2850" b="1">
                <a:solidFill>
                  <a:srgbClr val="FFFFFF"/>
                </a:solidFill>
                <a:latin typeface="Arial"/>
                <a:ea typeface="Arial"/>
                <a:cs typeface="Arial"/>
              </a:rPr>
              <a:t>Vấn đề và giá trị platform</a:t>
            </a:r>
          </a:p>
        </p:txBody>
      </p:sp>
      <p:sp>
        <p:nvSpPr>
          <p:cNvPr id="12" name="text-2">
            <a:extLst xmlns:a="http://schemas.openxmlformats.org/drawingml/2006/main">
              <a:ext uri="{FF2B5EF4-FFF2-40B4-BE49-F238E27FC236}">
                <a16:creationId xmlns:a16="http://schemas.microsoft.com/office/drawing/2014/main" id="{264DABCE-A5F3-49AC-A415-27A2780247E8}"/>
              </a:ext>
            </a:extLst>
          </p:cNvPr>
          <p:cNvSpPr>
            <a:spLocks xmlns:a="http://schemas.openxmlformats.org/drawingml/2006/main" noGrp="1"/>
          </p:cNvSpPr>
          <p:nvPr/>
        </p:nvSpPr>
        <p:spPr>
          <a:xfrm xmlns:a="http://schemas.openxmlformats.org/drawingml/2006/main">
            <a:off x="533400" y="146685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451"/>
                </a:solidFill>
                <a:latin typeface="Arial"/>
                <a:ea typeface="Arial"/>
                <a:cs typeface="Arial"/>
              </a:defRPr>
            </a:defPPr>
          </a:lstStyle>
          <a:p xmlns:a="http://schemas.openxmlformats.org/drawingml/2006/main">
            <a:pPr algn="l">
              <a:buNone/>
              <a:defRPr sz="2025" b="1">
                <a:solidFill>
                  <a:srgbClr val="173451"/>
                </a:solidFill>
                <a:latin typeface="Arial"/>
                <a:ea typeface="Arial"/>
                <a:cs typeface="Arial"/>
              </a:defRPr>
            </a:pPr>
            <a:r>
              <a:rPr sz="2025" b="1">
                <a:solidFill>
                  <a:srgbClr val="173451"/>
                </a:solidFill>
                <a:latin typeface="Arial"/>
                <a:ea typeface="Arial"/>
                <a:cs typeface="Arial"/>
              </a:rPr>
              <a:t>Mỗi lần robot thất bại, đội kỹ thuật phải chọn can thiệp tiếp theo</a:t>
            </a:r>
          </a:p>
        </p:txBody>
      </p:sp>
      <p:sp>
        <p:nvSpPr>
          <p:cNvPr id="13" name="text-3">
            <a:extLst xmlns:a="http://schemas.openxmlformats.org/drawingml/2006/main">
              <a:ext uri="{FF2B5EF4-FFF2-40B4-BE49-F238E27FC236}">
                <a16:creationId xmlns:a16="http://schemas.microsoft.com/office/drawing/2014/main" id="{20AEEEF0-9FF1-4F62-866E-6716C030D17C}"/>
              </a:ext>
            </a:extLst>
          </p:cNvPr>
          <p:cNvSpPr>
            <a:spLocks xmlns:a="http://schemas.openxmlformats.org/drawingml/2006/main" noGrp="1"/>
          </p:cNvSpPr>
          <p:nvPr/>
        </p:nvSpPr>
        <p:spPr>
          <a:xfrm xmlns:a="http://schemas.openxmlformats.org/drawingml/2006/main">
            <a:off x="323850" y="6153150"/>
            <a:ext cx="1076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HUMANOID DATA FLYWHEEL</a:t>
            </a:r>
          </a:p>
        </p:txBody>
      </p:sp>
      <p:sp>
        <p:nvSpPr>
          <p:cNvPr id="14" name="text-4">
            <a:extLst xmlns:a="http://schemas.openxmlformats.org/drawingml/2006/main">
              <a:ext uri="{FF2B5EF4-FFF2-40B4-BE49-F238E27FC236}">
                <a16:creationId xmlns:a16="http://schemas.microsoft.com/office/drawing/2014/main" id="{F7C0DEF1-7D5B-47F2-B779-DFDE39F2F97A}"/>
              </a:ext>
            </a:extLst>
          </p:cNvPr>
          <p:cNvSpPr>
            <a:spLocks xmlns:a="http://schemas.openxmlformats.org/drawingml/2006/main" noGrp="1"/>
          </p:cNvSpPr>
          <p:nvPr/>
        </p:nvSpPr>
        <p:spPr>
          <a:xfrm xmlns:a="http://schemas.openxmlformats.org/drawingml/2006/main">
            <a:off x="323850" y="6429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FFFFFF"/>
                </a:solidFill>
                <a:latin typeface="Arial"/>
                <a:ea typeface="Arial"/>
                <a:cs typeface="Arial"/>
              </a:defRPr>
            </a:defPPr>
          </a:lstStyle>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Giá trị đề xuất: giảm công thu lại dữ liệu và debug, có kiểm chứng.</a:t>
            </a:r>
          </a:p>
        </p:txBody>
      </p:sp>
      <p:sp>
        <p:nvSpPr>
          <p:cNvPr id="15" name="text-5">
            <a:extLst xmlns:a="http://schemas.openxmlformats.org/drawingml/2006/main">
              <a:ext uri="{FF2B5EF4-FFF2-40B4-BE49-F238E27FC236}">
                <a16:creationId xmlns:a16="http://schemas.microsoft.com/office/drawing/2014/main" id="{57A4C86B-D104-413E-BC71-5181D72A69A1}"/>
              </a:ext>
            </a:extLst>
          </p:cNvPr>
          <p:cNvSpPr>
            <a:spLocks xmlns:a="http://schemas.openxmlformats.org/drawingml/2006/main" noGrp="1"/>
          </p:cNvSpPr>
          <p:nvPr/>
        </p:nvSpPr>
        <p:spPr>
          <a:xfrm xmlns:a="http://schemas.openxmlformats.org/drawingml/2006/main">
            <a:off x="11049000" y="6638925"/>
            <a:ext cx="9525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00" b="0">
                <a:solidFill>
                  <a:srgbClr val="FFFFFF"/>
                </a:solidFill>
                <a:latin typeface="Arial"/>
                <a:ea typeface="Arial"/>
                <a:cs typeface="Arial"/>
              </a:defRPr>
            </a:defPPr>
          </a:lstStyle>
          <a:p xmlns:a="http://schemas.openxmlformats.org/drawingml/2006/main">
            <a:pPr algn="l">
              <a:buNone/>
              <a:defRPr sz="900" b="0">
                <a:solidFill>
                  <a:srgbClr val="FFFFFF"/>
                </a:solidFill>
                <a:latin typeface="Arial"/>
                <a:ea typeface="Arial"/>
                <a:cs typeface="Arial"/>
              </a:defRPr>
            </a:pPr>
            <a:r>
              <a:rPr sz="900" b="0">
                <a:solidFill>
                  <a:srgbClr val="FFFFFF"/>
                </a:solidFill>
                <a:latin typeface="Arial"/>
                <a:ea typeface="Arial"/>
                <a:cs typeface="Arial"/>
              </a:rPr>
              <a:t>02 / 12</a:t>
            </a:r>
          </a:p>
        </p:txBody>
      </p:sp>
      <p:sp>
        <p:nvSpPr>
          <p:cNvPr id="16" name="node-6">
            <a:extLst xmlns:a="http://schemas.openxmlformats.org/drawingml/2006/main">
              <a:ext uri="{FF2B5EF4-FFF2-40B4-BE49-F238E27FC236}">
                <a16:creationId xmlns:a16="http://schemas.microsoft.com/office/drawing/2014/main" id="{CA453F3B-2D6C-4374-8CAF-C9DD23E2E33C}"/>
              </a:ext>
            </a:extLst>
          </p:cNvPr>
          <p:cNvSpPr>
            <a:spLocks xmlns:a="http://schemas.openxmlformats.org/drawingml/2006/main" noGrp="1"/>
          </p:cNvSpPr>
          <p:nvPr/>
        </p:nvSpPr>
        <p:spPr>
          <a:xfrm xmlns:a="http://schemas.openxmlformats.org/drawingml/2006/main">
            <a:off x="533400" y="2238375"/>
            <a:ext cx="2952750" cy="1333500"/>
          </a:xfrm>
          <a:prstGeom xmlns:a="http://schemas.openxmlformats.org/drawingml/2006/main" prst="rect">
            <a:avLst/>
          </a:prstGeom>
          <a:solidFill xmlns:a="http://schemas.openxmlformats.org/drawingml/2006/main">
            <a:srgbClr val="EAF2F8"/>
          </a:solidFill>
          <a:ln xmlns:a="http://schemas.openxmlformats.org/drawingml/2006/main" w="9525">
            <a:solidFill>
              <a:srgbClr val="B6C6D2"/>
            </a:solidFill>
          </a:ln>
        </p:spPr>
        <p:txBody>
          <a:bodyPr xmlns:a="http://schemas.openxmlformats.org/drawingml/2006/main" lIns="133350" tIns="133350" rIns="133350" bIns="133350" anchor="ctr">
            <a:noAutofit/>
          </a:bodyPr>
          <a:lstStyle xmlns:a="http://schemas.openxmlformats.org/drawingml/2006/main">
            <a:defPPr algn="l">
              <a:defRPr sz="1725" b="0">
                <a:solidFill>
                  <a:srgbClr val="173451"/>
                </a:solidFill>
                <a:latin typeface="Arial"/>
                <a:ea typeface="Arial"/>
                <a:cs typeface="Arial"/>
              </a:defRPr>
            </a:defPPr>
          </a:lstStyle>
          <a:p xmlns:a="http://schemas.openxmlformats.org/drawingml/2006/main">
            <a:pPr algn="l">
              <a:buNone/>
              <a:defRPr sz="1725" b="0">
                <a:solidFill>
                  <a:srgbClr val="173451"/>
                </a:solidFill>
                <a:latin typeface="Arial"/>
                <a:ea typeface="Arial"/>
                <a:cs typeface="Arial"/>
              </a:defRPr>
            </a:pPr>
            <a:r>
              <a:rPr sz="1725" b="1">
                <a:solidFill>
                  <a:srgbClr val="173451"/>
                </a:solidFill>
                <a:latin typeface="Arial"/>
                <a:ea typeface="Arial"/>
                <a:cs typeface="Arial"/>
              </a:rPr>
              <a:t>Lỗi ở robot</a:t>
            </a:r>
          </a:p>
          <a:p xmlns:a="http://schemas.openxmlformats.org/drawingml/2006/main">
            <a:pPr algn="l">
              <a:buNone/>
              <a:defRPr sz="1725" b="0">
                <a:solidFill>
                  <a:srgbClr val="173451"/>
                </a:solidFill>
                <a:latin typeface="Arial"/>
                <a:ea typeface="Arial"/>
                <a:cs typeface="Arial"/>
              </a:defRPr>
            </a:pPr>
            <a:r>
              <a:rPr sz="1725" b="0">
                <a:solidFill>
                  <a:srgbClr val="173451"/>
                </a:solidFill>
                <a:latin typeface="Arial"/>
                <a:ea typeface="Arial"/>
                <a:cs typeface="Arial"/>
              </a:rPr>
              <a:t>Ví dụ: gắp được nhưng</a:t>
            </a:r>
          </a:p>
          <a:p xmlns:a="http://schemas.openxmlformats.org/drawingml/2006/main">
            <a:pPr algn="l">
              <a:buNone/>
              <a:defRPr sz="1725" b="0">
                <a:solidFill>
                  <a:srgbClr val="173451"/>
                </a:solidFill>
                <a:latin typeface="Arial"/>
                <a:ea typeface="Arial"/>
                <a:cs typeface="Arial"/>
              </a:defRPr>
            </a:pPr>
            <a:r>
              <a:rPr sz="1725" b="0">
                <a:solidFill>
                  <a:srgbClr val="173451"/>
                </a:solidFill>
                <a:latin typeface="Arial"/>
                <a:ea typeface="Arial"/>
                <a:cs typeface="Arial"/>
              </a:rPr>
              <a:t>đặt lệch ô trong khay</a:t>
            </a:r>
          </a:p>
        </p:txBody>
      </p:sp>
      <p:sp>
        <p:nvSpPr>
          <p:cNvPr id="17" name="node-7">
            <a:extLst xmlns:a="http://schemas.openxmlformats.org/drawingml/2006/main">
              <a:ext uri="{FF2B5EF4-FFF2-40B4-BE49-F238E27FC236}">
                <a16:creationId xmlns:a16="http://schemas.microsoft.com/office/drawing/2014/main" id="{15AEF3CD-F39B-435D-B438-5D807820B309}"/>
              </a:ext>
            </a:extLst>
          </p:cNvPr>
          <p:cNvSpPr>
            <a:spLocks xmlns:a="http://schemas.openxmlformats.org/drawingml/2006/main" noGrp="1"/>
          </p:cNvSpPr>
          <p:nvPr/>
        </p:nvSpPr>
        <p:spPr>
          <a:xfrm xmlns:a="http://schemas.openxmlformats.org/drawingml/2006/main">
            <a:off x="4619625" y="2238375"/>
            <a:ext cx="2952750" cy="1333500"/>
          </a:xfrm>
          <a:prstGeom xmlns:a="http://schemas.openxmlformats.org/drawingml/2006/main" prst="rect">
            <a:avLst/>
          </a:prstGeom>
          <a:solidFill xmlns:a="http://schemas.openxmlformats.org/drawingml/2006/main">
            <a:srgbClr val="EAF2F8"/>
          </a:solidFill>
          <a:ln xmlns:a="http://schemas.openxmlformats.org/drawingml/2006/main" w="9525">
            <a:solidFill>
              <a:srgbClr val="B6C6D2"/>
            </a:solidFill>
          </a:ln>
        </p:spPr>
        <p:txBody>
          <a:bodyPr xmlns:a="http://schemas.openxmlformats.org/drawingml/2006/main" lIns="133350" tIns="133350" rIns="133350" bIns="133350" anchor="ctr">
            <a:noAutofit/>
          </a:bodyPr>
          <a:lstStyle xmlns:a="http://schemas.openxmlformats.org/drawingml/2006/main">
            <a:defPPr algn="l">
              <a:defRPr sz="1725" b="0">
                <a:solidFill>
                  <a:srgbClr val="173451"/>
                </a:solidFill>
                <a:latin typeface="Arial"/>
                <a:ea typeface="Arial"/>
                <a:cs typeface="Arial"/>
              </a:defRPr>
            </a:defPPr>
          </a:lstStyle>
          <a:p xmlns:a="http://schemas.openxmlformats.org/drawingml/2006/main">
            <a:pPr algn="l">
              <a:buNone/>
              <a:defRPr sz="1725" b="0">
                <a:solidFill>
                  <a:srgbClr val="173451"/>
                </a:solidFill>
                <a:latin typeface="Arial"/>
                <a:ea typeface="Arial"/>
                <a:cs typeface="Arial"/>
              </a:defRPr>
            </a:pPr>
            <a:r>
              <a:rPr sz="1725" b="1">
                <a:solidFill>
                  <a:srgbClr val="173451"/>
                </a:solidFill>
                <a:latin typeface="Arial"/>
                <a:ea typeface="Arial"/>
                <a:cs typeface="Arial"/>
              </a:rPr>
              <a:t>Quy trình hiện tại</a:t>
            </a:r>
          </a:p>
          <a:p xmlns:a="http://schemas.openxmlformats.org/drawingml/2006/main">
            <a:pPr algn="l">
              <a:buNone/>
              <a:defRPr sz="1725" b="0">
                <a:solidFill>
                  <a:srgbClr val="173451"/>
                </a:solidFill>
                <a:latin typeface="Arial"/>
                <a:ea typeface="Arial"/>
                <a:cs typeface="Arial"/>
              </a:defRPr>
            </a:pPr>
            <a:r>
              <a:rPr sz="1725" b="0">
                <a:solidFill>
                  <a:srgbClr val="173451"/>
                </a:solidFill>
                <a:latin typeface="Arial"/>
                <a:ea typeface="Arial"/>
                <a:cs typeface="Arial"/>
              </a:rPr>
              <a:t>Xem video / log rời rạc</a:t>
            </a:r>
          </a:p>
          <a:p xmlns:a="http://schemas.openxmlformats.org/drawingml/2006/main">
            <a:pPr algn="l">
              <a:buNone/>
              <a:defRPr sz="1725" b="0">
                <a:solidFill>
                  <a:srgbClr val="173451"/>
                </a:solidFill>
                <a:latin typeface="Arial"/>
                <a:ea typeface="Arial"/>
                <a:cs typeface="Arial"/>
              </a:defRPr>
            </a:pPr>
            <a:r>
              <a:rPr sz="1725" b="0">
                <a:solidFill>
                  <a:srgbClr val="173451"/>
                </a:solidFill>
                <a:latin typeface="Arial"/>
                <a:ea typeface="Arial"/>
                <a:cs typeface="Arial"/>
              </a:rPr>
              <a:t>Thu thêm mẫu rồi train lại</a:t>
            </a:r>
          </a:p>
        </p:txBody>
      </p:sp>
      <p:sp>
        <p:nvSpPr>
          <p:cNvPr id="18" name="node-8">
            <a:extLst xmlns:a="http://schemas.openxmlformats.org/drawingml/2006/main">
              <a:ext uri="{FF2B5EF4-FFF2-40B4-BE49-F238E27FC236}">
                <a16:creationId xmlns:a16="http://schemas.microsoft.com/office/drawing/2014/main" id="{B343598C-4F6C-407B-A3BA-F1D3ADAB2A97}"/>
              </a:ext>
            </a:extLst>
          </p:cNvPr>
          <p:cNvSpPr>
            <a:spLocks xmlns:a="http://schemas.openxmlformats.org/drawingml/2006/main" noGrp="1"/>
          </p:cNvSpPr>
          <p:nvPr/>
        </p:nvSpPr>
        <p:spPr>
          <a:xfrm xmlns:a="http://schemas.openxmlformats.org/drawingml/2006/main">
            <a:off x="8705850" y="2238375"/>
            <a:ext cx="2952750" cy="1333500"/>
          </a:xfrm>
          <a:prstGeom xmlns:a="http://schemas.openxmlformats.org/drawingml/2006/main" prst="rect">
            <a:avLst/>
          </a:prstGeom>
          <a:solidFill xmlns:a="http://schemas.openxmlformats.org/drawingml/2006/main">
            <a:srgbClr val="E7F5F1"/>
          </a:solidFill>
          <a:ln xmlns:a="http://schemas.openxmlformats.org/drawingml/2006/main" w="9525">
            <a:solidFill>
              <a:srgbClr val="B6C6D2"/>
            </a:solidFill>
          </a:ln>
        </p:spPr>
        <p:txBody>
          <a:bodyPr xmlns:a="http://schemas.openxmlformats.org/drawingml/2006/main" lIns="133350" tIns="133350" rIns="133350" bIns="133350" anchor="ctr">
            <a:noAutofit/>
          </a:bodyPr>
          <a:lstStyle xmlns:a="http://schemas.openxmlformats.org/drawingml/2006/main">
            <a:defPPr algn="l">
              <a:defRPr sz="1725" b="0">
                <a:solidFill>
                  <a:srgbClr val="173451"/>
                </a:solidFill>
                <a:latin typeface="Arial"/>
                <a:ea typeface="Arial"/>
                <a:cs typeface="Arial"/>
              </a:defRPr>
            </a:defPPr>
          </a:lstStyle>
          <a:p xmlns:a="http://schemas.openxmlformats.org/drawingml/2006/main">
            <a:pPr algn="l">
              <a:buNone/>
              <a:defRPr sz="1725" b="0">
                <a:solidFill>
                  <a:srgbClr val="173451"/>
                </a:solidFill>
                <a:latin typeface="Arial"/>
                <a:ea typeface="Arial"/>
                <a:cs typeface="Arial"/>
              </a:defRPr>
            </a:pPr>
            <a:r>
              <a:rPr sz="1725" b="1">
                <a:solidFill>
                  <a:srgbClr val="173451"/>
                </a:solidFill>
                <a:latin typeface="Arial"/>
                <a:ea typeface="Arial"/>
                <a:cs typeface="Arial"/>
              </a:rPr>
              <a:t>Platform đề xuất</a:t>
            </a:r>
          </a:p>
          <a:p xmlns:a="http://schemas.openxmlformats.org/drawingml/2006/main">
            <a:pPr algn="l">
              <a:buNone/>
              <a:defRPr sz="1725" b="0">
                <a:solidFill>
                  <a:srgbClr val="173451"/>
                </a:solidFill>
                <a:latin typeface="Arial"/>
                <a:ea typeface="Arial"/>
                <a:cs typeface="Arial"/>
              </a:defRPr>
            </a:pPr>
            <a:r>
              <a:rPr sz="1725" b="0">
                <a:solidFill>
                  <a:srgbClr val="173451"/>
                </a:solidFill>
                <a:latin typeface="Arial"/>
                <a:ea typeface="Arial"/>
                <a:cs typeface="Arial"/>
              </a:rPr>
              <a:t>Gắn lỗi với dữ liệu và model</a:t>
            </a:r>
          </a:p>
          <a:p xmlns:a="http://schemas.openxmlformats.org/drawingml/2006/main">
            <a:pPr algn="l">
              <a:buNone/>
              <a:defRPr sz="1725" b="0">
                <a:solidFill>
                  <a:srgbClr val="173451"/>
                </a:solidFill>
                <a:latin typeface="Arial"/>
                <a:ea typeface="Arial"/>
                <a:cs typeface="Arial"/>
              </a:defRPr>
            </a:pPr>
            <a:r>
              <a:rPr sz="1725" b="0">
                <a:solidFill>
                  <a:srgbClr val="173451"/>
                </a:solidFill>
                <a:latin typeface="Arial"/>
                <a:ea typeface="Arial"/>
                <a:cs typeface="Arial"/>
              </a:rPr>
              <a:t>Chọn cách sửa, đo lại lợi ích</a:t>
            </a:r>
          </a:p>
        </p:txBody>
      </p:sp>
      <p:sp>
        <p:nvSpPr>
          <p:cNvPr id="21" name="text-9">
            <a:extLst xmlns:a="http://schemas.openxmlformats.org/drawingml/2006/main">
              <a:ext uri="{FF2B5EF4-FFF2-40B4-BE49-F238E27FC236}">
                <a16:creationId xmlns:a16="http://schemas.microsoft.com/office/drawing/2014/main" id="{F8F6C110-6EEE-43BF-8C45-8D25D7FB3151}"/>
              </a:ext>
            </a:extLst>
          </p:cNvPr>
          <p:cNvSpPr>
            <a:spLocks xmlns:a="http://schemas.openxmlformats.org/drawingml/2006/main" noGrp="1"/>
          </p:cNvSpPr>
          <p:nvPr/>
        </p:nvSpPr>
        <p:spPr>
          <a:xfrm xmlns:a="http://schemas.openxmlformats.org/drawingml/2006/main">
            <a:off x="533400" y="402907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0878B"/>
                </a:solidFill>
                <a:latin typeface="Arial"/>
                <a:ea typeface="Arial"/>
                <a:cs typeface="Arial"/>
              </a:defRPr>
            </a:defPPr>
          </a:lstStyle>
          <a:p xmlns:a="http://schemas.openxmlformats.org/drawingml/2006/main">
            <a:pPr algn="l">
              <a:buNone/>
              <a:defRPr sz="2175" b="1">
                <a:solidFill>
                  <a:srgbClr val="00878B"/>
                </a:solidFill>
                <a:latin typeface="Arial"/>
                <a:ea typeface="Arial"/>
                <a:cs typeface="Arial"/>
              </a:defRPr>
            </a:pPr>
            <a:r>
              <a:rPr sz="2175" b="1">
                <a:solidFill>
                  <a:srgbClr val="00878B"/>
                </a:solidFill>
                <a:latin typeface="Arial"/>
                <a:ea typeface="Arial"/>
                <a:cs typeface="Arial"/>
              </a:rPr>
              <a:t>Kết quả bàn giao của một vòng</a:t>
            </a:r>
          </a:p>
        </p:txBody>
      </p:sp>
      <p:sp>
        <p:nvSpPr>
          <p:cNvPr id="22" name="text-10">
            <a:extLst xmlns:a="http://schemas.openxmlformats.org/drawingml/2006/main">
              <a:ext uri="{FF2B5EF4-FFF2-40B4-BE49-F238E27FC236}">
                <a16:creationId xmlns:a16="http://schemas.microsoft.com/office/drawing/2014/main" id="{172AA997-663D-42A0-B853-2C2D629F2D6E}"/>
              </a:ext>
            </a:extLst>
          </p:cNvPr>
          <p:cNvSpPr>
            <a:spLocks xmlns:a="http://schemas.openxmlformats.org/drawingml/2006/main" noGrp="1"/>
          </p:cNvSpPr>
          <p:nvPr/>
        </p:nvSpPr>
        <p:spPr>
          <a:xfrm xmlns:a="http://schemas.openxmlformats.org/drawingml/2006/main">
            <a:off x="533400" y="4600575"/>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3451"/>
                </a:solidFill>
                <a:latin typeface="Arial"/>
                <a:ea typeface="Arial"/>
                <a:cs typeface="Arial"/>
              </a:defRPr>
            </a:defPPr>
          </a:lstStyle>
          <a:p xmlns:a="http://schemas.openxmlformats.org/drawingml/2006/main">
            <a:pPr algn="l">
              <a:buNone/>
              <a:defRPr sz="2175" b="0">
                <a:solidFill>
                  <a:srgbClr val="173451"/>
                </a:solidFill>
                <a:latin typeface="Arial"/>
                <a:ea typeface="Arial"/>
                <a:cs typeface="Arial"/>
              </a:defRPr>
            </a:pPr>
            <a:r>
              <a:rPr sz="2175" b="0">
                <a:solidFill>
                  <a:srgbClr val="173451"/>
                </a:solidFill>
                <a:latin typeface="Arial"/>
                <a:ea typeface="Arial"/>
                <a:cs typeface="Arial"/>
              </a:rPr>
              <a:t>Dataset có phiên bản  +  model có thể nạp lại  +  bằng chứng chất lượng  +  sổ chi phí</a:t>
            </a:r>
          </a:p>
        </p:txBody>
      </p:sp>
    </p:spTree>
    <p:extLst>
      <p:ext uri="{BB962C8B-B14F-4D97-AF65-F5344CB8AC3E}">
        <p14:creationId xmlns:p14="http://schemas.microsoft.com/office/powerpoint/2010/main" val="41914443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cxnSp>
        <p:nvCxnSpPr>
          <p:cNvPr id="95" name="">
            <a:extLst xmlns:a="http://schemas.openxmlformats.org/drawingml/2006/main">
              <a:ext uri="{FF2B5EF4-FFF2-40B4-BE49-F238E27FC236}">
                <a16:creationId xmlns:a16="http://schemas.microsoft.com/office/drawing/2014/main" id="{972F2BD8-B8E7-40E7-9F7C-15C1EF21F1AC}"/>
              </a:ext>
            </a:extLst>
          </p:cNvPr>
          <p:cNvCxnSpPr>
            <a:stCxn xmlns:a="http://schemas.openxmlformats.org/drawingml/2006/main" id="93" idx="3"/>
            <a:endCxn xmlns:a="http://schemas.openxmlformats.org/drawingml/2006/main" id="94" idx="1"/>
          </p:cNvCxnSpPr>
          <p:nvPr/>
        </p:nvCxnSpPr>
        <p:spPr>
          <a:xfrm xmlns:a="http://schemas.openxmlformats.org/drawingml/2006/main" flipH="1">
            <a:off x="10000298" y="5857876"/>
            <a:ext cx="1925955" cy="0"/>
          </a:xfrm>
          <a:prstGeom xmlns:a="http://schemas.openxmlformats.org/drawingml/2006/main" prst="straightConnector1">
            <a:avLst/>
          </a:prstGeom>
          <a:ln xmlns:a="http://schemas.openxmlformats.org/drawingml/2006/main" w="20955">
            <a:solidFill>
              <a:srgbClr val="00888C"/>
            </a:solidFill>
            <a:prstDash val="dash"/>
            <a:tailEnd type="triangle" w="med" len="med"/>
          </a:ln>
        </p:spPr>
      </p:cxnSp>
      <p:cxnSp>
        <p:nvCxnSpPr>
          <p:cNvPr id="92" name="">
            <a:extLst xmlns:a="http://schemas.openxmlformats.org/drawingml/2006/main">
              <a:ext uri="{FF2B5EF4-FFF2-40B4-BE49-F238E27FC236}">
                <a16:creationId xmlns:a16="http://schemas.microsoft.com/office/drawing/2014/main" id="{C7E701AB-8077-4A67-AAFB-6A7EBAE407FE}"/>
              </a:ext>
            </a:extLst>
          </p:cNvPr>
          <p:cNvCxnSpPr>
            <a:stCxn xmlns:a="http://schemas.openxmlformats.org/drawingml/2006/main" id="90" idx="3"/>
            <a:endCxn xmlns:a="http://schemas.openxmlformats.org/drawingml/2006/main" id="91" idx="1"/>
          </p:cNvCxnSpPr>
          <p:nvPr/>
        </p:nvCxnSpPr>
        <p:spPr>
          <a:xfrm xmlns:a="http://schemas.openxmlformats.org/drawingml/2006/main" flipH="1">
            <a:off x="11924348" y="2705101"/>
            <a:ext cx="1905" cy="3152775"/>
          </a:xfrm>
          <a:prstGeom xmlns:a="http://schemas.openxmlformats.org/drawingml/2006/main" prst="straightConnector1">
            <a:avLst/>
          </a:prstGeom>
          <a:ln xmlns:a="http://schemas.openxmlformats.org/drawingml/2006/main" w="20955">
            <a:solidFill>
              <a:srgbClr val="00888C"/>
            </a:solidFill>
            <a:prstDash val="dash"/>
          </a:ln>
        </p:spPr>
      </p:cxnSp>
      <p:cxnSp>
        <p:nvCxnSpPr>
          <p:cNvPr id="89" name="">
            <a:extLst xmlns:a="http://schemas.openxmlformats.org/drawingml/2006/main">
              <a:ext uri="{FF2B5EF4-FFF2-40B4-BE49-F238E27FC236}">
                <a16:creationId xmlns:a16="http://schemas.microsoft.com/office/drawing/2014/main" id="{D067FB8D-06E6-401B-AB5B-A9D997BBD2B3}"/>
              </a:ext>
            </a:extLst>
          </p:cNvPr>
          <p:cNvCxnSpPr>
            <a:stCxn xmlns:a="http://schemas.openxmlformats.org/drawingml/2006/main" id="87" idx="3"/>
            <a:endCxn xmlns:a="http://schemas.openxmlformats.org/drawingml/2006/main" id="88" idx="1"/>
          </p:cNvCxnSpPr>
          <p:nvPr/>
        </p:nvCxnSpPr>
        <p:spPr>
          <a:xfrm xmlns:a="http://schemas.openxmlformats.org/drawingml/2006/main">
            <a:off x="11783378" y="2705101"/>
            <a:ext cx="140970" cy="0"/>
          </a:xfrm>
          <a:prstGeom xmlns:a="http://schemas.openxmlformats.org/drawingml/2006/main" prst="straightConnector1">
            <a:avLst/>
          </a:prstGeom>
          <a:ln xmlns:a="http://schemas.openxmlformats.org/drawingml/2006/main" w="20955">
            <a:solidFill>
              <a:srgbClr val="00888C"/>
            </a:solidFill>
            <a:prstDash val="dash"/>
          </a:ln>
        </p:spPr>
      </p:cxnSp>
      <p:cxnSp>
        <p:nvCxnSpPr>
          <p:cNvPr id="84" name="">
            <a:extLst xmlns:a="http://schemas.openxmlformats.org/drawingml/2006/main">
              <a:ext uri="{FF2B5EF4-FFF2-40B4-BE49-F238E27FC236}">
                <a16:creationId xmlns:a16="http://schemas.microsoft.com/office/drawing/2014/main" id="{B99EF726-6139-49F9-97AC-9441EEB3C267}"/>
              </a:ext>
            </a:extLst>
          </p:cNvPr>
          <p:cNvCxnSpPr>
            <a:stCxn xmlns:a="http://schemas.openxmlformats.org/drawingml/2006/main" id="82" idx="3"/>
            <a:endCxn xmlns:a="http://schemas.openxmlformats.org/drawingml/2006/main" id="83" idx="1"/>
          </p:cNvCxnSpPr>
          <p:nvPr/>
        </p:nvCxnSpPr>
        <p:spPr>
          <a:xfrm xmlns:a="http://schemas.openxmlformats.org/drawingml/2006/main" flipH="1" flipV="1">
            <a:off x="4237673" y="3790951"/>
            <a:ext cx="1905" cy="2066925"/>
          </a:xfrm>
          <a:prstGeom xmlns:a="http://schemas.openxmlformats.org/drawingml/2006/main" prst="straightConnector1">
            <a:avLst/>
          </a:prstGeom>
          <a:ln xmlns:a="http://schemas.openxmlformats.org/drawingml/2006/main" w="20955">
            <a:solidFill>
              <a:srgbClr val="B23A45"/>
            </a:solidFill>
            <a:prstDash val="dash"/>
            <a:tailEnd type="triangle" w="med" len="med"/>
          </a:ln>
        </p:spPr>
      </p:cxnSp>
      <p:cxnSp>
        <p:nvCxnSpPr>
          <p:cNvPr id="81" name="">
            <a:extLst xmlns:a="http://schemas.openxmlformats.org/drawingml/2006/main">
              <a:ext uri="{FF2B5EF4-FFF2-40B4-BE49-F238E27FC236}">
                <a16:creationId xmlns:a16="http://schemas.microsoft.com/office/drawing/2014/main" id="{BC2E2D0F-409B-402F-ABC4-EFB69D9CCAB0}"/>
              </a:ext>
            </a:extLst>
          </p:cNvPr>
          <p:cNvCxnSpPr>
            <a:stCxn xmlns:a="http://schemas.openxmlformats.org/drawingml/2006/main" id="79" idx="3"/>
            <a:endCxn xmlns:a="http://schemas.openxmlformats.org/drawingml/2006/main" id="80" idx="1"/>
          </p:cNvCxnSpPr>
          <p:nvPr/>
        </p:nvCxnSpPr>
        <p:spPr>
          <a:xfrm xmlns:a="http://schemas.openxmlformats.org/drawingml/2006/main" flipH="1">
            <a:off x="4237673" y="5857876"/>
            <a:ext cx="5764530" cy="0"/>
          </a:xfrm>
          <a:prstGeom xmlns:a="http://schemas.openxmlformats.org/drawingml/2006/main" prst="straightConnector1">
            <a:avLst/>
          </a:prstGeom>
          <a:ln xmlns:a="http://schemas.openxmlformats.org/drawingml/2006/main" w="20955">
            <a:solidFill>
              <a:srgbClr val="B23A45"/>
            </a:solidFill>
            <a:prstDash val="dash"/>
          </a:ln>
        </p:spPr>
      </p:cxnSp>
      <p:cxnSp>
        <p:nvCxnSpPr>
          <p:cNvPr id="78" name="">
            <a:extLst xmlns:a="http://schemas.openxmlformats.org/drawingml/2006/main">
              <a:ext uri="{FF2B5EF4-FFF2-40B4-BE49-F238E27FC236}">
                <a16:creationId xmlns:a16="http://schemas.microsoft.com/office/drawing/2014/main" id="{47CC9B25-7197-4268-A5E7-EB385AE14EDB}"/>
              </a:ext>
            </a:extLst>
          </p:cNvPr>
          <p:cNvCxnSpPr>
            <a:stCxn xmlns:a="http://schemas.openxmlformats.org/drawingml/2006/main" id="76" idx="3"/>
            <a:endCxn xmlns:a="http://schemas.openxmlformats.org/drawingml/2006/main" id="77" idx="1"/>
          </p:cNvCxnSpPr>
          <p:nvPr/>
        </p:nvCxnSpPr>
        <p:spPr>
          <a:xfrm xmlns:a="http://schemas.openxmlformats.org/drawingml/2006/main" flipH="1">
            <a:off x="10000298" y="5295901"/>
            <a:ext cx="1905" cy="561975"/>
          </a:xfrm>
          <a:prstGeom xmlns:a="http://schemas.openxmlformats.org/drawingml/2006/main" prst="straightConnector1">
            <a:avLst/>
          </a:prstGeom>
          <a:ln xmlns:a="http://schemas.openxmlformats.org/drawingml/2006/main" w="20955">
            <a:solidFill>
              <a:srgbClr val="B23A45"/>
            </a:solidFill>
            <a:prstDash val="dash"/>
          </a:ln>
        </p:spPr>
      </p:cxnSp>
      <p:cxnSp>
        <p:nvCxnSpPr>
          <p:cNvPr id="75" name="">
            <a:extLst xmlns:a="http://schemas.openxmlformats.org/drawingml/2006/main">
              <a:ext uri="{FF2B5EF4-FFF2-40B4-BE49-F238E27FC236}">
                <a16:creationId xmlns:a16="http://schemas.microsoft.com/office/drawing/2014/main" id="{29A5003D-657E-41F5-8ECF-3629F8AB57E8}"/>
              </a:ext>
            </a:extLst>
          </p:cNvPr>
          <p:cNvCxnSpPr>
            <a:stCxn xmlns:a="http://schemas.openxmlformats.org/drawingml/2006/main" id="73" idx="3"/>
            <a:endCxn xmlns:a="http://schemas.openxmlformats.org/drawingml/2006/main" id="74" idx="1"/>
          </p:cNvCxnSpPr>
          <p:nvPr/>
        </p:nvCxnSpPr>
        <p:spPr>
          <a:xfrm xmlns:a="http://schemas.openxmlformats.org/drawingml/2006/main" flipH="1">
            <a:off x="9809798" y="4124326"/>
            <a:ext cx="1905" cy="219075"/>
          </a:xfrm>
          <a:prstGeom xmlns:a="http://schemas.openxmlformats.org/drawingml/2006/main" prst="straightConnector1">
            <a:avLst/>
          </a:prstGeom>
          <a:ln xmlns:a="http://schemas.openxmlformats.org/drawingml/2006/main" w="20955">
            <a:solidFill>
              <a:srgbClr val="00888C"/>
            </a:solidFill>
            <a:prstDash val="dash"/>
            <a:tailEnd type="triangle" w="med" len="med"/>
          </a:ln>
        </p:spPr>
      </p:cxnSp>
      <p:cxnSp>
        <p:nvCxnSpPr>
          <p:cNvPr id="72" name="">
            <a:extLst xmlns:a="http://schemas.openxmlformats.org/drawingml/2006/main">
              <a:ext uri="{FF2B5EF4-FFF2-40B4-BE49-F238E27FC236}">
                <a16:creationId xmlns:a16="http://schemas.microsoft.com/office/drawing/2014/main" id="{F44E0297-3A86-4B53-87A5-4ACB14DD6AA2}"/>
              </a:ext>
            </a:extLst>
          </p:cNvPr>
          <p:cNvCxnSpPr>
            <a:stCxn xmlns:a="http://schemas.openxmlformats.org/drawingml/2006/main" id="70" idx="3"/>
            <a:endCxn xmlns:a="http://schemas.openxmlformats.org/drawingml/2006/main" id="71" idx="1"/>
          </p:cNvCxnSpPr>
          <p:nvPr/>
        </p:nvCxnSpPr>
        <p:spPr>
          <a:xfrm xmlns:a="http://schemas.openxmlformats.org/drawingml/2006/main">
            <a:off x="9049703" y="4124326"/>
            <a:ext cx="760095" cy="0"/>
          </a:xfrm>
          <a:prstGeom xmlns:a="http://schemas.openxmlformats.org/drawingml/2006/main" prst="straightConnector1">
            <a:avLst/>
          </a:prstGeom>
          <a:ln xmlns:a="http://schemas.openxmlformats.org/drawingml/2006/main" w="20955">
            <a:solidFill>
              <a:srgbClr val="00888C"/>
            </a:solidFill>
            <a:prstDash val="dash"/>
          </a:ln>
        </p:spPr>
      </p:cxnSp>
      <p:cxnSp>
        <p:nvCxnSpPr>
          <p:cNvPr id="69" name="">
            <a:extLst xmlns:a="http://schemas.openxmlformats.org/drawingml/2006/main">
              <a:ext uri="{FF2B5EF4-FFF2-40B4-BE49-F238E27FC236}">
                <a16:creationId xmlns:a16="http://schemas.microsoft.com/office/drawing/2014/main" id="{22B2B7C1-B5D6-4378-8914-CA5197085435}"/>
              </a:ext>
            </a:extLst>
          </p:cNvPr>
          <p:cNvCxnSpPr>
            <a:stCxn xmlns:a="http://schemas.openxmlformats.org/drawingml/2006/main" id="67" idx="3"/>
            <a:endCxn xmlns:a="http://schemas.openxmlformats.org/drawingml/2006/main" id="68" idx="1"/>
          </p:cNvCxnSpPr>
          <p:nvPr/>
        </p:nvCxnSpPr>
        <p:spPr>
          <a:xfrm xmlns:a="http://schemas.openxmlformats.org/drawingml/2006/main" flipH="1">
            <a:off x="9047798" y="2705101"/>
            <a:ext cx="1905" cy="1419225"/>
          </a:xfrm>
          <a:prstGeom xmlns:a="http://schemas.openxmlformats.org/drawingml/2006/main" prst="straightConnector1">
            <a:avLst/>
          </a:prstGeom>
          <a:ln xmlns:a="http://schemas.openxmlformats.org/drawingml/2006/main" w="20955">
            <a:solidFill>
              <a:srgbClr val="00888C"/>
            </a:solidFill>
            <a:prstDash val="dash"/>
          </a:ln>
        </p:spPr>
      </p:cxnSp>
      <p:cxnSp>
        <p:nvCxnSpPr>
          <p:cNvPr id="66" name="">
            <a:extLst xmlns:a="http://schemas.openxmlformats.org/drawingml/2006/main">
              <a:ext uri="{FF2B5EF4-FFF2-40B4-BE49-F238E27FC236}">
                <a16:creationId xmlns:a16="http://schemas.microsoft.com/office/drawing/2014/main" id="{D20BD52E-F536-484F-ADED-45FE52F7B3BC}"/>
              </a:ext>
            </a:extLst>
          </p:cNvPr>
          <p:cNvCxnSpPr>
            <a:stCxn xmlns:a="http://schemas.openxmlformats.org/drawingml/2006/main" id="64" idx="3"/>
            <a:endCxn xmlns:a="http://schemas.openxmlformats.org/drawingml/2006/main" id="65" idx="1"/>
          </p:cNvCxnSpPr>
          <p:nvPr/>
        </p:nvCxnSpPr>
        <p:spPr>
          <a:xfrm xmlns:a="http://schemas.openxmlformats.org/drawingml/2006/main">
            <a:off x="8563928" y="2705101"/>
            <a:ext cx="483870" cy="0"/>
          </a:xfrm>
          <a:prstGeom xmlns:a="http://schemas.openxmlformats.org/drawingml/2006/main" prst="straightConnector1">
            <a:avLst/>
          </a:prstGeom>
          <a:ln xmlns:a="http://schemas.openxmlformats.org/drawingml/2006/main" w="20955">
            <a:solidFill>
              <a:srgbClr val="00888C"/>
            </a:solidFill>
            <a:prstDash val="dash"/>
          </a:ln>
        </p:spPr>
      </p:cxnSp>
      <p:cxnSp>
        <p:nvCxnSpPr>
          <p:cNvPr id="62" name="">
            <a:extLst xmlns:a="http://schemas.openxmlformats.org/drawingml/2006/main">
              <a:ext uri="{FF2B5EF4-FFF2-40B4-BE49-F238E27FC236}">
                <a16:creationId xmlns:a16="http://schemas.microsoft.com/office/drawing/2014/main" id="{22A44A4B-F727-45AA-8C7A-63EB9792ADDC}"/>
              </a:ext>
            </a:extLst>
          </p:cNvPr>
          <p:cNvCxnSpPr>
            <a:stCxn xmlns:a="http://schemas.openxmlformats.org/drawingml/2006/main" id="60" idx="3"/>
            <a:endCxn xmlns:a="http://schemas.openxmlformats.org/drawingml/2006/main" id="61" idx="1"/>
          </p:cNvCxnSpPr>
          <p:nvPr/>
        </p:nvCxnSpPr>
        <p:spPr>
          <a:xfrm xmlns:a="http://schemas.openxmlformats.org/drawingml/2006/main" flipH="1" flipV="1">
            <a:off x="10619423" y="3238501"/>
            <a:ext cx="1905" cy="304800"/>
          </a:xfrm>
          <a:prstGeom xmlns:a="http://schemas.openxmlformats.org/drawingml/2006/main" prst="straightConnector1">
            <a:avLst/>
          </a:prstGeom>
          <a:ln xmlns:a="http://schemas.openxmlformats.org/drawingml/2006/main" w="20955">
            <a:solidFill>
              <a:srgbClr val="00888C"/>
            </a:solidFill>
            <a:prstDash val="solid"/>
            <a:tailEnd type="triangle" w="med" len="med"/>
          </a:ln>
        </p:spPr>
      </p:cxnSp>
      <p:cxnSp>
        <p:nvCxnSpPr>
          <p:cNvPr id="59" name="">
            <a:extLst xmlns:a="http://schemas.openxmlformats.org/drawingml/2006/main">
              <a:ext uri="{FF2B5EF4-FFF2-40B4-BE49-F238E27FC236}">
                <a16:creationId xmlns:a16="http://schemas.microsoft.com/office/drawing/2014/main" id="{467F0A03-A1C1-4E12-A7A8-9CEAA0312BF8}"/>
              </a:ext>
            </a:extLst>
          </p:cNvPr>
          <p:cNvCxnSpPr>
            <a:stCxn xmlns:a="http://schemas.openxmlformats.org/drawingml/2006/main" id="57" idx="3"/>
            <a:endCxn xmlns:a="http://schemas.openxmlformats.org/drawingml/2006/main" id="58" idx="1"/>
          </p:cNvCxnSpPr>
          <p:nvPr/>
        </p:nvCxnSpPr>
        <p:spPr>
          <a:xfrm xmlns:a="http://schemas.openxmlformats.org/drawingml/2006/main">
            <a:off x="10002203" y="3543301"/>
            <a:ext cx="617220" cy="0"/>
          </a:xfrm>
          <a:prstGeom xmlns:a="http://schemas.openxmlformats.org/drawingml/2006/main" prst="straightConnector1">
            <a:avLst/>
          </a:prstGeom>
          <a:ln xmlns:a="http://schemas.openxmlformats.org/drawingml/2006/main" w="20955">
            <a:solidFill>
              <a:srgbClr val="00888C"/>
            </a:solidFill>
            <a:prstDash val="solid"/>
          </a:ln>
        </p:spPr>
      </p:cxnSp>
      <p:cxnSp>
        <p:nvCxnSpPr>
          <p:cNvPr id="56" name="">
            <a:extLst xmlns:a="http://schemas.openxmlformats.org/drawingml/2006/main">
              <a:ext uri="{FF2B5EF4-FFF2-40B4-BE49-F238E27FC236}">
                <a16:creationId xmlns:a16="http://schemas.microsoft.com/office/drawing/2014/main" id="{80C4CC89-755E-4A6F-85EB-6A5A80734852}"/>
              </a:ext>
            </a:extLst>
          </p:cNvPr>
          <p:cNvCxnSpPr>
            <a:stCxn xmlns:a="http://schemas.openxmlformats.org/drawingml/2006/main" id="54" idx="3"/>
            <a:endCxn xmlns:a="http://schemas.openxmlformats.org/drawingml/2006/main" id="55" idx="1"/>
          </p:cNvCxnSpPr>
          <p:nvPr/>
        </p:nvCxnSpPr>
        <p:spPr>
          <a:xfrm xmlns:a="http://schemas.openxmlformats.org/drawingml/2006/main" flipH="1" flipV="1">
            <a:off x="10000298" y="3543301"/>
            <a:ext cx="1905" cy="800100"/>
          </a:xfrm>
          <a:prstGeom xmlns:a="http://schemas.openxmlformats.org/drawingml/2006/main" prst="straightConnector1">
            <a:avLst/>
          </a:prstGeom>
          <a:ln xmlns:a="http://schemas.openxmlformats.org/drawingml/2006/main" w="20955">
            <a:solidFill>
              <a:srgbClr val="00888C"/>
            </a:solidFill>
            <a:prstDash val="solid"/>
          </a:ln>
        </p:spPr>
      </p:cxnSp>
      <p:cxnSp>
        <p:nvCxnSpPr>
          <p:cNvPr id="50" name="">
            <a:extLst xmlns:a="http://schemas.openxmlformats.org/drawingml/2006/main">
              <a:ext uri="{FF2B5EF4-FFF2-40B4-BE49-F238E27FC236}">
                <a16:creationId xmlns:a16="http://schemas.microsoft.com/office/drawing/2014/main" id="{C6DCBED4-00A4-4D09-9A86-A65795986B06}"/>
              </a:ext>
            </a:extLst>
          </p:cNvPr>
          <p:cNvCxnSpPr>
            <a:stCxn xmlns:a="http://schemas.openxmlformats.org/drawingml/2006/main" id="37" idx="3"/>
            <a:endCxn xmlns:a="http://schemas.openxmlformats.org/drawingml/2006/main" id="48" idx="1"/>
          </p:cNvCxnSpPr>
          <p:nvPr/>
        </p:nvCxnSpPr>
        <p:spPr>
          <a:xfrm xmlns:a="http://schemas.openxmlformats.org/drawingml/2006/main" flipV="1">
            <a:off x="8715375" y="4819650"/>
            <a:ext cx="809625" cy="9525"/>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46" name="">
            <a:extLst xmlns:a="http://schemas.openxmlformats.org/drawingml/2006/main">
              <a:ext uri="{FF2B5EF4-FFF2-40B4-BE49-F238E27FC236}">
                <a16:creationId xmlns:a16="http://schemas.microsoft.com/office/drawing/2014/main" id="{F038C245-E418-43F5-98EF-CC0A38D3E7FF}"/>
              </a:ext>
            </a:extLst>
          </p:cNvPr>
          <p:cNvCxnSpPr>
            <a:stCxn xmlns:a="http://schemas.openxmlformats.org/drawingml/2006/main" id="22" idx="2"/>
            <a:endCxn xmlns:a="http://schemas.openxmlformats.org/drawingml/2006/main" id="37" idx="0"/>
          </p:cNvCxnSpPr>
          <p:nvPr/>
        </p:nvCxnSpPr>
        <p:spPr>
          <a:xfrm xmlns:a="http://schemas.openxmlformats.org/drawingml/2006/main">
            <a:off x="6696075" y="3495675"/>
            <a:ext cx="638175" cy="885825"/>
          </a:xfrm>
          <a:prstGeom xmlns:a="http://schemas.openxmlformats.org/drawingml/2006/main" prst="bentConnector4">
            <a:avLst>
              <a:gd name="adj1" fmla="val 0"/>
              <a:gd name="adj2" fmla="val 50000"/>
            </a:avLst>
          </a:prstGeom>
          <a:ln xmlns:a="http://schemas.openxmlformats.org/drawingml/2006/main" w="21908">
            <a:solidFill>
              <a:srgbClr val="76B900"/>
            </a:solidFill>
            <a:prstDash val="solid"/>
            <a:tailEnd type="triangle" w="med" len="med"/>
          </a:ln>
        </p:spPr>
      </p:cxnSp>
      <p:cxnSp>
        <p:nvCxnSpPr>
          <p:cNvPr id="45" name="">
            <a:extLst xmlns:a="http://schemas.openxmlformats.org/drawingml/2006/main">
              <a:ext uri="{FF2B5EF4-FFF2-40B4-BE49-F238E27FC236}">
                <a16:creationId xmlns:a16="http://schemas.microsoft.com/office/drawing/2014/main" id="{422161CD-0A80-48FC-8F68-E22781121016}"/>
              </a:ext>
            </a:extLst>
          </p:cNvPr>
          <p:cNvCxnSpPr>
            <a:stCxn xmlns:a="http://schemas.openxmlformats.org/drawingml/2006/main" id="43" idx="3"/>
            <a:endCxn xmlns:a="http://schemas.openxmlformats.org/drawingml/2006/main" id="44" idx="1"/>
          </p:cNvCxnSpPr>
          <p:nvPr/>
        </p:nvCxnSpPr>
        <p:spPr>
          <a:xfrm xmlns:a="http://schemas.openxmlformats.org/drawingml/2006/main">
            <a:off x="4239578" y="4876801"/>
            <a:ext cx="1712595" cy="0"/>
          </a:xfrm>
          <a:prstGeom xmlns:a="http://schemas.openxmlformats.org/drawingml/2006/main" prst="straightConnector1">
            <a:avLst/>
          </a:prstGeom>
          <a:ln xmlns:a="http://schemas.openxmlformats.org/drawingml/2006/main" w="20955">
            <a:solidFill>
              <a:srgbClr val="277EC0"/>
            </a:solidFill>
            <a:prstDash val="solid"/>
            <a:tailEnd type="triangle" w="med" len="med"/>
          </a:ln>
        </p:spPr>
      </p:cxnSp>
      <p:cxnSp>
        <p:nvCxnSpPr>
          <p:cNvPr id="42" name="">
            <a:extLst xmlns:a="http://schemas.openxmlformats.org/drawingml/2006/main">
              <a:ext uri="{FF2B5EF4-FFF2-40B4-BE49-F238E27FC236}">
                <a16:creationId xmlns:a16="http://schemas.microsoft.com/office/drawing/2014/main" id="{7440103F-E6D7-44B7-A734-C398F1C20503}"/>
              </a:ext>
            </a:extLst>
          </p:cNvPr>
          <p:cNvCxnSpPr>
            <a:stCxn xmlns:a="http://schemas.openxmlformats.org/drawingml/2006/main" id="40" idx="3"/>
            <a:endCxn xmlns:a="http://schemas.openxmlformats.org/drawingml/2006/main" id="41" idx="1"/>
          </p:cNvCxnSpPr>
          <p:nvPr/>
        </p:nvCxnSpPr>
        <p:spPr>
          <a:xfrm xmlns:a="http://schemas.openxmlformats.org/drawingml/2006/main" flipH="1">
            <a:off x="4237673" y="3790951"/>
            <a:ext cx="1905" cy="1085850"/>
          </a:xfrm>
          <a:prstGeom xmlns:a="http://schemas.openxmlformats.org/drawingml/2006/main" prst="straightConnector1">
            <a:avLst/>
          </a:prstGeom>
          <a:ln xmlns:a="http://schemas.openxmlformats.org/drawingml/2006/main" w="20955">
            <a:solidFill>
              <a:srgbClr val="277EC0"/>
            </a:solidFill>
            <a:prstDash val="solid"/>
          </a:ln>
        </p:spPr>
      </p:cxnSp>
      <p:cxnSp>
        <p:nvCxnSpPr>
          <p:cNvPr id="36" name="">
            <a:extLst xmlns:a="http://schemas.openxmlformats.org/drawingml/2006/main">
              <a:ext uri="{FF2B5EF4-FFF2-40B4-BE49-F238E27FC236}">
                <a16:creationId xmlns:a16="http://schemas.microsoft.com/office/drawing/2014/main" id="{08EDF137-1831-455E-BB5F-B4DAA44CDE5C}"/>
              </a:ext>
            </a:extLst>
          </p:cNvPr>
          <p:cNvCxnSpPr>
            <a:stCxn xmlns:a="http://schemas.openxmlformats.org/drawingml/2006/main" id="34" idx="3"/>
            <a:endCxn xmlns:a="http://schemas.openxmlformats.org/drawingml/2006/main" id="35" idx="1"/>
          </p:cNvCxnSpPr>
          <p:nvPr/>
        </p:nvCxnSpPr>
        <p:spPr>
          <a:xfrm xmlns:a="http://schemas.openxmlformats.org/drawingml/2006/main">
            <a:off x="5620703" y="2705101"/>
            <a:ext cx="331470" cy="0"/>
          </a:xfrm>
          <a:prstGeom xmlns:a="http://schemas.openxmlformats.org/drawingml/2006/main" prst="straightConnector1">
            <a:avLst/>
          </a:prstGeom>
          <a:ln xmlns:a="http://schemas.openxmlformats.org/drawingml/2006/main" w="20955">
            <a:solidFill>
              <a:srgbClr val="277EC0"/>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E0C88171-65E1-4520-A1C6-490A78DF87A7}"/>
              </a:ext>
            </a:extLst>
          </p:cNvPr>
          <p:cNvCxnSpPr>
            <a:stCxn xmlns:a="http://schemas.openxmlformats.org/drawingml/2006/main" id="31" idx="3"/>
            <a:endCxn xmlns:a="http://schemas.openxmlformats.org/drawingml/2006/main" id="32" idx="1"/>
          </p:cNvCxnSpPr>
          <p:nvPr/>
        </p:nvCxnSpPr>
        <p:spPr>
          <a:xfrm xmlns:a="http://schemas.openxmlformats.org/drawingml/2006/main" flipH="1" flipV="1">
            <a:off x="5618798" y="2705101"/>
            <a:ext cx="1905" cy="295275"/>
          </a:xfrm>
          <a:prstGeom xmlns:a="http://schemas.openxmlformats.org/drawingml/2006/main" prst="straightConnector1">
            <a:avLst/>
          </a:prstGeom>
          <a:ln xmlns:a="http://schemas.openxmlformats.org/drawingml/2006/main" w="20955">
            <a:solidFill>
              <a:srgbClr val="277EC0"/>
            </a:solidFill>
            <a:prstDash val="solid"/>
          </a:ln>
        </p:spPr>
      </p:cxnSp>
      <p:cxnSp>
        <p:nvCxnSpPr>
          <p:cNvPr id="30" name="">
            <a:extLst xmlns:a="http://schemas.openxmlformats.org/drawingml/2006/main">
              <a:ext uri="{FF2B5EF4-FFF2-40B4-BE49-F238E27FC236}">
                <a16:creationId xmlns:a16="http://schemas.microsoft.com/office/drawing/2014/main" id="{5E7F2C58-E5A7-42B4-99E2-4E12229E5C5A}"/>
              </a:ext>
            </a:extLst>
          </p:cNvPr>
          <p:cNvCxnSpPr>
            <a:stCxn xmlns:a="http://schemas.openxmlformats.org/drawingml/2006/main" id="28" idx="3"/>
            <a:endCxn xmlns:a="http://schemas.openxmlformats.org/drawingml/2006/main" id="29" idx="1"/>
          </p:cNvCxnSpPr>
          <p:nvPr/>
        </p:nvCxnSpPr>
        <p:spPr>
          <a:xfrm xmlns:a="http://schemas.openxmlformats.org/drawingml/2006/main">
            <a:off x="5239703" y="3000376"/>
            <a:ext cx="379095" cy="0"/>
          </a:xfrm>
          <a:prstGeom xmlns:a="http://schemas.openxmlformats.org/drawingml/2006/main" prst="straightConnector1">
            <a:avLst/>
          </a:prstGeom>
          <a:ln xmlns:a="http://schemas.openxmlformats.org/drawingml/2006/main" w="20955">
            <a:solidFill>
              <a:srgbClr val="277EC0"/>
            </a:solidFill>
            <a:prstDash val="solid"/>
          </a:ln>
        </p:spPr>
      </p:cxnSp>
      <p:cxnSp>
        <p:nvCxnSpPr>
          <p:cNvPr id="19" name="">
            <a:extLst xmlns:a="http://schemas.openxmlformats.org/drawingml/2006/main">
              <a:ext uri="{FF2B5EF4-FFF2-40B4-BE49-F238E27FC236}">
                <a16:creationId xmlns:a16="http://schemas.microsoft.com/office/drawing/2014/main" id="{1D11EE8C-DAB4-46D4-95E9-31EFB7F6F51A}"/>
              </a:ext>
            </a:extLst>
          </p:cNvPr>
          <p:cNvCxnSpPr>
            <a:stCxn xmlns:a="http://schemas.openxmlformats.org/drawingml/2006/main" id="11" idx="3"/>
            <a:endCxn xmlns:a="http://schemas.openxmlformats.org/drawingml/2006/main" id="15" idx="2"/>
          </p:cNvCxnSpPr>
          <p:nvPr/>
        </p:nvCxnSpPr>
        <p:spPr>
          <a:xfrm xmlns:a="http://schemas.openxmlformats.org/drawingml/2006/main" flipV="1">
            <a:off x="2571750" y="3200400"/>
            <a:ext cx="666750" cy="723900"/>
          </a:xfrm>
          <a:prstGeom xmlns:a="http://schemas.openxmlformats.org/drawingml/2006/main" prst="bentConnector3">
            <a:avLst>
              <a:gd name="adj1" fmla="val 50000"/>
            </a:avLst>
          </a:prstGeom>
          <a:ln xmlns:a="http://schemas.openxmlformats.org/drawingml/2006/main" w="21908">
            <a:solidFill>
              <a:srgbClr val="277EC0"/>
            </a:solidFill>
            <a:prstDash val="solid"/>
            <a:tailEnd type="triangle" w="med" len="med"/>
          </a:ln>
        </p:spPr>
      </p:cxnSp>
      <p:cxnSp>
        <p:nvCxnSpPr>
          <p:cNvPr id="18" name="">
            <a:extLst xmlns:a="http://schemas.openxmlformats.org/drawingml/2006/main">
              <a:ext uri="{FF2B5EF4-FFF2-40B4-BE49-F238E27FC236}">
                <a16:creationId xmlns:a16="http://schemas.microsoft.com/office/drawing/2014/main" id="{F0878175-0404-4F72-8858-70A1745632CD}"/>
              </a:ext>
            </a:extLst>
          </p:cNvPr>
          <p:cNvCxnSpPr>
            <a:stCxn xmlns:a="http://schemas.openxmlformats.org/drawingml/2006/main" id="7" idx="3"/>
            <a:endCxn xmlns:a="http://schemas.openxmlformats.org/drawingml/2006/main" id="15" idx="2"/>
          </p:cNvCxnSpPr>
          <p:nvPr/>
        </p:nvCxnSpPr>
        <p:spPr>
          <a:xfrm xmlns:a="http://schemas.openxmlformats.org/drawingml/2006/main">
            <a:off x="2571750" y="2495550"/>
            <a:ext cx="666750" cy="704850"/>
          </a:xfrm>
          <a:prstGeom xmlns:a="http://schemas.openxmlformats.org/drawingml/2006/main" prst="bentConnector3">
            <a:avLst>
              <a:gd name="adj1" fmla="val 50000"/>
            </a:avLst>
          </a:prstGeom>
          <a:ln xmlns:a="http://schemas.openxmlformats.org/drawingml/2006/main" w="21908">
            <a:solidFill>
              <a:srgbClr val="277EC0"/>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496F0B93-2A57-4412-9B45-84E341AA383A}"/>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98" name="vtxt-1">
            <a:extLst xmlns:a="http://schemas.openxmlformats.org/drawingml/2006/main">
              <a:ext uri="{FF2B5EF4-FFF2-40B4-BE49-F238E27FC236}">
                <a16:creationId xmlns:a16="http://schemas.microsoft.com/office/drawing/2014/main" id="{C3853A54-83A4-44E6-9309-FB3C1F9944F6}"/>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Workflow của platform</a:t>
            </a:r>
          </a:p>
        </p:txBody>
      </p:sp>
      <p:sp>
        <p:nvSpPr>
          <p:cNvPr id="2" name="route-anchor-2">
            <a:extLst xmlns:a="http://schemas.openxmlformats.org/drawingml/2006/main">
              <a:ext uri="{FF2B5EF4-FFF2-40B4-BE49-F238E27FC236}">
                <a16:creationId xmlns:a16="http://schemas.microsoft.com/office/drawing/2014/main" id="{7A37D106-560A-4F73-B816-3F160593B2A3}"/>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3">
            <a:extLst xmlns:a="http://schemas.openxmlformats.org/drawingml/2006/main">
              <a:ext uri="{FF2B5EF4-FFF2-40B4-BE49-F238E27FC236}">
                <a16:creationId xmlns:a16="http://schemas.microsoft.com/office/drawing/2014/main" id="{C0CA9EBD-852B-49ED-AB0D-37B0A0F238D7}"/>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4">
            <a:extLst xmlns:a="http://schemas.openxmlformats.org/drawingml/2006/main">
              <a:ext uri="{FF2B5EF4-FFF2-40B4-BE49-F238E27FC236}">
                <a16:creationId xmlns:a16="http://schemas.microsoft.com/office/drawing/2014/main" id="{31801FAE-56BA-42A9-BD41-32AC37A082B8}"/>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Thiết kế platform đề xuất. Nét đứt: nhánh world model và phản hồi</a:t>
            </a:r>
          </a:p>
        </p:txBody>
      </p:sp>
      <p:sp>
        <p:nvSpPr>
          <p:cNvPr id="6" name="vtxt-5">
            <a:extLst xmlns:a="http://schemas.openxmlformats.org/drawingml/2006/main">
              <a:ext uri="{FF2B5EF4-FFF2-40B4-BE49-F238E27FC236}">
                <a16:creationId xmlns:a16="http://schemas.microsoft.com/office/drawing/2014/main" id="{788E0121-5585-4DAC-BA32-63E290191131}"/>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03 / 12</a:t>
            </a:r>
          </a:p>
        </p:txBody>
      </p:sp>
      <p:sp>
        <p:nvSpPr>
          <p:cNvPr id="7" name="component-6">
            <a:extLst xmlns:a="http://schemas.openxmlformats.org/drawingml/2006/main">
              <a:ext uri="{FF2B5EF4-FFF2-40B4-BE49-F238E27FC236}">
                <a16:creationId xmlns:a16="http://schemas.microsoft.com/office/drawing/2014/main" id="{657A903B-9A6D-41D8-9EF8-3B219C59C007}"/>
              </a:ext>
            </a:extLst>
          </p:cNvPr>
          <p:cNvSpPr>
            <a:spLocks xmlns:a="http://schemas.openxmlformats.org/drawingml/2006/main" noGrp="1"/>
          </p:cNvSpPr>
          <p:nvPr/>
        </p:nvSpPr>
        <p:spPr>
          <a:xfrm xmlns:a="http://schemas.openxmlformats.org/drawingml/2006/main">
            <a:off x="381000" y="1971675"/>
            <a:ext cx="2190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277EC0"/>
            </a:solidFill>
          </a:ln>
        </p:spPr>
      </p:sp>
      <p:pic>
        <p:nvPicPr>
          <p:cNvPr id="8" name="">
            <a:extLst xmlns:a="http://schemas.openxmlformats.org/drawingml/2006/main">
              <a:ext uri="{FF2B5EF4-FFF2-40B4-BE49-F238E27FC236}">
                <a16:creationId xmlns:a16="http://schemas.microsoft.com/office/drawing/2014/main" id="{296750E6-BAD1-4090-BA0C-94FD3CE5BBE6}"/>
              </a:ext>
            </a:extLst>
          </p:cNvPr>
          <p:cNvPicPr>
            <a:picLocks xmlns:a="http://schemas.openxmlformats.org/drawingml/2006/main" noChangeAspect="1"/>
          </p:cNvPicPr>
          <p:nvPr/>
        </p:nvPicPr>
        <p:blipFill>
          <a:blip xmlns:r="http://schemas.openxmlformats.org/officeDocument/2006/relationships" xmlns:a="http://schemas.openxmlformats.org/drawingml/2006/main" r:embed="R134fe1d03455400e"/>
          <a:srcRect xmlns:a="http://schemas.openxmlformats.org/drawingml/2006/main" l="300" t="1400" r="82000" b="73000"/>
          <a:stretch xmlns:a="http://schemas.openxmlformats.org/drawingml/2006/main"/>
        </p:blipFill>
        <p:spPr>
          <a:xfrm xmlns:a="http://schemas.openxmlformats.org/drawingml/2006/main">
            <a:off x="457200" y="2114550"/>
            <a:ext cx="838200" cy="714375"/>
          </a:xfrm>
          <a:prstGeom xmlns:a="http://schemas.openxmlformats.org/drawingml/2006/main" prst="rect">
            <a:avLst/>
          </a:prstGeom>
        </p:spPr>
      </p:pic>
      <p:sp>
        <p:nvSpPr>
          <p:cNvPr id="9" name="vtxt-7">
            <a:extLst xmlns:a="http://schemas.openxmlformats.org/drawingml/2006/main">
              <a:ext uri="{FF2B5EF4-FFF2-40B4-BE49-F238E27FC236}">
                <a16:creationId xmlns:a16="http://schemas.microsoft.com/office/drawing/2014/main" id="{A65850BE-58AD-4662-B054-8DC3D169B1BB}"/>
              </a:ext>
            </a:extLst>
          </p:cNvPr>
          <p:cNvSpPr>
            <a:spLocks xmlns:a="http://schemas.openxmlformats.org/drawingml/2006/main" noGrp="1"/>
          </p:cNvSpPr>
          <p:nvPr/>
        </p:nvSpPr>
        <p:spPr>
          <a:xfrm xmlns:a="http://schemas.openxmlformats.org/drawingml/2006/main">
            <a:off x="1390650" y="2047875"/>
            <a:ext cx="108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277EC0"/>
                </a:solidFill>
                <a:latin typeface="Arial"/>
                <a:ea typeface="Arial"/>
                <a:cs typeface="Arial"/>
              </a:defRPr>
            </a:defPPr>
          </a:lstStyle>
          <a:p xmlns:a="http://schemas.openxmlformats.org/drawingml/2006/main">
            <a:pPr algn="l">
              <a:defRPr sz="1650" b="1">
                <a:solidFill>
                  <a:srgbClr val="277EC0"/>
                </a:solidFill>
                <a:latin typeface="Arial"/>
                <a:ea typeface="Arial"/>
                <a:cs typeface="Arial"/>
              </a:defRPr>
            </a:pPr>
            <a:r>
              <a:rPr sz="1650" b="1">
                <a:solidFill>
                  <a:srgbClr val="277EC0"/>
                </a:solidFill>
                <a:latin typeface="Arial"/>
                <a:ea typeface="Arial"/>
                <a:cs typeface="Arial"/>
              </a:rPr>
              <a:t>Human</a:t>
            </a:r>
          </a:p>
          <a:p xmlns:a="http://schemas.openxmlformats.org/drawingml/2006/main">
            <a:pPr algn="l">
              <a:defRPr sz="1650" b="1">
                <a:solidFill>
                  <a:srgbClr val="277EC0"/>
                </a:solidFill>
                <a:latin typeface="Arial"/>
                <a:ea typeface="Arial"/>
                <a:cs typeface="Arial"/>
              </a:defRPr>
            </a:pPr>
            <a:r>
              <a:rPr sz="1650" b="1">
                <a:solidFill>
                  <a:srgbClr val="277EC0"/>
                </a:solidFill>
                <a:latin typeface="Arial"/>
                <a:ea typeface="Arial"/>
                <a:cs typeface="Arial"/>
              </a:rPr>
              <a:t>video</a:t>
            </a:r>
          </a:p>
        </p:txBody>
      </p:sp>
      <p:sp>
        <p:nvSpPr>
          <p:cNvPr id="10" name="vtxt-8">
            <a:extLst xmlns:a="http://schemas.openxmlformats.org/drawingml/2006/main">
              <a:ext uri="{FF2B5EF4-FFF2-40B4-BE49-F238E27FC236}">
                <a16:creationId xmlns:a16="http://schemas.microsoft.com/office/drawing/2014/main" id="{6340D214-E250-4464-B5F8-40D6C229183A}"/>
              </a:ext>
            </a:extLst>
          </p:cNvPr>
          <p:cNvSpPr>
            <a:spLocks xmlns:a="http://schemas.openxmlformats.org/drawingml/2006/main" noGrp="1"/>
          </p:cNvSpPr>
          <p:nvPr/>
        </p:nvSpPr>
        <p:spPr>
          <a:xfrm xmlns:a="http://schemas.openxmlformats.org/drawingml/2006/main">
            <a:off x="1390650" y="2676525"/>
            <a:ext cx="1085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173451"/>
                </a:solidFill>
                <a:latin typeface="Arial"/>
                <a:ea typeface="Arial"/>
                <a:cs typeface="Arial"/>
              </a:defRPr>
            </a:defPPr>
          </a:lstStyle>
          <a:p xmlns:a="http://schemas.openxmlformats.org/drawingml/2006/main">
            <a:pPr algn="l">
              <a:defRPr sz="1350" b="0">
                <a:solidFill>
                  <a:srgbClr val="173451"/>
                </a:solidFill>
                <a:latin typeface="Arial"/>
                <a:ea typeface="Arial"/>
                <a:cs typeface="Arial"/>
              </a:defRPr>
            </a:pPr>
            <a:r>
              <a:rPr sz="1350" b="0">
                <a:solidFill>
                  <a:srgbClr val="173451"/>
                </a:solidFill>
                <a:latin typeface="Arial"/>
                <a:ea typeface="Arial"/>
                <a:cs typeface="Arial"/>
              </a:rPr>
              <a:t>Thao tác</a:t>
            </a:r>
          </a:p>
        </p:txBody>
      </p:sp>
      <p:sp>
        <p:nvSpPr>
          <p:cNvPr id="11" name="component-9">
            <a:extLst xmlns:a="http://schemas.openxmlformats.org/drawingml/2006/main">
              <a:ext uri="{FF2B5EF4-FFF2-40B4-BE49-F238E27FC236}">
                <a16:creationId xmlns:a16="http://schemas.microsoft.com/office/drawing/2014/main" id="{6D42D009-6EC0-4788-8037-E409FB3B5B89}"/>
              </a:ext>
            </a:extLst>
          </p:cNvPr>
          <p:cNvSpPr>
            <a:spLocks xmlns:a="http://schemas.openxmlformats.org/drawingml/2006/main" noGrp="1"/>
          </p:cNvSpPr>
          <p:nvPr/>
        </p:nvSpPr>
        <p:spPr>
          <a:xfrm xmlns:a="http://schemas.openxmlformats.org/drawingml/2006/main">
            <a:off x="381000" y="3400425"/>
            <a:ext cx="2190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277EC0"/>
            </a:solidFill>
          </a:ln>
        </p:spPr>
      </p:sp>
      <p:pic>
        <p:nvPicPr>
          <p:cNvPr id="12" name="">
            <a:extLst xmlns:a="http://schemas.openxmlformats.org/drawingml/2006/main">
              <a:ext uri="{FF2B5EF4-FFF2-40B4-BE49-F238E27FC236}">
                <a16:creationId xmlns:a16="http://schemas.microsoft.com/office/drawing/2014/main" id="{167D39A8-9BD0-4F1D-9091-98E162EA29D1}"/>
              </a:ext>
            </a:extLst>
          </p:cNvPr>
          <p:cNvPicPr>
            <a:picLocks xmlns:a="http://schemas.openxmlformats.org/drawingml/2006/main" noChangeAspect="1"/>
          </p:cNvPicPr>
          <p:nvPr/>
        </p:nvPicPr>
        <p:blipFill>
          <a:blip xmlns:r="http://schemas.openxmlformats.org/officeDocument/2006/relationships" xmlns:a="http://schemas.openxmlformats.org/drawingml/2006/main" r:embed="R66d17f8d5a854540"/>
          <a:srcRect xmlns:a="http://schemas.openxmlformats.org/drawingml/2006/main" l="32600" t="62000" r="61500" b="21000"/>
          <a:stretch xmlns:a="http://schemas.openxmlformats.org/drawingml/2006/main"/>
        </p:blipFill>
        <p:spPr>
          <a:xfrm xmlns:a="http://schemas.openxmlformats.org/drawingml/2006/main">
            <a:off x="457200" y="3552825"/>
            <a:ext cx="838200" cy="695325"/>
          </a:xfrm>
          <a:prstGeom xmlns:a="http://schemas.openxmlformats.org/drawingml/2006/main" prst="rect">
            <a:avLst/>
          </a:prstGeom>
        </p:spPr>
      </p:pic>
      <p:sp>
        <p:nvSpPr>
          <p:cNvPr id="13" name="vtxt-10">
            <a:extLst xmlns:a="http://schemas.openxmlformats.org/drawingml/2006/main">
              <a:ext uri="{FF2B5EF4-FFF2-40B4-BE49-F238E27FC236}">
                <a16:creationId xmlns:a16="http://schemas.microsoft.com/office/drawing/2014/main" id="{D7B2CCDA-1DBD-4E0E-BAE3-94EF068C541C}"/>
              </a:ext>
            </a:extLst>
          </p:cNvPr>
          <p:cNvSpPr>
            <a:spLocks xmlns:a="http://schemas.openxmlformats.org/drawingml/2006/main" noGrp="1"/>
          </p:cNvSpPr>
          <p:nvPr/>
        </p:nvSpPr>
        <p:spPr>
          <a:xfrm xmlns:a="http://schemas.openxmlformats.org/drawingml/2006/main">
            <a:off x="1390650" y="3476625"/>
            <a:ext cx="1085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277EC0"/>
                </a:solidFill>
                <a:latin typeface="Arial"/>
                <a:ea typeface="Arial"/>
                <a:cs typeface="Arial"/>
              </a:defRPr>
            </a:defPPr>
          </a:lstStyle>
          <a:p xmlns:a="http://schemas.openxmlformats.org/drawingml/2006/main">
            <a:pPr algn="l">
              <a:defRPr sz="1650" b="1">
                <a:solidFill>
                  <a:srgbClr val="277EC0"/>
                </a:solidFill>
                <a:latin typeface="Arial"/>
                <a:ea typeface="Arial"/>
                <a:cs typeface="Arial"/>
              </a:defRPr>
            </a:pPr>
            <a:r>
              <a:rPr sz="1650" b="1">
                <a:solidFill>
                  <a:srgbClr val="277EC0"/>
                </a:solidFill>
                <a:latin typeface="Arial"/>
                <a:ea typeface="Arial"/>
                <a:cs typeface="Arial"/>
              </a:rPr>
              <a:t>Teleop</a:t>
            </a:r>
          </a:p>
          <a:p xmlns:a="http://schemas.openxmlformats.org/drawingml/2006/main">
            <a:pPr algn="l">
              <a:defRPr sz="1650" b="1">
                <a:solidFill>
                  <a:srgbClr val="277EC0"/>
                </a:solidFill>
                <a:latin typeface="Arial"/>
                <a:ea typeface="Arial"/>
                <a:cs typeface="Arial"/>
              </a:defRPr>
            </a:pPr>
            <a:r>
              <a:rPr sz="1650" b="1">
                <a:solidFill>
                  <a:srgbClr val="277EC0"/>
                </a:solidFill>
                <a:latin typeface="Arial"/>
                <a:ea typeface="Arial"/>
                <a:cs typeface="Arial"/>
              </a:rPr>
              <a:t>robot</a:t>
            </a:r>
          </a:p>
        </p:txBody>
      </p:sp>
      <p:sp>
        <p:nvSpPr>
          <p:cNvPr id="14" name="vtxt-11">
            <a:extLst xmlns:a="http://schemas.openxmlformats.org/drawingml/2006/main">
              <a:ext uri="{FF2B5EF4-FFF2-40B4-BE49-F238E27FC236}">
                <a16:creationId xmlns:a16="http://schemas.microsoft.com/office/drawing/2014/main" id="{284AA28E-03AF-41FD-93E1-8E6355797735}"/>
              </a:ext>
            </a:extLst>
          </p:cNvPr>
          <p:cNvSpPr>
            <a:spLocks xmlns:a="http://schemas.openxmlformats.org/drawingml/2006/main" noGrp="1"/>
          </p:cNvSpPr>
          <p:nvPr/>
        </p:nvSpPr>
        <p:spPr>
          <a:xfrm xmlns:a="http://schemas.openxmlformats.org/drawingml/2006/main">
            <a:off x="1390650" y="4105275"/>
            <a:ext cx="1085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173451"/>
                </a:solidFill>
                <a:latin typeface="Arial"/>
                <a:ea typeface="Arial"/>
                <a:cs typeface="Arial"/>
              </a:defRPr>
            </a:defPPr>
          </a:lstStyle>
          <a:p xmlns:a="http://schemas.openxmlformats.org/drawingml/2006/main">
            <a:pPr algn="l">
              <a:defRPr sz="1350" b="0">
                <a:solidFill>
                  <a:srgbClr val="173451"/>
                </a:solidFill>
                <a:latin typeface="Arial"/>
                <a:ea typeface="Arial"/>
                <a:cs typeface="Arial"/>
              </a:defRPr>
            </a:pPr>
            <a:r>
              <a:rPr sz="1350" b="0">
                <a:solidFill>
                  <a:srgbClr val="173451"/>
                </a:solidFill>
                <a:latin typeface="Arial"/>
                <a:ea typeface="Arial"/>
                <a:cs typeface="Arial"/>
              </a:rPr>
              <a:t>State / action</a:t>
            </a:r>
          </a:p>
        </p:txBody>
      </p:sp>
      <p:sp>
        <p:nvSpPr>
          <p:cNvPr id="15" name="Data Core-12">
            <a:extLst xmlns:a="http://schemas.openxmlformats.org/drawingml/2006/main">
              <a:ext uri="{FF2B5EF4-FFF2-40B4-BE49-F238E27FC236}">
                <a16:creationId xmlns:a16="http://schemas.microsoft.com/office/drawing/2014/main" id="{60987052-1FA3-42FF-8A80-1505FC39C601}"/>
              </a:ext>
            </a:extLst>
          </p:cNvPr>
          <p:cNvSpPr>
            <a:spLocks xmlns:a="http://schemas.openxmlformats.org/drawingml/2006/main" noGrp="1"/>
          </p:cNvSpPr>
          <p:nvPr/>
        </p:nvSpPr>
        <p:spPr>
          <a:xfrm xmlns:a="http://schemas.openxmlformats.org/drawingml/2006/main">
            <a:off x="3238500" y="2609850"/>
            <a:ext cx="2000250" cy="1181100"/>
          </a:xfrm>
          <a:prstGeom xmlns:a="http://schemas.openxmlformats.org/drawingml/2006/main" prst="can">
            <a:avLst/>
          </a:prstGeom>
          <a:solidFill xmlns:a="http://schemas.openxmlformats.org/drawingml/2006/main">
            <a:srgbClr val="EAF4FC"/>
          </a:solidFill>
          <a:ln xmlns:a="http://schemas.openxmlformats.org/drawingml/2006/main" w="14288">
            <a:solidFill>
              <a:srgbClr val="277EC0"/>
            </a:solidFill>
          </a:ln>
        </p:spPr>
      </p:sp>
      <p:sp>
        <p:nvSpPr>
          <p:cNvPr id="16" name="vtxt-13">
            <a:extLst xmlns:a="http://schemas.openxmlformats.org/drawingml/2006/main">
              <a:ext uri="{FF2B5EF4-FFF2-40B4-BE49-F238E27FC236}">
                <a16:creationId xmlns:a16="http://schemas.microsoft.com/office/drawing/2014/main" id="{67E51346-EFCB-42E2-BA7B-63A8473A2715}"/>
              </a:ext>
            </a:extLst>
          </p:cNvPr>
          <p:cNvSpPr>
            <a:spLocks xmlns:a="http://schemas.openxmlformats.org/drawingml/2006/main" noGrp="1"/>
          </p:cNvSpPr>
          <p:nvPr/>
        </p:nvSpPr>
        <p:spPr>
          <a:xfrm xmlns:a="http://schemas.openxmlformats.org/drawingml/2006/main">
            <a:off x="3333750" y="29527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277EC0"/>
                </a:solidFill>
                <a:latin typeface="Arial"/>
                <a:ea typeface="Arial"/>
                <a:cs typeface="Arial"/>
              </a:defRPr>
            </a:defPPr>
          </a:lstStyle>
          <a:p xmlns:a="http://schemas.openxmlformats.org/drawingml/2006/main">
            <a:pPr algn="ctr">
              <a:defRPr sz="1950" b="1">
                <a:solidFill>
                  <a:srgbClr val="277EC0"/>
                </a:solidFill>
                <a:latin typeface="Arial"/>
                <a:ea typeface="Arial"/>
                <a:cs typeface="Arial"/>
              </a:defRPr>
            </a:pPr>
            <a:r>
              <a:rPr sz="1950" b="1">
                <a:solidFill>
                  <a:srgbClr val="277EC0"/>
                </a:solidFill>
                <a:latin typeface="Arial"/>
                <a:ea typeface="Arial"/>
                <a:cs typeface="Arial"/>
              </a:rPr>
              <a:t>Data Core</a:t>
            </a:r>
          </a:p>
        </p:txBody>
      </p:sp>
      <p:sp>
        <p:nvSpPr>
          <p:cNvPr id="17" name="vtxt-14">
            <a:extLst xmlns:a="http://schemas.openxmlformats.org/drawingml/2006/main">
              <a:ext uri="{FF2B5EF4-FFF2-40B4-BE49-F238E27FC236}">
                <a16:creationId xmlns:a16="http://schemas.microsoft.com/office/drawing/2014/main" id="{709E4750-DF13-4B9B-8635-B05C30A2BD80}"/>
              </a:ext>
            </a:extLst>
          </p:cNvPr>
          <p:cNvSpPr>
            <a:spLocks xmlns:a="http://schemas.openxmlformats.org/drawingml/2006/main" noGrp="1"/>
          </p:cNvSpPr>
          <p:nvPr/>
        </p:nvSpPr>
        <p:spPr>
          <a:xfrm xmlns:a="http://schemas.openxmlformats.org/drawingml/2006/main">
            <a:off x="3333750" y="335280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QA và phiên bản</a:t>
            </a:r>
          </a:p>
        </p:txBody>
      </p:sp>
      <p:sp>
        <p:nvSpPr>
          <p:cNvPr id="20" name="component-15">
            <a:extLst xmlns:a="http://schemas.openxmlformats.org/drawingml/2006/main">
              <a:ext uri="{FF2B5EF4-FFF2-40B4-BE49-F238E27FC236}">
                <a16:creationId xmlns:a16="http://schemas.microsoft.com/office/drawing/2014/main" id="{85756504-2479-4696-92AA-7C0306C37913}"/>
              </a:ext>
            </a:extLst>
          </p:cNvPr>
          <p:cNvSpPr>
            <a:spLocks xmlns:a="http://schemas.openxmlformats.org/drawingml/2006/main" noGrp="1"/>
          </p:cNvSpPr>
          <p:nvPr/>
        </p:nvSpPr>
        <p:spPr>
          <a:xfrm xmlns:a="http://schemas.openxmlformats.org/drawingml/2006/main">
            <a:off x="5953125" y="1743075"/>
            <a:ext cx="2762250" cy="1924050"/>
          </a:xfrm>
          <a:prstGeom xmlns:a="http://schemas.openxmlformats.org/drawingml/2006/main" prst="rect">
            <a:avLst/>
          </a:prstGeom>
          <a:solidFill xmlns:a="http://schemas.openxmlformats.org/drawingml/2006/main">
            <a:srgbClr val="FFFFFF"/>
          </a:solidFill>
          <a:ln xmlns:a="http://schemas.openxmlformats.org/drawingml/2006/main" w="14288">
            <a:solidFill>
              <a:srgbClr val="C5D0D7"/>
            </a:solidFill>
          </a:ln>
        </p:spPr>
      </p:sp>
      <p:sp>
        <p:nvSpPr>
          <p:cNvPr id="21" name="vtxt-16">
            <a:extLst xmlns:a="http://schemas.openxmlformats.org/drawingml/2006/main">
              <a:ext uri="{FF2B5EF4-FFF2-40B4-BE49-F238E27FC236}">
                <a16:creationId xmlns:a16="http://schemas.microsoft.com/office/drawing/2014/main" id="{58029540-96BD-4ECA-A2FA-6DB8BB6F94ED}"/>
              </a:ext>
            </a:extLst>
          </p:cNvPr>
          <p:cNvSpPr>
            <a:spLocks xmlns:a="http://schemas.openxmlformats.org/drawingml/2006/main" noGrp="1"/>
          </p:cNvSpPr>
          <p:nvPr/>
        </p:nvSpPr>
        <p:spPr>
          <a:xfrm xmlns:a="http://schemas.openxmlformats.org/drawingml/2006/main">
            <a:off x="6105525" y="1819275"/>
            <a:ext cx="2457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00888C"/>
                </a:solidFill>
                <a:latin typeface="Arial"/>
                <a:ea typeface="Arial"/>
                <a:cs typeface="Arial"/>
              </a:defRPr>
            </a:defPPr>
          </a:lstStyle>
          <a:p xmlns:a="http://schemas.openxmlformats.org/drawingml/2006/main">
            <a:pPr algn="ctr">
              <a:defRPr sz="1950" b="1">
                <a:solidFill>
                  <a:srgbClr val="00888C"/>
                </a:solidFill>
                <a:latin typeface="Arial"/>
                <a:ea typeface="Arial"/>
                <a:cs typeface="Arial"/>
              </a:defRPr>
            </a:pPr>
            <a:r>
              <a:rPr sz="1950" b="1">
                <a:solidFill>
                  <a:srgbClr val="00888C"/>
                </a:solidFill>
                <a:latin typeface="Arial"/>
                <a:ea typeface="Arial"/>
                <a:cs typeface="Arial"/>
              </a:rPr>
              <a:t>Data Factory</a:t>
            </a:r>
          </a:p>
        </p:txBody>
      </p:sp>
      <p:sp>
        <p:nvSpPr>
          <p:cNvPr id="22" name="component-17">
            <a:extLst xmlns:a="http://schemas.openxmlformats.org/drawingml/2006/main">
              <a:ext uri="{FF2B5EF4-FFF2-40B4-BE49-F238E27FC236}">
                <a16:creationId xmlns:a16="http://schemas.microsoft.com/office/drawing/2014/main" id="{034D6740-AF2F-407D-8A85-DD4A83727540}"/>
              </a:ext>
            </a:extLst>
          </p:cNvPr>
          <p:cNvSpPr>
            <a:spLocks xmlns:a="http://schemas.openxmlformats.org/drawingml/2006/main" noGrp="1"/>
          </p:cNvSpPr>
          <p:nvPr/>
        </p:nvSpPr>
        <p:spPr>
          <a:xfrm xmlns:a="http://schemas.openxmlformats.org/drawingml/2006/main">
            <a:off x="6105525" y="2295525"/>
            <a:ext cx="1181100" cy="12001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23" name="vtxt-18">
            <a:extLst xmlns:a="http://schemas.openxmlformats.org/drawingml/2006/main">
              <a:ext uri="{FF2B5EF4-FFF2-40B4-BE49-F238E27FC236}">
                <a16:creationId xmlns:a16="http://schemas.microsoft.com/office/drawing/2014/main" id="{7BD143C4-0776-4B87-A26C-B32F5456FB7C}"/>
              </a:ext>
            </a:extLst>
          </p:cNvPr>
          <p:cNvSpPr>
            <a:spLocks xmlns:a="http://schemas.openxmlformats.org/drawingml/2006/main" noGrp="1"/>
          </p:cNvSpPr>
          <p:nvPr/>
        </p:nvSpPr>
        <p:spPr>
          <a:xfrm xmlns:a="http://schemas.openxmlformats.org/drawingml/2006/main">
            <a:off x="6162675" y="2371725"/>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76B900"/>
                </a:solidFill>
                <a:latin typeface="Arial"/>
                <a:ea typeface="Arial"/>
                <a:cs typeface="Arial"/>
              </a:defRPr>
            </a:defPPr>
          </a:lstStyle>
          <a:p xmlns:a="http://schemas.openxmlformats.org/drawingml/2006/main">
            <a:pPr algn="ctr">
              <a:defRPr sz="1500" b="1">
                <a:solidFill>
                  <a:srgbClr val="76B900"/>
                </a:solidFill>
                <a:latin typeface="Arial"/>
                <a:ea typeface="Arial"/>
                <a:cs typeface="Arial"/>
              </a:defRPr>
            </a:pPr>
            <a:r>
              <a:rPr sz="1500" b="1">
                <a:solidFill>
                  <a:srgbClr val="76B900"/>
                </a:solidFill>
                <a:latin typeface="Arial"/>
                <a:ea typeface="Arial"/>
                <a:cs typeface="Arial"/>
              </a:rPr>
              <a:t>V2D + sim</a:t>
            </a:r>
          </a:p>
        </p:txBody>
      </p:sp>
      <p:sp>
        <p:nvSpPr>
          <p:cNvPr id="24" name="vtxt-19">
            <a:extLst xmlns:a="http://schemas.openxmlformats.org/drawingml/2006/main">
              <a:ext uri="{FF2B5EF4-FFF2-40B4-BE49-F238E27FC236}">
                <a16:creationId xmlns:a16="http://schemas.microsoft.com/office/drawing/2014/main" id="{64148DBF-F1E0-4D91-A50D-C971623F9CDC}"/>
              </a:ext>
            </a:extLst>
          </p:cNvPr>
          <p:cNvSpPr>
            <a:spLocks xmlns:a="http://schemas.openxmlformats.org/drawingml/2006/main" noGrp="1"/>
          </p:cNvSpPr>
          <p:nvPr/>
        </p:nvSpPr>
        <p:spPr>
          <a:xfrm xmlns:a="http://schemas.openxmlformats.org/drawingml/2006/main">
            <a:off x="6162675" y="2762250"/>
            <a:ext cx="1066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0">
                <a:solidFill>
                  <a:srgbClr val="173451"/>
                </a:solidFill>
                <a:latin typeface="Arial"/>
                <a:ea typeface="Arial"/>
                <a:cs typeface="Arial"/>
              </a:defRPr>
            </a:defPPr>
          </a:lstStyle>
          <a:p xmlns:a="http://schemas.openxmlformats.org/drawingml/2006/main">
            <a:pPr algn="ctr">
              <a:defRPr sz="1425" b="0">
                <a:solidFill>
                  <a:srgbClr val="173451"/>
                </a:solidFill>
                <a:latin typeface="Arial"/>
                <a:ea typeface="Arial"/>
                <a:cs typeface="Arial"/>
              </a:defRPr>
            </a:pPr>
            <a:r>
              <a:rPr sz="1425" b="0">
                <a:solidFill>
                  <a:srgbClr val="173451"/>
                </a:solidFill>
                <a:latin typeface="Arial"/>
                <a:ea typeface="Arial"/>
                <a:cs typeface="Arial"/>
              </a:rPr>
              <a:t>RGB / state</a:t>
            </a:r>
          </a:p>
          <a:p xmlns:a="http://schemas.openxmlformats.org/drawingml/2006/main">
            <a:pPr algn="ctr">
              <a:defRPr sz="1425" b="0">
                <a:solidFill>
                  <a:srgbClr val="173451"/>
                </a:solidFill>
                <a:latin typeface="Arial"/>
                <a:ea typeface="Arial"/>
                <a:cs typeface="Arial"/>
              </a:defRPr>
            </a:pPr>
            <a:r>
              <a:rPr sz="1425" b="0">
                <a:solidFill>
                  <a:srgbClr val="173451"/>
                </a:solidFill>
                <a:latin typeface="Arial"/>
                <a:ea typeface="Arial"/>
                <a:cs typeface="Arial"/>
              </a:rPr>
              <a:t>Action + QA</a:t>
            </a:r>
          </a:p>
        </p:txBody>
      </p:sp>
      <p:sp>
        <p:nvSpPr>
          <p:cNvPr id="25" name="component-20">
            <a:extLst xmlns:a="http://schemas.openxmlformats.org/drawingml/2006/main">
              <a:ext uri="{FF2B5EF4-FFF2-40B4-BE49-F238E27FC236}">
                <a16:creationId xmlns:a16="http://schemas.microsoft.com/office/drawing/2014/main" id="{9363C731-6832-407A-9AA5-B5BA16AEAF91}"/>
              </a:ext>
            </a:extLst>
          </p:cNvPr>
          <p:cNvSpPr>
            <a:spLocks xmlns:a="http://schemas.openxmlformats.org/drawingml/2006/main" noGrp="1"/>
          </p:cNvSpPr>
          <p:nvPr/>
        </p:nvSpPr>
        <p:spPr>
          <a:xfrm xmlns:a="http://schemas.openxmlformats.org/drawingml/2006/main">
            <a:off x="7429500" y="2295525"/>
            <a:ext cx="1133475" cy="1200150"/>
          </a:xfrm>
          <a:prstGeom xmlns:a="http://schemas.openxmlformats.org/drawingml/2006/main" prst="rect">
            <a:avLst/>
          </a:prstGeom>
          <a:solidFill xmlns:a="http://schemas.openxmlformats.org/drawingml/2006/main">
            <a:srgbClr val="E7F5F3"/>
          </a:solidFill>
          <a:ln xmlns:a="http://schemas.openxmlformats.org/drawingml/2006/main" w="14288">
            <a:solidFill>
              <a:srgbClr val="00888C"/>
            </a:solidFill>
          </a:ln>
        </p:spPr>
      </p:sp>
      <p:sp>
        <p:nvSpPr>
          <p:cNvPr id="26" name="vtxt-21">
            <a:extLst xmlns:a="http://schemas.openxmlformats.org/drawingml/2006/main">
              <a:ext uri="{FF2B5EF4-FFF2-40B4-BE49-F238E27FC236}">
                <a16:creationId xmlns:a16="http://schemas.microsoft.com/office/drawing/2014/main" id="{CE8F9B6B-6A48-409D-9AE7-ADC23F539609}"/>
              </a:ext>
            </a:extLst>
          </p:cNvPr>
          <p:cNvSpPr>
            <a:spLocks xmlns:a="http://schemas.openxmlformats.org/drawingml/2006/main" noGrp="1"/>
          </p:cNvSpPr>
          <p:nvPr/>
        </p:nvSpPr>
        <p:spPr>
          <a:xfrm xmlns:a="http://schemas.openxmlformats.org/drawingml/2006/main">
            <a:off x="7467600" y="2371725"/>
            <a:ext cx="10572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00888C"/>
                </a:solidFill>
                <a:latin typeface="Arial"/>
                <a:ea typeface="Arial"/>
                <a:cs typeface="Arial"/>
              </a:defRPr>
            </a:defPPr>
          </a:lstStyle>
          <a:p xmlns:a="http://schemas.openxmlformats.org/drawingml/2006/main">
            <a:pPr algn="ctr">
              <a:defRPr sz="1425" b="1">
                <a:solidFill>
                  <a:srgbClr val="00888C"/>
                </a:solidFill>
                <a:latin typeface="Arial"/>
                <a:ea typeface="Arial"/>
                <a:cs typeface="Arial"/>
              </a:defRPr>
            </a:pPr>
            <a:r>
              <a:rPr sz="1425" b="1">
                <a:solidFill>
                  <a:srgbClr val="00888C"/>
                </a:solidFill>
                <a:latin typeface="Arial"/>
                <a:ea typeface="Arial"/>
                <a:cs typeface="Arial"/>
              </a:rPr>
              <a:t>DreamDojo</a:t>
            </a:r>
          </a:p>
        </p:txBody>
      </p:sp>
      <p:sp>
        <p:nvSpPr>
          <p:cNvPr id="27" name="vtxt-22">
            <a:extLst xmlns:a="http://schemas.openxmlformats.org/drawingml/2006/main">
              <a:ext uri="{FF2B5EF4-FFF2-40B4-BE49-F238E27FC236}">
                <a16:creationId xmlns:a16="http://schemas.microsoft.com/office/drawing/2014/main" id="{89D8ACE6-6E55-42A5-B2E5-EBD26B9565B4}"/>
              </a:ext>
            </a:extLst>
          </p:cNvPr>
          <p:cNvSpPr>
            <a:spLocks xmlns:a="http://schemas.openxmlformats.org/drawingml/2006/main" noGrp="1"/>
          </p:cNvSpPr>
          <p:nvPr/>
        </p:nvSpPr>
        <p:spPr>
          <a:xfrm xmlns:a="http://schemas.openxmlformats.org/drawingml/2006/main">
            <a:off x="7486650" y="2771775"/>
            <a:ext cx="1019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3451"/>
                </a:solidFill>
                <a:latin typeface="Arial"/>
                <a:ea typeface="Arial"/>
                <a:cs typeface="Arial"/>
              </a:defRPr>
            </a:defPPr>
          </a:lstStyle>
          <a:p xmlns:a="http://schemas.openxmlformats.org/drawingml/2006/main">
            <a:pPr algn="ctr">
              <a:defRPr sz="1350" b="0">
                <a:solidFill>
                  <a:srgbClr val="173451"/>
                </a:solidFill>
                <a:latin typeface="Arial"/>
                <a:ea typeface="Arial"/>
                <a:cs typeface="Arial"/>
              </a:defRPr>
            </a:pPr>
            <a:r>
              <a:rPr sz="1350" b="0">
                <a:solidFill>
                  <a:srgbClr val="173451"/>
                </a:solidFill>
                <a:latin typeface="Arial"/>
                <a:ea typeface="Arial"/>
                <a:cs typeface="Arial"/>
              </a:rPr>
              <a:t>Video tương lai</a:t>
            </a:r>
          </a:p>
          <a:p xmlns:a="http://schemas.openxmlformats.org/drawingml/2006/main">
            <a:pPr algn="ctr">
              <a:defRPr sz="1350" b="0">
                <a:solidFill>
                  <a:srgbClr val="173451"/>
                </a:solidFill>
                <a:latin typeface="Arial"/>
                <a:ea typeface="Arial"/>
                <a:cs typeface="Arial"/>
              </a:defRPr>
            </a:pPr>
            <a:r>
              <a:rPr sz="1350" b="0">
                <a:solidFill>
                  <a:srgbClr val="173451"/>
                </a:solidFill>
                <a:latin typeface="Arial"/>
                <a:ea typeface="Arial"/>
                <a:cs typeface="Arial"/>
              </a:rPr>
              <a:t>Để đánh giá</a:t>
            </a:r>
          </a:p>
        </p:txBody>
      </p:sp>
      <p:sp>
        <p:nvSpPr>
          <p:cNvPr id="28" name="route-anchor-23">
            <a:extLst xmlns:a="http://schemas.openxmlformats.org/drawingml/2006/main">
              <a:ext uri="{FF2B5EF4-FFF2-40B4-BE49-F238E27FC236}">
                <a16:creationId xmlns:a16="http://schemas.microsoft.com/office/drawing/2014/main" id="{573DC02C-703B-4660-89DB-4FE961CA2F2D}"/>
              </a:ext>
            </a:extLst>
          </p:cNvPr>
          <p:cNvSpPr>
            <a:spLocks xmlns:a="http://schemas.openxmlformats.org/drawingml/2006/main" noGrp="1"/>
          </p:cNvSpPr>
          <p:nvPr/>
        </p:nvSpPr>
        <p:spPr>
          <a:xfrm xmlns:a="http://schemas.openxmlformats.org/drawingml/2006/main">
            <a:off x="5237798" y="29994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9" name="route-anchor-24">
            <a:extLst xmlns:a="http://schemas.openxmlformats.org/drawingml/2006/main">
              <a:ext uri="{FF2B5EF4-FFF2-40B4-BE49-F238E27FC236}">
                <a16:creationId xmlns:a16="http://schemas.microsoft.com/office/drawing/2014/main" id="{54CB211A-063A-4299-9851-2B5F91A28510}"/>
              </a:ext>
            </a:extLst>
          </p:cNvPr>
          <p:cNvSpPr>
            <a:spLocks xmlns:a="http://schemas.openxmlformats.org/drawingml/2006/main" noGrp="1"/>
          </p:cNvSpPr>
          <p:nvPr/>
        </p:nvSpPr>
        <p:spPr>
          <a:xfrm xmlns:a="http://schemas.openxmlformats.org/drawingml/2006/main">
            <a:off x="5618798" y="29994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1" name="route-anchor-25">
            <a:extLst xmlns:a="http://schemas.openxmlformats.org/drawingml/2006/main">
              <a:ext uri="{FF2B5EF4-FFF2-40B4-BE49-F238E27FC236}">
                <a16:creationId xmlns:a16="http://schemas.microsoft.com/office/drawing/2014/main" id="{A883ED92-9527-436E-9440-54B34FF22C77}"/>
              </a:ext>
            </a:extLst>
          </p:cNvPr>
          <p:cNvSpPr>
            <a:spLocks xmlns:a="http://schemas.openxmlformats.org/drawingml/2006/main" noGrp="1"/>
          </p:cNvSpPr>
          <p:nvPr/>
        </p:nvSpPr>
        <p:spPr>
          <a:xfrm xmlns:a="http://schemas.openxmlformats.org/drawingml/2006/main">
            <a:off x="5618798" y="29994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2" name="route-anchor-26">
            <a:extLst xmlns:a="http://schemas.openxmlformats.org/drawingml/2006/main">
              <a:ext uri="{FF2B5EF4-FFF2-40B4-BE49-F238E27FC236}">
                <a16:creationId xmlns:a16="http://schemas.microsoft.com/office/drawing/2014/main" id="{C194091C-A1E5-42C0-8634-6A037AC2341D}"/>
              </a:ext>
            </a:extLst>
          </p:cNvPr>
          <p:cNvSpPr>
            <a:spLocks xmlns:a="http://schemas.openxmlformats.org/drawingml/2006/main" noGrp="1"/>
          </p:cNvSpPr>
          <p:nvPr/>
        </p:nvSpPr>
        <p:spPr>
          <a:xfrm xmlns:a="http://schemas.openxmlformats.org/drawingml/2006/main">
            <a:off x="5618798"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4" name="route-anchor-27">
            <a:extLst xmlns:a="http://schemas.openxmlformats.org/drawingml/2006/main">
              <a:ext uri="{FF2B5EF4-FFF2-40B4-BE49-F238E27FC236}">
                <a16:creationId xmlns:a16="http://schemas.microsoft.com/office/drawing/2014/main" id="{5425D6E2-6689-41E3-96F8-19F6906D8C9A}"/>
              </a:ext>
            </a:extLst>
          </p:cNvPr>
          <p:cNvSpPr>
            <a:spLocks xmlns:a="http://schemas.openxmlformats.org/drawingml/2006/main" noGrp="1"/>
          </p:cNvSpPr>
          <p:nvPr/>
        </p:nvSpPr>
        <p:spPr>
          <a:xfrm xmlns:a="http://schemas.openxmlformats.org/drawingml/2006/main">
            <a:off x="5618798"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5" name="route-anchor-28">
            <a:extLst xmlns:a="http://schemas.openxmlformats.org/drawingml/2006/main">
              <a:ext uri="{FF2B5EF4-FFF2-40B4-BE49-F238E27FC236}">
                <a16:creationId xmlns:a16="http://schemas.microsoft.com/office/drawing/2014/main" id="{3468EAE5-4F35-49D1-9B4D-05E72C1FC3EF}"/>
              </a:ext>
            </a:extLst>
          </p:cNvPr>
          <p:cNvSpPr>
            <a:spLocks xmlns:a="http://schemas.openxmlformats.org/drawingml/2006/main" noGrp="1"/>
          </p:cNvSpPr>
          <p:nvPr/>
        </p:nvSpPr>
        <p:spPr>
          <a:xfrm xmlns:a="http://schemas.openxmlformats.org/drawingml/2006/main">
            <a:off x="5952173"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7" name="Training policy-29">
            <a:extLst xmlns:a="http://schemas.openxmlformats.org/drawingml/2006/main">
              <a:ext uri="{FF2B5EF4-FFF2-40B4-BE49-F238E27FC236}">
                <a16:creationId xmlns:a16="http://schemas.microsoft.com/office/drawing/2014/main" id="{6A82D85B-B098-4A34-84CE-86F99B28776D}"/>
              </a:ext>
            </a:extLst>
          </p:cNvPr>
          <p:cNvSpPr>
            <a:spLocks xmlns:a="http://schemas.openxmlformats.org/drawingml/2006/main" noGrp="1"/>
          </p:cNvSpPr>
          <p:nvPr/>
        </p:nvSpPr>
        <p:spPr>
          <a:xfrm xmlns:a="http://schemas.openxmlformats.org/drawingml/2006/main">
            <a:off x="5953125" y="4381500"/>
            <a:ext cx="2762250" cy="8953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38" name="vtxt-30">
            <a:extLst xmlns:a="http://schemas.openxmlformats.org/drawingml/2006/main">
              <a:ext uri="{FF2B5EF4-FFF2-40B4-BE49-F238E27FC236}">
                <a16:creationId xmlns:a16="http://schemas.microsoft.com/office/drawing/2014/main" id="{32654FBA-533D-4C81-B39D-4883BD370424}"/>
              </a:ext>
            </a:extLst>
          </p:cNvPr>
          <p:cNvSpPr>
            <a:spLocks xmlns:a="http://schemas.openxmlformats.org/drawingml/2006/main" noGrp="1"/>
          </p:cNvSpPr>
          <p:nvPr/>
        </p:nvSpPr>
        <p:spPr>
          <a:xfrm xmlns:a="http://schemas.openxmlformats.org/drawingml/2006/main">
            <a:off x="6048375" y="4495800"/>
            <a:ext cx="257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Training policy</a:t>
            </a:r>
          </a:p>
        </p:txBody>
      </p:sp>
      <p:sp>
        <p:nvSpPr>
          <p:cNvPr id="39" name="vtxt-31">
            <a:extLst xmlns:a="http://schemas.openxmlformats.org/drawingml/2006/main">
              <a:ext uri="{FF2B5EF4-FFF2-40B4-BE49-F238E27FC236}">
                <a16:creationId xmlns:a16="http://schemas.microsoft.com/office/drawing/2014/main" id="{169B1A92-7229-468F-B897-CFF911F8BD9E}"/>
              </a:ext>
            </a:extLst>
          </p:cNvPr>
          <p:cNvSpPr>
            <a:spLocks xmlns:a="http://schemas.openxmlformats.org/drawingml/2006/main" noGrp="1"/>
          </p:cNvSpPr>
          <p:nvPr/>
        </p:nvSpPr>
        <p:spPr>
          <a:xfrm xmlns:a="http://schemas.openxmlformats.org/drawingml/2006/main">
            <a:off x="6048375" y="48672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VLM + Action Expert</a:t>
            </a:r>
          </a:p>
        </p:txBody>
      </p:sp>
      <p:sp>
        <p:nvSpPr>
          <p:cNvPr id="40" name="route-anchor-32">
            <a:extLst xmlns:a="http://schemas.openxmlformats.org/drawingml/2006/main">
              <a:ext uri="{FF2B5EF4-FFF2-40B4-BE49-F238E27FC236}">
                <a16:creationId xmlns:a16="http://schemas.microsoft.com/office/drawing/2014/main" id="{C19A6FE7-BA55-4600-94AD-D6A420955093}"/>
              </a:ext>
            </a:extLst>
          </p:cNvPr>
          <p:cNvSpPr>
            <a:spLocks xmlns:a="http://schemas.openxmlformats.org/drawingml/2006/main" noGrp="1"/>
          </p:cNvSpPr>
          <p:nvPr/>
        </p:nvSpPr>
        <p:spPr>
          <a:xfrm xmlns:a="http://schemas.openxmlformats.org/drawingml/2006/main">
            <a:off x="4237673" y="37899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1" name="route-anchor-33">
            <a:extLst xmlns:a="http://schemas.openxmlformats.org/drawingml/2006/main">
              <a:ext uri="{FF2B5EF4-FFF2-40B4-BE49-F238E27FC236}">
                <a16:creationId xmlns:a16="http://schemas.microsoft.com/office/drawing/2014/main" id="{5E077237-FF6F-4CFA-B64F-D583CB079478}"/>
              </a:ext>
            </a:extLst>
          </p:cNvPr>
          <p:cNvSpPr>
            <a:spLocks xmlns:a="http://schemas.openxmlformats.org/drawingml/2006/main" noGrp="1"/>
          </p:cNvSpPr>
          <p:nvPr/>
        </p:nvSpPr>
        <p:spPr>
          <a:xfrm xmlns:a="http://schemas.openxmlformats.org/drawingml/2006/main">
            <a:off x="4237673" y="48758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3" name="route-anchor-34">
            <a:extLst xmlns:a="http://schemas.openxmlformats.org/drawingml/2006/main">
              <a:ext uri="{FF2B5EF4-FFF2-40B4-BE49-F238E27FC236}">
                <a16:creationId xmlns:a16="http://schemas.microsoft.com/office/drawing/2014/main" id="{4FAEE1C4-6646-4547-95D4-FD3AC4043418}"/>
              </a:ext>
            </a:extLst>
          </p:cNvPr>
          <p:cNvSpPr>
            <a:spLocks xmlns:a="http://schemas.openxmlformats.org/drawingml/2006/main" noGrp="1"/>
          </p:cNvSpPr>
          <p:nvPr/>
        </p:nvSpPr>
        <p:spPr>
          <a:xfrm xmlns:a="http://schemas.openxmlformats.org/drawingml/2006/main">
            <a:off x="4237673" y="48758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4" name="route-anchor-35">
            <a:extLst xmlns:a="http://schemas.openxmlformats.org/drawingml/2006/main">
              <a:ext uri="{FF2B5EF4-FFF2-40B4-BE49-F238E27FC236}">
                <a16:creationId xmlns:a16="http://schemas.microsoft.com/office/drawing/2014/main" id="{FA7828C4-A385-4000-865D-43D1148DB660}"/>
              </a:ext>
            </a:extLst>
          </p:cNvPr>
          <p:cNvSpPr>
            <a:spLocks xmlns:a="http://schemas.openxmlformats.org/drawingml/2006/main" noGrp="1"/>
          </p:cNvSpPr>
          <p:nvPr/>
        </p:nvSpPr>
        <p:spPr>
          <a:xfrm xmlns:a="http://schemas.openxmlformats.org/drawingml/2006/main">
            <a:off x="5952173" y="48758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7" name="vtxt-36">
            <a:extLst xmlns:a="http://schemas.openxmlformats.org/drawingml/2006/main">
              <a:ext uri="{FF2B5EF4-FFF2-40B4-BE49-F238E27FC236}">
                <a16:creationId xmlns:a16="http://schemas.microsoft.com/office/drawing/2014/main" id="{73706E1A-1556-454C-BBDD-5B32CC63C60B}"/>
              </a:ext>
            </a:extLst>
          </p:cNvPr>
          <p:cNvSpPr>
            <a:spLocks xmlns:a="http://schemas.openxmlformats.org/drawingml/2006/main" noGrp="1"/>
          </p:cNvSpPr>
          <p:nvPr/>
        </p:nvSpPr>
        <p:spPr>
          <a:xfrm xmlns:a="http://schemas.openxmlformats.org/drawingml/2006/main">
            <a:off x="5867400" y="3867150"/>
            <a:ext cx="2686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76B900"/>
                </a:solidFill>
                <a:latin typeface="Arial"/>
                <a:ea typeface="Arial"/>
                <a:cs typeface="Arial"/>
              </a:defRPr>
            </a:defPPr>
          </a:lstStyle>
          <a:p xmlns:a="http://schemas.openxmlformats.org/drawingml/2006/main">
            <a:pPr algn="ctr">
              <a:defRPr sz="1425" b="1">
                <a:solidFill>
                  <a:srgbClr val="76B900"/>
                </a:solidFill>
                <a:latin typeface="Arial"/>
                <a:ea typeface="Arial"/>
                <a:cs typeface="Arial"/>
              </a:defRPr>
            </a:pPr>
            <a:r>
              <a:rPr sz="1425" b="1">
                <a:solidFill>
                  <a:srgbClr val="76B900"/>
                </a:solidFill>
                <a:latin typeface="Arial"/>
                <a:ea typeface="Arial"/>
                <a:cs typeface="Arial"/>
              </a:rPr>
              <a:t>Dữ liệu robot đạt QA</a:t>
            </a:r>
          </a:p>
        </p:txBody>
      </p:sp>
      <p:sp>
        <p:nvSpPr>
          <p:cNvPr id="48" name="acceptance-37">
            <a:extLst xmlns:a="http://schemas.openxmlformats.org/drawingml/2006/main">
              <a:ext uri="{FF2B5EF4-FFF2-40B4-BE49-F238E27FC236}">
                <a16:creationId xmlns:a16="http://schemas.microsoft.com/office/drawing/2014/main" id="{0EB09214-0685-4F5C-AA3A-DDA19D403769}"/>
              </a:ext>
            </a:extLst>
          </p:cNvPr>
          <p:cNvSpPr>
            <a:spLocks xmlns:a="http://schemas.openxmlformats.org/drawingml/2006/main" noGrp="1"/>
          </p:cNvSpPr>
          <p:nvPr/>
        </p:nvSpPr>
        <p:spPr>
          <a:xfrm xmlns:a="http://schemas.openxmlformats.org/drawingml/2006/main">
            <a:off x="9525000" y="4343400"/>
            <a:ext cx="952500" cy="952500"/>
          </a:xfrm>
          <a:prstGeom xmlns:a="http://schemas.openxmlformats.org/drawingml/2006/main" prst="diamond">
            <a:avLst/>
          </a:prstGeom>
          <a:solidFill xmlns:a="http://schemas.openxmlformats.org/drawingml/2006/main">
            <a:srgbClr val="FFFFFF"/>
          </a:solidFill>
          <a:ln xmlns:a="http://schemas.openxmlformats.org/drawingml/2006/main" w="14288">
            <a:solidFill>
              <a:srgbClr val="00888C"/>
            </a:solidFill>
          </a:ln>
        </p:spPr>
      </p:sp>
      <p:sp>
        <p:nvSpPr>
          <p:cNvPr id="49" name="vtxt-38">
            <a:extLst xmlns:a="http://schemas.openxmlformats.org/drawingml/2006/main">
              <a:ext uri="{FF2B5EF4-FFF2-40B4-BE49-F238E27FC236}">
                <a16:creationId xmlns:a16="http://schemas.microsoft.com/office/drawing/2014/main" id="{5B54DA27-34F8-4744-B5AB-CC34403266A8}"/>
              </a:ext>
            </a:extLst>
          </p:cNvPr>
          <p:cNvSpPr>
            <a:spLocks xmlns:a="http://schemas.openxmlformats.org/drawingml/2006/main" noGrp="1"/>
          </p:cNvSpPr>
          <p:nvPr/>
        </p:nvSpPr>
        <p:spPr>
          <a:xfrm xmlns:a="http://schemas.openxmlformats.org/drawingml/2006/main">
            <a:off x="9639300" y="4648200"/>
            <a:ext cx="723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00888C"/>
                </a:solidFill>
                <a:latin typeface="Arial"/>
                <a:ea typeface="Arial"/>
                <a:cs typeface="Arial"/>
              </a:defRPr>
            </a:defPPr>
          </a:lstStyle>
          <a:p xmlns:a="http://schemas.openxmlformats.org/drawingml/2006/main">
            <a:pPr algn="ctr">
              <a:defRPr sz="1725" b="1">
                <a:solidFill>
                  <a:srgbClr val="00888C"/>
                </a:solidFill>
                <a:latin typeface="Arial"/>
                <a:ea typeface="Arial"/>
                <a:cs typeface="Arial"/>
              </a:defRPr>
            </a:pPr>
            <a:r>
              <a:rPr sz="1725" b="1">
                <a:solidFill>
                  <a:srgbClr val="00888C"/>
                </a:solidFill>
                <a:latin typeface="Arial"/>
                <a:ea typeface="Arial"/>
                <a:cs typeface="Arial"/>
              </a:rPr>
              <a:t>Đạt?</a:t>
            </a:r>
          </a:p>
        </p:txBody>
      </p:sp>
      <p:sp>
        <p:nvSpPr>
          <p:cNvPr id="51" name="Robot thực thi-39">
            <a:extLst xmlns:a="http://schemas.openxmlformats.org/drawingml/2006/main">
              <a:ext uri="{FF2B5EF4-FFF2-40B4-BE49-F238E27FC236}">
                <a16:creationId xmlns:a16="http://schemas.microsoft.com/office/drawing/2014/main" id="{49AE4209-6E14-4092-91AE-B3557B411DA4}"/>
              </a:ext>
            </a:extLst>
          </p:cNvPr>
          <p:cNvSpPr>
            <a:spLocks xmlns:a="http://schemas.openxmlformats.org/drawingml/2006/main" noGrp="1"/>
          </p:cNvSpPr>
          <p:nvPr/>
        </p:nvSpPr>
        <p:spPr>
          <a:xfrm xmlns:a="http://schemas.openxmlformats.org/drawingml/2006/main">
            <a:off x="9439275" y="2181225"/>
            <a:ext cx="2343150" cy="1057275"/>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52" name="vtxt-40">
            <a:extLst xmlns:a="http://schemas.openxmlformats.org/drawingml/2006/main">
              <a:ext uri="{FF2B5EF4-FFF2-40B4-BE49-F238E27FC236}">
                <a16:creationId xmlns:a16="http://schemas.microsoft.com/office/drawing/2014/main" id="{D8C4F38C-5094-4E18-9F72-E5FFCBD9C615}"/>
              </a:ext>
            </a:extLst>
          </p:cNvPr>
          <p:cNvSpPr>
            <a:spLocks xmlns:a="http://schemas.openxmlformats.org/drawingml/2006/main" noGrp="1"/>
          </p:cNvSpPr>
          <p:nvPr/>
        </p:nvSpPr>
        <p:spPr>
          <a:xfrm xmlns:a="http://schemas.openxmlformats.org/drawingml/2006/main">
            <a:off x="9534525" y="2295525"/>
            <a:ext cx="2152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Robot thực thi</a:t>
            </a:r>
          </a:p>
        </p:txBody>
      </p:sp>
      <p:sp>
        <p:nvSpPr>
          <p:cNvPr id="53" name="vtxt-41">
            <a:extLst xmlns:a="http://schemas.openxmlformats.org/drawingml/2006/main">
              <a:ext uri="{FF2B5EF4-FFF2-40B4-BE49-F238E27FC236}">
                <a16:creationId xmlns:a16="http://schemas.microsoft.com/office/drawing/2014/main" id="{554C50EA-5242-4654-9F4C-02EF828E1D37}"/>
              </a:ext>
            </a:extLst>
          </p:cNvPr>
          <p:cNvSpPr>
            <a:spLocks xmlns:a="http://schemas.openxmlformats.org/drawingml/2006/main" noGrp="1"/>
          </p:cNvSpPr>
          <p:nvPr/>
        </p:nvSpPr>
        <p:spPr>
          <a:xfrm xmlns:a="http://schemas.openxmlformats.org/drawingml/2006/main">
            <a:off x="9534525" y="2667000"/>
            <a:ext cx="21526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Camera / state / task</a:t>
            </a:r>
          </a:p>
        </p:txBody>
      </p:sp>
      <p:sp>
        <p:nvSpPr>
          <p:cNvPr id="54" name="route-anchor-42">
            <a:extLst xmlns:a="http://schemas.openxmlformats.org/drawingml/2006/main">
              <a:ext uri="{FF2B5EF4-FFF2-40B4-BE49-F238E27FC236}">
                <a16:creationId xmlns:a16="http://schemas.microsoft.com/office/drawing/2014/main" id="{6FFCA711-7F65-49B7-B41D-457A00182DAC}"/>
              </a:ext>
            </a:extLst>
          </p:cNvPr>
          <p:cNvSpPr>
            <a:spLocks xmlns:a="http://schemas.openxmlformats.org/drawingml/2006/main" noGrp="1"/>
          </p:cNvSpPr>
          <p:nvPr/>
        </p:nvSpPr>
        <p:spPr>
          <a:xfrm xmlns:a="http://schemas.openxmlformats.org/drawingml/2006/main">
            <a:off x="10000298" y="43424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5" name="route-anchor-43">
            <a:extLst xmlns:a="http://schemas.openxmlformats.org/drawingml/2006/main">
              <a:ext uri="{FF2B5EF4-FFF2-40B4-BE49-F238E27FC236}">
                <a16:creationId xmlns:a16="http://schemas.microsoft.com/office/drawing/2014/main" id="{A50ADE7D-9DB5-4A12-BD8B-1181C2E84940}"/>
              </a:ext>
            </a:extLst>
          </p:cNvPr>
          <p:cNvSpPr>
            <a:spLocks xmlns:a="http://schemas.openxmlformats.org/drawingml/2006/main" noGrp="1"/>
          </p:cNvSpPr>
          <p:nvPr/>
        </p:nvSpPr>
        <p:spPr>
          <a:xfrm xmlns:a="http://schemas.openxmlformats.org/drawingml/2006/main">
            <a:off x="10000298" y="35423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7" name="route-anchor-44">
            <a:extLst xmlns:a="http://schemas.openxmlformats.org/drawingml/2006/main">
              <a:ext uri="{FF2B5EF4-FFF2-40B4-BE49-F238E27FC236}">
                <a16:creationId xmlns:a16="http://schemas.microsoft.com/office/drawing/2014/main" id="{64F80FF4-56EA-43AF-B296-6F1FFEC83D3F}"/>
              </a:ext>
            </a:extLst>
          </p:cNvPr>
          <p:cNvSpPr>
            <a:spLocks xmlns:a="http://schemas.openxmlformats.org/drawingml/2006/main" noGrp="1"/>
          </p:cNvSpPr>
          <p:nvPr/>
        </p:nvSpPr>
        <p:spPr>
          <a:xfrm xmlns:a="http://schemas.openxmlformats.org/drawingml/2006/main">
            <a:off x="10000298" y="35423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8" name="route-anchor-45">
            <a:extLst xmlns:a="http://schemas.openxmlformats.org/drawingml/2006/main">
              <a:ext uri="{FF2B5EF4-FFF2-40B4-BE49-F238E27FC236}">
                <a16:creationId xmlns:a16="http://schemas.microsoft.com/office/drawing/2014/main" id="{D15B470B-501F-44E6-B9C7-580CBF562181}"/>
              </a:ext>
            </a:extLst>
          </p:cNvPr>
          <p:cNvSpPr>
            <a:spLocks xmlns:a="http://schemas.openxmlformats.org/drawingml/2006/main" noGrp="1"/>
          </p:cNvSpPr>
          <p:nvPr/>
        </p:nvSpPr>
        <p:spPr>
          <a:xfrm xmlns:a="http://schemas.openxmlformats.org/drawingml/2006/main">
            <a:off x="10619423" y="35423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0" name="route-anchor-46">
            <a:extLst xmlns:a="http://schemas.openxmlformats.org/drawingml/2006/main">
              <a:ext uri="{FF2B5EF4-FFF2-40B4-BE49-F238E27FC236}">
                <a16:creationId xmlns:a16="http://schemas.microsoft.com/office/drawing/2014/main" id="{BDB65F3D-6409-4418-9FB0-E1A9AD74F783}"/>
              </a:ext>
            </a:extLst>
          </p:cNvPr>
          <p:cNvSpPr>
            <a:spLocks xmlns:a="http://schemas.openxmlformats.org/drawingml/2006/main" noGrp="1"/>
          </p:cNvSpPr>
          <p:nvPr/>
        </p:nvSpPr>
        <p:spPr>
          <a:xfrm xmlns:a="http://schemas.openxmlformats.org/drawingml/2006/main">
            <a:off x="10619423" y="35423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1" name="route-anchor-47">
            <a:extLst xmlns:a="http://schemas.openxmlformats.org/drawingml/2006/main">
              <a:ext uri="{FF2B5EF4-FFF2-40B4-BE49-F238E27FC236}">
                <a16:creationId xmlns:a16="http://schemas.microsoft.com/office/drawing/2014/main" id="{8890D96D-5A56-4A01-9854-6955C6C1948F}"/>
              </a:ext>
            </a:extLst>
          </p:cNvPr>
          <p:cNvSpPr>
            <a:spLocks xmlns:a="http://schemas.openxmlformats.org/drawingml/2006/main" noGrp="1"/>
          </p:cNvSpPr>
          <p:nvPr/>
        </p:nvSpPr>
        <p:spPr>
          <a:xfrm xmlns:a="http://schemas.openxmlformats.org/drawingml/2006/main">
            <a:off x="10619423" y="32375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3" name="vtxt-48">
            <a:extLst xmlns:a="http://schemas.openxmlformats.org/drawingml/2006/main">
              <a:ext uri="{FF2B5EF4-FFF2-40B4-BE49-F238E27FC236}">
                <a16:creationId xmlns:a16="http://schemas.microsoft.com/office/drawing/2014/main" id="{DAE7D5A9-0156-4178-8C71-DD62BBC81693}"/>
              </a:ext>
            </a:extLst>
          </p:cNvPr>
          <p:cNvSpPr>
            <a:spLocks xmlns:a="http://schemas.openxmlformats.org/drawingml/2006/main" noGrp="1"/>
          </p:cNvSpPr>
          <p:nvPr/>
        </p:nvSpPr>
        <p:spPr>
          <a:xfrm xmlns:a="http://schemas.openxmlformats.org/drawingml/2006/main">
            <a:off x="10191750" y="35623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00888C"/>
                </a:solidFill>
                <a:latin typeface="Arial"/>
                <a:ea typeface="Arial"/>
                <a:cs typeface="Arial"/>
              </a:defRPr>
            </a:defPPr>
          </a:lstStyle>
          <a:p xmlns:a="http://schemas.openxmlformats.org/drawingml/2006/main">
            <a:pPr algn="l">
              <a:defRPr sz="1425" b="1">
                <a:solidFill>
                  <a:srgbClr val="00888C"/>
                </a:solidFill>
                <a:latin typeface="Arial"/>
                <a:ea typeface="Arial"/>
                <a:cs typeface="Arial"/>
              </a:defRPr>
            </a:pPr>
            <a:r>
              <a:rPr sz="1425" b="1">
                <a:solidFill>
                  <a:srgbClr val="00888C"/>
                </a:solidFill>
                <a:latin typeface="Arial"/>
                <a:ea typeface="Arial"/>
                <a:cs typeface="Arial"/>
              </a:rPr>
              <a:t>Có</a:t>
            </a:r>
          </a:p>
        </p:txBody>
      </p:sp>
      <p:sp>
        <p:nvSpPr>
          <p:cNvPr id="64" name="route-anchor-49">
            <a:extLst xmlns:a="http://schemas.openxmlformats.org/drawingml/2006/main">
              <a:ext uri="{FF2B5EF4-FFF2-40B4-BE49-F238E27FC236}">
                <a16:creationId xmlns:a16="http://schemas.microsoft.com/office/drawing/2014/main" id="{FD553FDF-A309-449E-823C-C550F0B5583E}"/>
              </a:ext>
            </a:extLst>
          </p:cNvPr>
          <p:cNvSpPr>
            <a:spLocks xmlns:a="http://schemas.openxmlformats.org/drawingml/2006/main" noGrp="1"/>
          </p:cNvSpPr>
          <p:nvPr/>
        </p:nvSpPr>
        <p:spPr>
          <a:xfrm xmlns:a="http://schemas.openxmlformats.org/drawingml/2006/main">
            <a:off x="8562023"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5" name="route-anchor-50">
            <a:extLst xmlns:a="http://schemas.openxmlformats.org/drawingml/2006/main">
              <a:ext uri="{FF2B5EF4-FFF2-40B4-BE49-F238E27FC236}">
                <a16:creationId xmlns:a16="http://schemas.microsoft.com/office/drawing/2014/main" id="{924A7EE2-20E4-4E7D-9A07-8781EE5F2DCB}"/>
              </a:ext>
            </a:extLst>
          </p:cNvPr>
          <p:cNvSpPr>
            <a:spLocks xmlns:a="http://schemas.openxmlformats.org/drawingml/2006/main" noGrp="1"/>
          </p:cNvSpPr>
          <p:nvPr/>
        </p:nvSpPr>
        <p:spPr>
          <a:xfrm xmlns:a="http://schemas.openxmlformats.org/drawingml/2006/main">
            <a:off x="9047798"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7" name="route-anchor-51">
            <a:extLst xmlns:a="http://schemas.openxmlformats.org/drawingml/2006/main">
              <a:ext uri="{FF2B5EF4-FFF2-40B4-BE49-F238E27FC236}">
                <a16:creationId xmlns:a16="http://schemas.microsoft.com/office/drawing/2014/main" id="{98D5E744-FF87-413C-9858-F4482D981002}"/>
              </a:ext>
            </a:extLst>
          </p:cNvPr>
          <p:cNvSpPr>
            <a:spLocks xmlns:a="http://schemas.openxmlformats.org/drawingml/2006/main" noGrp="1"/>
          </p:cNvSpPr>
          <p:nvPr/>
        </p:nvSpPr>
        <p:spPr>
          <a:xfrm xmlns:a="http://schemas.openxmlformats.org/drawingml/2006/main">
            <a:off x="9047798"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8" name="route-anchor-52">
            <a:extLst xmlns:a="http://schemas.openxmlformats.org/drawingml/2006/main">
              <a:ext uri="{FF2B5EF4-FFF2-40B4-BE49-F238E27FC236}">
                <a16:creationId xmlns:a16="http://schemas.microsoft.com/office/drawing/2014/main" id="{A571AB1F-302D-40C9-B46F-9D83FEB9DEED}"/>
              </a:ext>
            </a:extLst>
          </p:cNvPr>
          <p:cNvSpPr>
            <a:spLocks xmlns:a="http://schemas.openxmlformats.org/drawingml/2006/main" noGrp="1"/>
          </p:cNvSpPr>
          <p:nvPr/>
        </p:nvSpPr>
        <p:spPr>
          <a:xfrm xmlns:a="http://schemas.openxmlformats.org/drawingml/2006/main">
            <a:off x="9047798" y="41233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0" name="route-anchor-53">
            <a:extLst xmlns:a="http://schemas.openxmlformats.org/drawingml/2006/main">
              <a:ext uri="{FF2B5EF4-FFF2-40B4-BE49-F238E27FC236}">
                <a16:creationId xmlns:a16="http://schemas.microsoft.com/office/drawing/2014/main" id="{01A543C1-F507-46CA-98C6-D8CC291586C2}"/>
              </a:ext>
            </a:extLst>
          </p:cNvPr>
          <p:cNvSpPr>
            <a:spLocks xmlns:a="http://schemas.openxmlformats.org/drawingml/2006/main" noGrp="1"/>
          </p:cNvSpPr>
          <p:nvPr/>
        </p:nvSpPr>
        <p:spPr>
          <a:xfrm xmlns:a="http://schemas.openxmlformats.org/drawingml/2006/main">
            <a:off x="9047798" y="41233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1" name="route-anchor-54">
            <a:extLst xmlns:a="http://schemas.openxmlformats.org/drawingml/2006/main">
              <a:ext uri="{FF2B5EF4-FFF2-40B4-BE49-F238E27FC236}">
                <a16:creationId xmlns:a16="http://schemas.microsoft.com/office/drawing/2014/main" id="{3E943ACF-5FE4-4FE1-9B87-CCA0569FE700}"/>
              </a:ext>
            </a:extLst>
          </p:cNvPr>
          <p:cNvSpPr>
            <a:spLocks xmlns:a="http://schemas.openxmlformats.org/drawingml/2006/main" noGrp="1"/>
          </p:cNvSpPr>
          <p:nvPr/>
        </p:nvSpPr>
        <p:spPr>
          <a:xfrm xmlns:a="http://schemas.openxmlformats.org/drawingml/2006/main">
            <a:off x="9809798" y="41233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3" name="route-anchor-55">
            <a:extLst xmlns:a="http://schemas.openxmlformats.org/drawingml/2006/main">
              <a:ext uri="{FF2B5EF4-FFF2-40B4-BE49-F238E27FC236}">
                <a16:creationId xmlns:a16="http://schemas.microsoft.com/office/drawing/2014/main" id="{E545C635-223B-42C2-8E99-BA8E141128F4}"/>
              </a:ext>
            </a:extLst>
          </p:cNvPr>
          <p:cNvSpPr>
            <a:spLocks xmlns:a="http://schemas.openxmlformats.org/drawingml/2006/main" noGrp="1"/>
          </p:cNvSpPr>
          <p:nvPr/>
        </p:nvSpPr>
        <p:spPr>
          <a:xfrm xmlns:a="http://schemas.openxmlformats.org/drawingml/2006/main">
            <a:off x="9809798" y="41233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4" name="route-anchor-56">
            <a:extLst xmlns:a="http://schemas.openxmlformats.org/drawingml/2006/main">
              <a:ext uri="{FF2B5EF4-FFF2-40B4-BE49-F238E27FC236}">
                <a16:creationId xmlns:a16="http://schemas.microsoft.com/office/drawing/2014/main" id="{3B7615B1-1537-43D4-94DD-3D5A45CB79AF}"/>
              </a:ext>
            </a:extLst>
          </p:cNvPr>
          <p:cNvSpPr>
            <a:spLocks xmlns:a="http://schemas.openxmlformats.org/drawingml/2006/main" noGrp="1"/>
          </p:cNvSpPr>
          <p:nvPr/>
        </p:nvSpPr>
        <p:spPr>
          <a:xfrm xmlns:a="http://schemas.openxmlformats.org/drawingml/2006/main">
            <a:off x="9809798" y="43424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6" name="route-anchor-57">
            <a:extLst xmlns:a="http://schemas.openxmlformats.org/drawingml/2006/main">
              <a:ext uri="{FF2B5EF4-FFF2-40B4-BE49-F238E27FC236}">
                <a16:creationId xmlns:a16="http://schemas.microsoft.com/office/drawing/2014/main" id="{EDF12F15-3B8A-46E8-8C72-81031680D927}"/>
              </a:ext>
            </a:extLst>
          </p:cNvPr>
          <p:cNvSpPr>
            <a:spLocks xmlns:a="http://schemas.openxmlformats.org/drawingml/2006/main" noGrp="1"/>
          </p:cNvSpPr>
          <p:nvPr/>
        </p:nvSpPr>
        <p:spPr>
          <a:xfrm xmlns:a="http://schemas.openxmlformats.org/drawingml/2006/main">
            <a:off x="10000298" y="52949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7" name="route-anchor-58">
            <a:extLst xmlns:a="http://schemas.openxmlformats.org/drawingml/2006/main">
              <a:ext uri="{FF2B5EF4-FFF2-40B4-BE49-F238E27FC236}">
                <a16:creationId xmlns:a16="http://schemas.microsoft.com/office/drawing/2014/main" id="{CE231603-CD5C-4FD5-B3C0-0C363BFE462F}"/>
              </a:ext>
            </a:extLst>
          </p:cNvPr>
          <p:cNvSpPr>
            <a:spLocks xmlns:a="http://schemas.openxmlformats.org/drawingml/2006/main" noGrp="1"/>
          </p:cNvSpPr>
          <p:nvPr/>
        </p:nvSpPr>
        <p:spPr>
          <a:xfrm xmlns:a="http://schemas.openxmlformats.org/drawingml/2006/main">
            <a:off x="10000298"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9" name="route-anchor-59">
            <a:extLst xmlns:a="http://schemas.openxmlformats.org/drawingml/2006/main">
              <a:ext uri="{FF2B5EF4-FFF2-40B4-BE49-F238E27FC236}">
                <a16:creationId xmlns:a16="http://schemas.microsoft.com/office/drawing/2014/main" id="{54ABAD11-E415-4D12-872C-72FA62FDD25B}"/>
              </a:ext>
            </a:extLst>
          </p:cNvPr>
          <p:cNvSpPr>
            <a:spLocks xmlns:a="http://schemas.openxmlformats.org/drawingml/2006/main" noGrp="1"/>
          </p:cNvSpPr>
          <p:nvPr/>
        </p:nvSpPr>
        <p:spPr>
          <a:xfrm xmlns:a="http://schemas.openxmlformats.org/drawingml/2006/main">
            <a:off x="10000298"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80" name="route-anchor-60">
            <a:extLst xmlns:a="http://schemas.openxmlformats.org/drawingml/2006/main">
              <a:ext uri="{FF2B5EF4-FFF2-40B4-BE49-F238E27FC236}">
                <a16:creationId xmlns:a16="http://schemas.microsoft.com/office/drawing/2014/main" id="{B268EFA5-4334-40ED-8484-FAB3EC4C11EF}"/>
              </a:ext>
            </a:extLst>
          </p:cNvPr>
          <p:cNvSpPr>
            <a:spLocks xmlns:a="http://schemas.openxmlformats.org/drawingml/2006/main" noGrp="1"/>
          </p:cNvSpPr>
          <p:nvPr/>
        </p:nvSpPr>
        <p:spPr>
          <a:xfrm xmlns:a="http://schemas.openxmlformats.org/drawingml/2006/main">
            <a:off x="4237673"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82" name="route-anchor-61">
            <a:extLst xmlns:a="http://schemas.openxmlformats.org/drawingml/2006/main">
              <a:ext uri="{FF2B5EF4-FFF2-40B4-BE49-F238E27FC236}">
                <a16:creationId xmlns:a16="http://schemas.microsoft.com/office/drawing/2014/main" id="{4BB7CC0C-A576-440C-9446-410589A44783}"/>
              </a:ext>
            </a:extLst>
          </p:cNvPr>
          <p:cNvSpPr>
            <a:spLocks xmlns:a="http://schemas.openxmlformats.org/drawingml/2006/main" noGrp="1"/>
          </p:cNvSpPr>
          <p:nvPr/>
        </p:nvSpPr>
        <p:spPr>
          <a:xfrm xmlns:a="http://schemas.openxmlformats.org/drawingml/2006/main">
            <a:off x="4237673"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83" name="route-anchor-62">
            <a:extLst xmlns:a="http://schemas.openxmlformats.org/drawingml/2006/main">
              <a:ext uri="{FF2B5EF4-FFF2-40B4-BE49-F238E27FC236}">
                <a16:creationId xmlns:a16="http://schemas.microsoft.com/office/drawing/2014/main" id="{ABEF44CF-8E24-4D17-9B35-85AEF80F3C3D}"/>
              </a:ext>
            </a:extLst>
          </p:cNvPr>
          <p:cNvSpPr>
            <a:spLocks xmlns:a="http://schemas.openxmlformats.org/drawingml/2006/main" noGrp="1"/>
          </p:cNvSpPr>
          <p:nvPr/>
        </p:nvSpPr>
        <p:spPr>
          <a:xfrm xmlns:a="http://schemas.openxmlformats.org/drawingml/2006/main">
            <a:off x="4237673" y="37899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85" name="vtxt-63">
            <a:extLst xmlns:a="http://schemas.openxmlformats.org/drawingml/2006/main">
              <a:ext uri="{FF2B5EF4-FFF2-40B4-BE49-F238E27FC236}">
                <a16:creationId xmlns:a16="http://schemas.microsoft.com/office/drawing/2014/main" id="{5C09FDA9-9EAC-44CD-B879-2371CFB868C6}"/>
              </a:ext>
            </a:extLst>
          </p:cNvPr>
          <p:cNvSpPr>
            <a:spLocks xmlns:a="http://schemas.openxmlformats.org/drawingml/2006/main" noGrp="1"/>
          </p:cNvSpPr>
          <p:nvPr/>
        </p:nvSpPr>
        <p:spPr>
          <a:xfrm xmlns:a="http://schemas.openxmlformats.org/drawingml/2006/main">
            <a:off x="10191750" y="5362575"/>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1">
                <a:solidFill>
                  <a:srgbClr val="B23A45"/>
                </a:solidFill>
                <a:latin typeface="Arial"/>
                <a:ea typeface="Arial"/>
                <a:cs typeface="Arial"/>
              </a:defRPr>
            </a:defPPr>
          </a:lstStyle>
          <a:p xmlns:a="http://schemas.openxmlformats.org/drawingml/2006/main">
            <a:pPr algn="l">
              <a:defRPr sz="1350" b="1">
                <a:solidFill>
                  <a:srgbClr val="B23A45"/>
                </a:solidFill>
                <a:latin typeface="Arial"/>
                <a:ea typeface="Arial"/>
                <a:cs typeface="Arial"/>
              </a:defRPr>
            </a:pPr>
            <a:r>
              <a:rPr sz="1350" b="1">
                <a:solidFill>
                  <a:srgbClr val="B23A45"/>
                </a:solidFill>
                <a:latin typeface="Arial"/>
                <a:ea typeface="Arial"/>
                <a:cs typeface="Arial"/>
              </a:rPr>
              <a:t>Chưa đạt</a:t>
            </a:r>
          </a:p>
        </p:txBody>
      </p:sp>
      <p:sp>
        <p:nvSpPr>
          <p:cNvPr id="86" name="vtxt-64">
            <a:extLst xmlns:a="http://schemas.openxmlformats.org/drawingml/2006/main">
              <a:ext uri="{FF2B5EF4-FFF2-40B4-BE49-F238E27FC236}">
                <a16:creationId xmlns:a16="http://schemas.microsoft.com/office/drawing/2014/main" id="{B8F04F71-BAE5-4246-9339-267A68E30900}"/>
              </a:ext>
            </a:extLst>
          </p:cNvPr>
          <p:cNvSpPr>
            <a:spLocks xmlns:a="http://schemas.openxmlformats.org/drawingml/2006/main" noGrp="1"/>
          </p:cNvSpPr>
          <p:nvPr/>
        </p:nvSpPr>
        <p:spPr>
          <a:xfrm xmlns:a="http://schemas.openxmlformats.org/drawingml/2006/main">
            <a:off x="5334000" y="5924550"/>
            <a:ext cx="438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B23A45"/>
                </a:solidFill>
                <a:latin typeface="Arial"/>
                <a:ea typeface="Arial"/>
                <a:cs typeface="Arial"/>
              </a:defRPr>
            </a:defPPr>
          </a:lstStyle>
          <a:p xmlns:a="http://schemas.openxmlformats.org/drawingml/2006/main">
            <a:pPr algn="ctr">
              <a:defRPr sz="1575" b="1">
                <a:solidFill>
                  <a:srgbClr val="B23A45"/>
                </a:solidFill>
                <a:latin typeface="Arial"/>
                <a:ea typeface="Arial"/>
                <a:cs typeface="Arial"/>
              </a:defRPr>
            </a:pPr>
            <a:r>
              <a:rPr sz="1575" b="1">
                <a:solidFill>
                  <a:srgbClr val="B23A45"/>
                </a:solidFill>
                <a:latin typeface="Arial"/>
                <a:ea typeface="Arial"/>
                <a:cs typeface="Arial"/>
              </a:rPr>
              <a:t>Lỗi và dữ liệu cần bổ sung</a:t>
            </a:r>
          </a:p>
        </p:txBody>
      </p:sp>
      <p:sp>
        <p:nvSpPr>
          <p:cNvPr id="87" name="route-anchor-65">
            <a:extLst xmlns:a="http://schemas.openxmlformats.org/drawingml/2006/main">
              <a:ext uri="{FF2B5EF4-FFF2-40B4-BE49-F238E27FC236}">
                <a16:creationId xmlns:a16="http://schemas.microsoft.com/office/drawing/2014/main" id="{2F50981D-3574-4406-9C93-9AEACB487054}"/>
              </a:ext>
            </a:extLst>
          </p:cNvPr>
          <p:cNvSpPr>
            <a:spLocks xmlns:a="http://schemas.openxmlformats.org/drawingml/2006/main" noGrp="1"/>
          </p:cNvSpPr>
          <p:nvPr/>
        </p:nvSpPr>
        <p:spPr>
          <a:xfrm xmlns:a="http://schemas.openxmlformats.org/drawingml/2006/main">
            <a:off x="11781473"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88" name="route-anchor-66">
            <a:extLst xmlns:a="http://schemas.openxmlformats.org/drawingml/2006/main">
              <a:ext uri="{FF2B5EF4-FFF2-40B4-BE49-F238E27FC236}">
                <a16:creationId xmlns:a16="http://schemas.microsoft.com/office/drawing/2014/main" id="{C0046F46-560E-458F-800D-648D1ECD2345}"/>
              </a:ext>
            </a:extLst>
          </p:cNvPr>
          <p:cNvSpPr>
            <a:spLocks xmlns:a="http://schemas.openxmlformats.org/drawingml/2006/main" noGrp="1"/>
          </p:cNvSpPr>
          <p:nvPr/>
        </p:nvSpPr>
        <p:spPr>
          <a:xfrm xmlns:a="http://schemas.openxmlformats.org/drawingml/2006/main">
            <a:off x="11924348"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90" name="route-anchor-67">
            <a:extLst xmlns:a="http://schemas.openxmlformats.org/drawingml/2006/main">
              <a:ext uri="{FF2B5EF4-FFF2-40B4-BE49-F238E27FC236}">
                <a16:creationId xmlns:a16="http://schemas.microsoft.com/office/drawing/2014/main" id="{F671F059-3818-4C3B-80EF-8FB98D485871}"/>
              </a:ext>
            </a:extLst>
          </p:cNvPr>
          <p:cNvSpPr>
            <a:spLocks xmlns:a="http://schemas.openxmlformats.org/drawingml/2006/main" noGrp="1"/>
          </p:cNvSpPr>
          <p:nvPr/>
        </p:nvSpPr>
        <p:spPr>
          <a:xfrm xmlns:a="http://schemas.openxmlformats.org/drawingml/2006/main">
            <a:off x="11924348" y="2704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91" name="route-anchor-68">
            <a:extLst xmlns:a="http://schemas.openxmlformats.org/drawingml/2006/main">
              <a:ext uri="{FF2B5EF4-FFF2-40B4-BE49-F238E27FC236}">
                <a16:creationId xmlns:a16="http://schemas.microsoft.com/office/drawing/2014/main" id="{F389CB6A-5BD7-4541-83A2-C13CC1CECB43}"/>
              </a:ext>
            </a:extLst>
          </p:cNvPr>
          <p:cNvSpPr>
            <a:spLocks xmlns:a="http://schemas.openxmlformats.org/drawingml/2006/main" noGrp="1"/>
          </p:cNvSpPr>
          <p:nvPr/>
        </p:nvSpPr>
        <p:spPr>
          <a:xfrm xmlns:a="http://schemas.openxmlformats.org/drawingml/2006/main">
            <a:off x="11924348"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93" name="route-anchor-69">
            <a:extLst xmlns:a="http://schemas.openxmlformats.org/drawingml/2006/main">
              <a:ext uri="{FF2B5EF4-FFF2-40B4-BE49-F238E27FC236}">
                <a16:creationId xmlns:a16="http://schemas.microsoft.com/office/drawing/2014/main" id="{621A6172-5F2E-4E76-9BE2-9ADB9690A449}"/>
              </a:ext>
            </a:extLst>
          </p:cNvPr>
          <p:cNvSpPr>
            <a:spLocks xmlns:a="http://schemas.openxmlformats.org/drawingml/2006/main" noGrp="1"/>
          </p:cNvSpPr>
          <p:nvPr/>
        </p:nvSpPr>
        <p:spPr>
          <a:xfrm xmlns:a="http://schemas.openxmlformats.org/drawingml/2006/main">
            <a:off x="11924348"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94" name="route-anchor-70">
            <a:extLst xmlns:a="http://schemas.openxmlformats.org/drawingml/2006/main">
              <a:ext uri="{FF2B5EF4-FFF2-40B4-BE49-F238E27FC236}">
                <a16:creationId xmlns:a16="http://schemas.microsoft.com/office/drawing/2014/main" id="{8D2EF2DC-1CE8-44E3-9DA1-C8CBBB686EF1}"/>
              </a:ext>
            </a:extLst>
          </p:cNvPr>
          <p:cNvSpPr>
            <a:spLocks xmlns:a="http://schemas.openxmlformats.org/drawingml/2006/main" noGrp="1"/>
          </p:cNvSpPr>
          <p:nvPr/>
        </p:nvSpPr>
        <p:spPr>
          <a:xfrm xmlns:a="http://schemas.openxmlformats.org/drawingml/2006/main">
            <a:off x="10000298" y="58569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96" name="vtxt-71">
            <a:extLst xmlns:a="http://schemas.openxmlformats.org/drawingml/2006/main">
              <a:ext uri="{FF2B5EF4-FFF2-40B4-BE49-F238E27FC236}">
                <a16:creationId xmlns:a16="http://schemas.microsoft.com/office/drawing/2014/main" id="{B45B98A5-71E1-40D9-8325-1DF69C0D6237}"/>
              </a:ext>
            </a:extLst>
          </p:cNvPr>
          <p:cNvSpPr>
            <a:spLocks xmlns:a="http://schemas.openxmlformats.org/drawingml/2006/main" noGrp="1"/>
          </p:cNvSpPr>
          <p:nvPr/>
        </p:nvSpPr>
        <p:spPr>
          <a:xfrm xmlns:a="http://schemas.openxmlformats.org/drawingml/2006/main">
            <a:off x="381000" y="15049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77EC0"/>
                </a:solidFill>
                <a:latin typeface="Arial"/>
                <a:ea typeface="Arial"/>
                <a:cs typeface="Arial"/>
              </a:defRPr>
            </a:defPPr>
          </a:lstStyle>
          <a:p xmlns:a="http://schemas.openxmlformats.org/drawingml/2006/main">
            <a:pPr algn="l">
              <a:defRPr sz="1725" b="1">
                <a:solidFill>
                  <a:srgbClr val="277EC0"/>
                </a:solidFill>
                <a:latin typeface="Arial"/>
                <a:ea typeface="Arial"/>
                <a:cs typeface="Arial"/>
              </a:defRPr>
            </a:pPr>
            <a:r>
              <a:rPr sz="1725" b="1">
                <a:solidFill>
                  <a:srgbClr val="277EC0"/>
                </a:solidFill>
                <a:latin typeface="Arial"/>
                <a:ea typeface="Arial"/>
                <a:cs typeface="Arial"/>
              </a:rPr>
              <a:t>Dữ liệu thật</a:t>
            </a:r>
          </a:p>
        </p:txBody>
      </p:sp>
      <p:sp>
        <p:nvSpPr>
          <p:cNvPr id="97" name="vtxt-72">
            <a:extLst xmlns:a="http://schemas.openxmlformats.org/drawingml/2006/main">
              <a:ext uri="{FF2B5EF4-FFF2-40B4-BE49-F238E27FC236}">
                <a16:creationId xmlns:a16="http://schemas.microsoft.com/office/drawing/2014/main" id="{BB5BC4EE-D032-4F93-8629-C731C4084C73}"/>
              </a:ext>
            </a:extLst>
          </p:cNvPr>
          <p:cNvSpPr>
            <a:spLocks xmlns:a="http://schemas.openxmlformats.org/drawingml/2006/main" noGrp="1"/>
          </p:cNvSpPr>
          <p:nvPr/>
        </p:nvSpPr>
        <p:spPr>
          <a:xfrm xmlns:a="http://schemas.openxmlformats.org/drawingml/2006/main">
            <a:off x="5953125" y="1352550"/>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76B900"/>
                </a:solidFill>
                <a:latin typeface="Arial"/>
                <a:ea typeface="Arial"/>
                <a:cs typeface="Arial"/>
              </a:defRPr>
            </a:defPPr>
          </a:lstStyle>
          <a:p xmlns:a="http://schemas.openxmlformats.org/drawingml/2006/main">
            <a:pPr algn="ctr">
              <a:defRPr sz="1725" b="1">
                <a:solidFill>
                  <a:srgbClr val="76B900"/>
                </a:solidFill>
                <a:latin typeface="Arial"/>
                <a:ea typeface="Arial"/>
                <a:cs typeface="Arial"/>
              </a:defRPr>
            </a:pPr>
            <a:r>
              <a:rPr sz="1725" b="1">
                <a:solidFill>
                  <a:srgbClr val="76B900"/>
                </a:solidFill>
                <a:latin typeface="Arial"/>
                <a:ea typeface="Arial"/>
                <a:cs typeface="Arial"/>
              </a:rPr>
              <a:t>Tạo thêm dữ liệu</a:t>
            </a:r>
          </a:p>
        </p:txBody>
      </p:sp>
    </p:spTree>
    <p:extLst>
      <p:ext uri="{BB962C8B-B14F-4D97-AF65-F5344CB8AC3E}">
        <p14:creationId xmlns:p14="http://schemas.microsoft.com/office/powerpoint/2010/main" val="41914443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FC7A7D0A-D67A-4CF1-A560-5696A2A764A0}"/>
              </a:ext>
            </a:extLst>
          </p:cNvPr>
          <p:cNvCxnSpPr>
            <a:stCxn xmlns:a="http://schemas.openxmlformats.org/drawingml/2006/main" id="16" idx="3"/>
            <a:endCxn xmlns:a="http://schemas.openxmlformats.org/drawingml/2006/main" id="17" idx="1"/>
          </p:cNvCxnSpPr>
          <p:nvPr/>
        </p:nvCxnSpPr>
        <p:spPr>
          <a:xfrm xmlns:a="http://schemas.openxmlformats.org/drawingml/2006/main" flipH="1">
            <a:off x="9028748" y="2076451"/>
            <a:ext cx="1905" cy="3486150"/>
          </a:xfrm>
          <a:prstGeom xmlns:a="http://schemas.openxmlformats.org/drawingml/2006/main" prst="straightConnector1">
            <a:avLst/>
          </a:prstGeom>
          <a:ln xmlns:a="http://schemas.openxmlformats.org/drawingml/2006/main" w="20955">
            <a:solidFill>
              <a:srgbClr val="C5D0D7"/>
            </a:solidFill>
            <a:prstDash val="dash"/>
          </a:ln>
        </p:spPr>
      </p:cxnSp>
      <p:cxnSp>
        <p:nvCxnSpPr>
          <p:cNvPr id="14" name="">
            <a:extLst xmlns:a="http://schemas.openxmlformats.org/drawingml/2006/main">
              <a:ext uri="{FF2B5EF4-FFF2-40B4-BE49-F238E27FC236}">
                <a16:creationId xmlns:a16="http://schemas.microsoft.com/office/drawing/2014/main" id="{9590C1F3-24DD-4F27-AB4B-FD6388244A16}"/>
              </a:ext>
            </a:extLst>
          </p:cNvPr>
          <p:cNvCxnSpPr>
            <a:stCxn xmlns:a="http://schemas.openxmlformats.org/drawingml/2006/main" id="12" idx="3"/>
            <a:endCxn xmlns:a="http://schemas.openxmlformats.org/drawingml/2006/main" id="13" idx="1"/>
          </p:cNvCxnSpPr>
          <p:nvPr/>
        </p:nvCxnSpPr>
        <p:spPr>
          <a:xfrm xmlns:a="http://schemas.openxmlformats.org/drawingml/2006/main" flipH="1">
            <a:off x="6075998" y="2076451"/>
            <a:ext cx="1905" cy="3486150"/>
          </a:xfrm>
          <a:prstGeom xmlns:a="http://schemas.openxmlformats.org/drawingml/2006/main" prst="straightConnector1">
            <a:avLst/>
          </a:prstGeom>
          <a:ln xmlns:a="http://schemas.openxmlformats.org/drawingml/2006/main" w="20955">
            <a:solidFill>
              <a:srgbClr val="C5D0D7"/>
            </a:solidFill>
            <a:prstDash val="dash"/>
          </a:ln>
        </p:spPr>
      </p:cxnSp>
      <p:cxnSp>
        <p:nvCxnSpPr>
          <p:cNvPr id="10" name="">
            <a:extLst xmlns:a="http://schemas.openxmlformats.org/drawingml/2006/main">
              <a:ext uri="{FF2B5EF4-FFF2-40B4-BE49-F238E27FC236}">
                <a16:creationId xmlns:a16="http://schemas.microsoft.com/office/drawing/2014/main" id="{C62BBB19-D4B7-4DEE-AB87-96F15FF446E9}"/>
              </a:ext>
            </a:extLst>
          </p:cNvPr>
          <p:cNvCxnSpPr>
            <a:stCxn xmlns:a="http://schemas.openxmlformats.org/drawingml/2006/main" id="8" idx="3"/>
            <a:endCxn xmlns:a="http://schemas.openxmlformats.org/drawingml/2006/main" id="9" idx="1"/>
          </p:cNvCxnSpPr>
          <p:nvPr/>
        </p:nvCxnSpPr>
        <p:spPr>
          <a:xfrm xmlns:a="http://schemas.openxmlformats.org/drawingml/2006/main" flipH="1">
            <a:off x="3123248" y="2076451"/>
            <a:ext cx="1905" cy="3486150"/>
          </a:xfrm>
          <a:prstGeom xmlns:a="http://schemas.openxmlformats.org/drawingml/2006/main" prst="straightConnector1">
            <a:avLst/>
          </a:prstGeom>
          <a:ln xmlns:a="http://schemas.openxmlformats.org/drawingml/2006/main" w="20955">
            <a:solidFill>
              <a:srgbClr val="C5D0D7"/>
            </a:solidFill>
            <a:prstDash val="dash"/>
          </a:ln>
        </p:spPr>
      </p:cxnSp>
      <p:cxnSp>
        <p:nvCxnSpPr>
          <p:cNvPr id="4" name="">
            <a:extLst xmlns:a="http://schemas.openxmlformats.org/drawingml/2006/main">
              <a:ext uri="{FF2B5EF4-FFF2-40B4-BE49-F238E27FC236}">
                <a16:creationId xmlns:a16="http://schemas.microsoft.com/office/drawing/2014/main" id="{B7C3A965-DCCB-4D19-B2A2-7E1D6E941E13}"/>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34" name="vtxt-73">
            <a:extLst xmlns:a="http://schemas.openxmlformats.org/drawingml/2006/main">
              <a:ext uri="{FF2B5EF4-FFF2-40B4-BE49-F238E27FC236}">
                <a16:creationId xmlns:a16="http://schemas.microsoft.com/office/drawing/2014/main" id="{05117C60-12CD-48C2-93C7-515047A3266F}"/>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Dữ liệu dùng để training</a:t>
            </a:r>
          </a:p>
        </p:txBody>
      </p:sp>
      <p:sp>
        <p:nvSpPr>
          <p:cNvPr id="2" name="route-anchor-74">
            <a:extLst xmlns:a="http://schemas.openxmlformats.org/drawingml/2006/main">
              <a:ext uri="{FF2B5EF4-FFF2-40B4-BE49-F238E27FC236}">
                <a16:creationId xmlns:a16="http://schemas.microsoft.com/office/drawing/2014/main" id="{EFDC6E61-4E13-4283-B0E9-C1D8DF31112C}"/>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75">
            <a:extLst xmlns:a="http://schemas.openxmlformats.org/drawingml/2006/main">
              <a:ext uri="{FF2B5EF4-FFF2-40B4-BE49-F238E27FC236}">
                <a16:creationId xmlns:a16="http://schemas.microsoft.com/office/drawing/2014/main" id="{9E783F1F-EA56-4353-9EDA-981FB7389C3A}"/>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76">
            <a:extLst xmlns:a="http://schemas.openxmlformats.org/drawingml/2006/main">
              <a:ext uri="{FF2B5EF4-FFF2-40B4-BE49-F238E27FC236}">
                <a16:creationId xmlns:a16="http://schemas.microsoft.com/office/drawing/2014/main" id="{90C6AA25-7302-425E-8718-49425BC060DF}"/>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Nguồn hình: DreamDojo, Ψ₀ và NVIDIA V2D</a:t>
            </a:r>
          </a:p>
        </p:txBody>
      </p:sp>
      <p:sp>
        <p:nvSpPr>
          <p:cNvPr id="6" name="vtxt-77">
            <a:extLst xmlns:a="http://schemas.openxmlformats.org/drawingml/2006/main">
              <a:ext uri="{FF2B5EF4-FFF2-40B4-BE49-F238E27FC236}">
                <a16:creationId xmlns:a16="http://schemas.microsoft.com/office/drawing/2014/main" id="{897B3AFE-96EA-420B-A702-F490CD52823B}"/>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04 / 12</a:t>
            </a:r>
          </a:p>
        </p:txBody>
      </p:sp>
      <p:sp>
        <p:nvSpPr>
          <p:cNvPr id="7" name="vtxt-78">
            <a:extLst xmlns:a="http://schemas.openxmlformats.org/drawingml/2006/main">
              <a:ext uri="{FF2B5EF4-FFF2-40B4-BE49-F238E27FC236}">
                <a16:creationId xmlns:a16="http://schemas.microsoft.com/office/drawing/2014/main" id="{DCF34F56-8668-4656-A9F3-0FDDEA2CD98C}"/>
              </a:ext>
            </a:extLst>
          </p:cNvPr>
          <p:cNvSpPr>
            <a:spLocks xmlns:a="http://schemas.openxmlformats.org/drawingml/2006/main" noGrp="1"/>
          </p:cNvSpPr>
          <p:nvPr/>
        </p:nvSpPr>
        <p:spPr>
          <a:xfrm xmlns:a="http://schemas.openxmlformats.org/drawingml/2006/main">
            <a:off x="400050" y="1590675"/>
            <a:ext cx="2533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277EC0"/>
                </a:solidFill>
                <a:latin typeface="Arial"/>
                <a:ea typeface="Arial"/>
                <a:cs typeface="Arial"/>
              </a:defRPr>
            </a:defPPr>
          </a:lstStyle>
          <a:p xmlns:a="http://schemas.openxmlformats.org/drawingml/2006/main">
            <a:pPr algn="ctr">
              <a:defRPr sz="2025" b="1">
                <a:solidFill>
                  <a:srgbClr val="277EC0"/>
                </a:solidFill>
                <a:latin typeface="Arial"/>
                <a:ea typeface="Arial"/>
                <a:cs typeface="Arial"/>
              </a:defRPr>
            </a:pPr>
            <a:r>
              <a:rPr sz="2025" b="1">
                <a:solidFill>
                  <a:srgbClr val="277EC0"/>
                </a:solidFill>
                <a:latin typeface="Arial"/>
                <a:ea typeface="Arial"/>
                <a:cs typeface="Arial"/>
              </a:rPr>
              <a:t>Human ego</a:t>
            </a:r>
          </a:p>
        </p:txBody>
      </p:sp>
      <p:sp>
        <p:nvSpPr>
          <p:cNvPr id="8" name="route-anchor-79">
            <a:extLst xmlns:a="http://schemas.openxmlformats.org/drawingml/2006/main">
              <a:ext uri="{FF2B5EF4-FFF2-40B4-BE49-F238E27FC236}">
                <a16:creationId xmlns:a16="http://schemas.microsoft.com/office/drawing/2014/main" id="{E48A7FF4-E74E-49EA-B3D7-5991DCD9B4D1}"/>
              </a:ext>
            </a:extLst>
          </p:cNvPr>
          <p:cNvSpPr>
            <a:spLocks xmlns:a="http://schemas.openxmlformats.org/drawingml/2006/main" noGrp="1"/>
          </p:cNvSpPr>
          <p:nvPr/>
        </p:nvSpPr>
        <p:spPr>
          <a:xfrm xmlns:a="http://schemas.openxmlformats.org/drawingml/2006/main">
            <a:off x="3123248" y="20754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9" name="route-anchor-80">
            <a:extLst xmlns:a="http://schemas.openxmlformats.org/drawingml/2006/main">
              <a:ext uri="{FF2B5EF4-FFF2-40B4-BE49-F238E27FC236}">
                <a16:creationId xmlns:a16="http://schemas.microsoft.com/office/drawing/2014/main" id="{B91AD619-3BE6-4335-B6D7-E0F8896D6F7E}"/>
              </a:ext>
            </a:extLst>
          </p:cNvPr>
          <p:cNvSpPr>
            <a:spLocks xmlns:a="http://schemas.openxmlformats.org/drawingml/2006/main" noGrp="1"/>
          </p:cNvSpPr>
          <p:nvPr/>
        </p:nvSpPr>
        <p:spPr>
          <a:xfrm xmlns:a="http://schemas.openxmlformats.org/drawingml/2006/main">
            <a:off x="3123248" y="55616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1" name="vtxt-81">
            <a:extLst xmlns:a="http://schemas.openxmlformats.org/drawingml/2006/main">
              <a:ext uri="{FF2B5EF4-FFF2-40B4-BE49-F238E27FC236}">
                <a16:creationId xmlns:a16="http://schemas.microsoft.com/office/drawing/2014/main" id="{D97F34D1-F8C9-4415-A7B0-8DCC22DC0EDE}"/>
              </a:ext>
            </a:extLst>
          </p:cNvPr>
          <p:cNvSpPr>
            <a:spLocks xmlns:a="http://schemas.openxmlformats.org/drawingml/2006/main" noGrp="1"/>
          </p:cNvSpPr>
          <p:nvPr/>
        </p:nvSpPr>
        <p:spPr>
          <a:xfrm xmlns:a="http://schemas.openxmlformats.org/drawingml/2006/main">
            <a:off x="3352800" y="1590675"/>
            <a:ext cx="2533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277EC0"/>
                </a:solidFill>
                <a:latin typeface="Arial"/>
                <a:ea typeface="Arial"/>
                <a:cs typeface="Arial"/>
              </a:defRPr>
            </a:defPPr>
          </a:lstStyle>
          <a:p xmlns:a="http://schemas.openxmlformats.org/drawingml/2006/main">
            <a:pPr algn="ctr">
              <a:defRPr sz="2025" b="1">
                <a:solidFill>
                  <a:srgbClr val="277EC0"/>
                </a:solidFill>
                <a:latin typeface="Arial"/>
                <a:ea typeface="Arial"/>
                <a:cs typeface="Arial"/>
              </a:defRPr>
            </a:pPr>
            <a:r>
              <a:rPr sz="2025" b="1">
                <a:solidFill>
                  <a:srgbClr val="277EC0"/>
                </a:solidFill>
                <a:latin typeface="Arial"/>
                <a:ea typeface="Arial"/>
                <a:cs typeface="Arial"/>
              </a:rPr>
              <a:t>Third-person</a:t>
            </a:r>
          </a:p>
        </p:txBody>
      </p:sp>
      <p:sp>
        <p:nvSpPr>
          <p:cNvPr id="12" name="route-anchor-82">
            <a:extLst xmlns:a="http://schemas.openxmlformats.org/drawingml/2006/main">
              <a:ext uri="{FF2B5EF4-FFF2-40B4-BE49-F238E27FC236}">
                <a16:creationId xmlns:a16="http://schemas.microsoft.com/office/drawing/2014/main" id="{8EAC9506-A11F-4679-9DFA-8637F3CC23C3}"/>
              </a:ext>
            </a:extLst>
          </p:cNvPr>
          <p:cNvSpPr>
            <a:spLocks xmlns:a="http://schemas.openxmlformats.org/drawingml/2006/main" noGrp="1"/>
          </p:cNvSpPr>
          <p:nvPr/>
        </p:nvSpPr>
        <p:spPr>
          <a:xfrm xmlns:a="http://schemas.openxmlformats.org/drawingml/2006/main">
            <a:off x="6075998" y="20754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3" name="route-anchor-83">
            <a:extLst xmlns:a="http://schemas.openxmlformats.org/drawingml/2006/main">
              <a:ext uri="{FF2B5EF4-FFF2-40B4-BE49-F238E27FC236}">
                <a16:creationId xmlns:a16="http://schemas.microsoft.com/office/drawing/2014/main" id="{8325B07E-5678-4AF4-A574-8180A14EF99F}"/>
              </a:ext>
            </a:extLst>
          </p:cNvPr>
          <p:cNvSpPr>
            <a:spLocks xmlns:a="http://schemas.openxmlformats.org/drawingml/2006/main" noGrp="1"/>
          </p:cNvSpPr>
          <p:nvPr/>
        </p:nvSpPr>
        <p:spPr>
          <a:xfrm xmlns:a="http://schemas.openxmlformats.org/drawingml/2006/main">
            <a:off x="6075998" y="55616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5" name="vtxt-84">
            <a:extLst xmlns:a="http://schemas.openxmlformats.org/drawingml/2006/main">
              <a:ext uri="{FF2B5EF4-FFF2-40B4-BE49-F238E27FC236}">
                <a16:creationId xmlns:a16="http://schemas.microsoft.com/office/drawing/2014/main" id="{2280DEC4-A6A1-4B14-94BB-65C464CB3F68}"/>
              </a:ext>
            </a:extLst>
          </p:cNvPr>
          <p:cNvSpPr>
            <a:spLocks xmlns:a="http://schemas.openxmlformats.org/drawingml/2006/main" noGrp="1"/>
          </p:cNvSpPr>
          <p:nvPr/>
        </p:nvSpPr>
        <p:spPr>
          <a:xfrm xmlns:a="http://schemas.openxmlformats.org/drawingml/2006/main">
            <a:off x="6305550" y="1590675"/>
            <a:ext cx="2533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277EC0"/>
                </a:solidFill>
                <a:latin typeface="Arial"/>
                <a:ea typeface="Arial"/>
                <a:cs typeface="Arial"/>
              </a:defRPr>
            </a:defPPr>
          </a:lstStyle>
          <a:p xmlns:a="http://schemas.openxmlformats.org/drawingml/2006/main">
            <a:pPr algn="ctr">
              <a:defRPr sz="2025" b="1">
                <a:solidFill>
                  <a:srgbClr val="277EC0"/>
                </a:solidFill>
                <a:latin typeface="Arial"/>
                <a:ea typeface="Arial"/>
                <a:cs typeface="Arial"/>
              </a:defRPr>
            </a:pPr>
            <a:r>
              <a:rPr sz="2025" b="1">
                <a:solidFill>
                  <a:srgbClr val="277EC0"/>
                </a:solidFill>
                <a:latin typeface="Arial"/>
                <a:ea typeface="Arial"/>
                <a:cs typeface="Arial"/>
              </a:rPr>
              <a:t>Robot teleop</a:t>
            </a:r>
          </a:p>
        </p:txBody>
      </p:sp>
      <p:sp>
        <p:nvSpPr>
          <p:cNvPr id="16" name="route-anchor-85">
            <a:extLst xmlns:a="http://schemas.openxmlformats.org/drawingml/2006/main">
              <a:ext uri="{FF2B5EF4-FFF2-40B4-BE49-F238E27FC236}">
                <a16:creationId xmlns:a16="http://schemas.microsoft.com/office/drawing/2014/main" id="{DD8B1889-B91F-43DC-9A60-256EFCD074AD}"/>
              </a:ext>
            </a:extLst>
          </p:cNvPr>
          <p:cNvSpPr>
            <a:spLocks xmlns:a="http://schemas.openxmlformats.org/drawingml/2006/main" noGrp="1"/>
          </p:cNvSpPr>
          <p:nvPr/>
        </p:nvSpPr>
        <p:spPr>
          <a:xfrm xmlns:a="http://schemas.openxmlformats.org/drawingml/2006/main">
            <a:off x="9028748" y="20754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7" name="route-anchor-86">
            <a:extLst xmlns:a="http://schemas.openxmlformats.org/drawingml/2006/main">
              <a:ext uri="{FF2B5EF4-FFF2-40B4-BE49-F238E27FC236}">
                <a16:creationId xmlns:a16="http://schemas.microsoft.com/office/drawing/2014/main" id="{E678CEA4-F3DB-4D7E-85EB-9596B166F9AA}"/>
              </a:ext>
            </a:extLst>
          </p:cNvPr>
          <p:cNvSpPr>
            <a:spLocks xmlns:a="http://schemas.openxmlformats.org/drawingml/2006/main" noGrp="1"/>
          </p:cNvSpPr>
          <p:nvPr/>
        </p:nvSpPr>
        <p:spPr>
          <a:xfrm xmlns:a="http://schemas.openxmlformats.org/drawingml/2006/main">
            <a:off x="9028748" y="55616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9" name="vtxt-87">
            <a:extLst xmlns:a="http://schemas.openxmlformats.org/drawingml/2006/main">
              <a:ext uri="{FF2B5EF4-FFF2-40B4-BE49-F238E27FC236}">
                <a16:creationId xmlns:a16="http://schemas.microsoft.com/office/drawing/2014/main" id="{300BB49C-7465-49E2-A619-E365EBD8CA74}"/>
              </a:ext>
            </a:extLst>
          </p:cNvPr>
          <p:cNvSpPr>
            <a:spLocks xmlns:a="http://schemas.openxmlformats.org/drawingml/2006/main" noGrp="1"/>
          </p:cNvSpPr>
          <p:nvPr/>
        </p:nvSpPr>
        <p:spPr>
          <a:xfrm xmlns:a="http://schemas.openxmlformats.org/drawingml/2006/main">
            <a:off x="9258300" y="1590675"/>
            <a:ext cx="2533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76B900"/>
                </a:solidFill>
                <a:latin typeface="Arial"/>
                <a:ea typeface="Arial"/>
                <a:cs typeface="Arial"/>
              </a:defRPr>
            </a:defPPr>
          </a:lstStyle>
          <a:p xmlns:a="http://schemas.openxmlformats.org/drawingml/2006/main">
            <a:pPr algn="ctr">
              <a:defRPr sz="2025" b="1">
                <a:solidFill>
                  <a:srgbClr val="76B900"/>
                </a:solidFill>
                <a:latin typeface="Arial"/>
                <a:ea typeface="Arial"/>
                <a:cs typeface="Arial"/>
              </a:defRPr>
            </a:pPr>
            <a:r>
              <a:rPr sz="2025" b="1">
                <a:solidFill>
                  <a:srgbClr val="76B900"/>
                </a:solidFill>
                <a:latin typeface="Arial"/>
                <a:ea typeface="Arial"/>
                <a:cs typeface="Arial"/>
              </a:rPr>
              <a:t>Synthetic</a:t>
            </a:r>
          </a:p>
        </p:txBody>
      </p:sp>
      <p:pic>
        <p:nvPicPr>
          <p:cNvPr id="20" name="">
            <a:extLst xmlns:a="http://schemas.openxmlformats.org/drawingml/2006/main">
              <a:ext uri="{FF2B5EF4-FFF2-40B4-BE49-F238E27FC236}">
                <a16:creationId xmlns:a16="http://schemas.microsoft.com/office/drawing/2014/main" id="{5D5FEDE1-1CBC-4EA7-8F44-5D37BDB12BFE}"/>
              </a:ext>
            </a:extLst>
          </p:cNvPr>
          <p:cNvPicPr>
            <a:picLocks xmlns:a="http://schemas.openxmlformats.org/drawingml/2006/main" noChangeAspect="1"/>
          </p:cNvPicPr>
          <p:nvPr/>
        </p:nvPicPr>
        <p:blipFill>
          <a:blip xmlns:r="http://schemas.openxmlformats.org/officeDocument/2006/relationships" xmlns:a="http://schemas.openxmlformats.org/drawingml/2006/main" r:embed="R587d2f3545ec4121"/>
          <a:srcRect xmlns:a="http://schemas.openxmlformats.org/drawingml/2006/main" l="600" t="34000" r="81700" b="35500"/>
          <a:stretch xmlns:a="http://schemas.openxmlformats.org/drawingml/2006/main"/>
        </p:blipFill>
        <p:spPr>
          <a:xfrm xmlns:a="http://schemas.openxmlformats.org/drawingml/2006/main">
            <a:off x="457200" y="2181225"/>
            <a:ext cx="2419350" cy="16764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102AB528-2A58-4BDA-8FD7-A2E5452BAE36}"/>
              </a:ext>
            </a:extLst>
          </p:cNvPr>
          <p:cNvPicPr>
            <a:picLocks xmlns:a="http://schemas.openxmlformats.org/drawingml/2006/main" noChangeAspect="1"/>
          </p:cNvPicPr>
          <p:nvPr/>
        </p:nvPicPr>
        <p:blipFill>
          <a:blip xmlns:r="http://schemas.openxmlformats.org/officeDocument/2006/relationships" xmlns:a="http://schemas.openxmlformats.org/drawingml/2006/main" r:embed="Ra7e25f70898e488c"/>
          <a:srcRect xmlns:a="http://schemas.openxmlformats.org/drawingml/2006/main" l="2100" t="29300" r="92100" b="45500"/>
          <a:stretch xmlns:a="http://schemas.openxmlformats.org/drawingml/2006/main"/>
        </p:blipFill>
        <p:spPr>
          <a:xfrm xmlns:a="http://schemas.openxmlformats.org/drawingml/2006/main">
            <a:off x="3762375" y="2181225"/>
            <a:ext cx="1714500" cy="16764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7E055534-EF6E-4560-AE92-8231809B7D3F}"/>
              </a:ext>
            </a:extLst>
          </p:cNvPr>
          <p:cNvPicPr>
            <a:picLocks xmlns:a="http://schemas.openxmlformats.org/drawingml/2006/main" noChangeAspect="1"/>
          </p:cNvPicPr>
          <p:nvPr/>
        </p:nvPicPr>
        <p:blipFill>
          <a:blip xmlns:r="http://schemas.openxmlformats.org/officeDocument/2006/relationships" xmlns:a="http://schemas.openxmlformats.org/drawingml/2006/main" r:embed="Ra688549110d6426d"/>
          <a:stretch xmlns:a="http://schemas.openxmlformats.org/drawingml/2006/main"/>
        </p:blipFill>
        <p:spPr>
          <a:xfrm xmlns:a="http://schemas.openxmlformats.org/drawingml/2006/main">
            <a:off x="6438900" y="2307330"/>
            <a:ext cx="2324100" cy="1424189"/>
          </a:xfrm>
          <a:prstGeom xmlns:a="http://schemas.openxmlformats.org/drawingml/2006/main" prst="rect">
            <a:avLst/>
          </a:prstGeom>
        </p:spPr>
      </p:pic>
      <p:pic>
        <p:nvPicPr>
          <p:cNvPr id="23" name="">
            <a:extLst xmlns:a="http://schemas.openxmlformats.org/drawingml/2006/main">
              <a:ext uri="{FF2B5EF4-FFF2-40B4-BE49-F238E27FC236}">
                <a16:creationId xmlns:a16="http://schemas.microsoft.com/office/drawing/2014/main" id="{0C2770EE-CC49-43E8-AA41-AF5DD38A1F3E}"/>
              </a:ext>
            </a:extLst>
          </p:cNvPr>
          <p:cNvPicPr>
            <a:picLocks xmlns:a="http://schemas.openxmlformats.org/drawingml/2006/main" noChangeAspect="1"/>
          </p:cNvPicPr>
          <p:nvPr/>
        </p:nvPicPr>
        <p:blipFill>
          <a:blip xmlns:r="http://schemas.openxmlformats.org/officeDocument/2006/relationships" xmlns:a="http://schemas.openxmlformats.org/drawingml/2006/main" r:embed="R5ab0a661691d4a25"/>
          <a:srcRect xmlns:a="http://schemas.openxmlformats.org/drawingml/2006/main" l="69000" t="44500" r="2500" b="7500"/>
          <a:stretch xmlns:a="http://schemas.openxmlformats.org/drawingml/2006/main"/>
        </p:blipFill>
        <p:spPr>
          <a:xfrm xmlns:a="http://schemas.openxmlformats.org/drawingml/2006/main">
            <a:off x="9391650" y="2171700"/>
            <a:ext cx="2324100" cy="1695450"/>
          </a:xfrm>
          <a:prstGeom xmlns:a="http://schemas.openxmlformats.org/drawingml/2006/main" prst="rect">
            <a:avLst/>
          </a:prstGeom>
        </p:spPr>
      </p:pic>
      <p:sp>
        <p:nvSpPr>
          <p:cNvPr id="24" name="vtxt-88">
            <a:extLst xmlns:a="http://schemas.openxmlformats.org/drawingml/2006/main">
              <a:ext uri="{FF2B5EF4-FFF2-40B4-BE49-F238E27FC236}">
                <a16:creationId xmlns:a16="http://schemas.microsoft.com/office/drawing/2014/main" id="{F39E9254-8AD7-4851-96C7-30506225B56C}"/>
              </a:ext>
            </a:extLst>
          </p:cNvPr>
          <p:cNvSpPr>
            <a:spLocks xmlns:a="http://schemas.openxmlformats.org/drawingml/2006/main" noGrp="1"/>
          </p:cNvSpPr>
          <p:nvPr/>
        </p:nvSpPr>
        <p:spPr>
          <a:xfrm xmlns:a="http://schemas.openxmlformats.org/drawingml/2006/main">
            <a:off x="428625" y="41529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73451"/>
                </a:solidFill>
                <a:latin typeface="Arial"/>
                <a:ea typeface="Arial"/>
                <a:cs typeface="Arial"/>
              </a:defRPr>
            </a:defPPr>
          </a:lstStyle>
          <a:p xmlns:a="http://schemas.openxmlformats.org/drawingml/2006/main">
            <a:pPr algn="ctr">
              <a:defRPr sz="1650" b="1">
                <a:solidFill>
                  <a:srgbClr val="173451"/>
                </a:solidFill>
                <a:latin typeface="Arial"/>
                <a:ea typeface="Arial"/>
                <a:cs typeface="Arial"/>
              </a:defRPr>
            </a:pPr>
            <a:r>
              <a:rPr sz="1650" b="1">
                <a:solidFill>
                  <a:srgbClr val="173451"/>
                </a:solidFill>
                <a:latin typeface="Arial"/>
                <a:ea typeface="Arial"/>
                <a:cs typeface="Arial"/>
              </a:rPr>
              <a:t>RGB + pose*</a:t>
            </a:r>
          </a:p>
        </p:txBody>
      </p:sp>
      <p:sp>
        <p:nvSpPr>
          <p:cNvPr id="25" name="vtxt-89">
            <a:extLst xmlns:a="http://schemas.openxmlformats.org/drawingml/2006/main">
              <a:ext uri="{FF2B5EF4-FFF2-40B4-BE49-F238E27FC236}">
                <a16:creationId xmlns:a16="http://schemas.microsoft.com/office/drawing/2014/main" id="{0E44F327-3189-4DFD-9BFB-19A39EF2D9CC}"/>
              </a:ext>
            </a:extLst>
          </p:cNvPr>
          <p:cNvSpPr>
            <a:spLocks xmlns:a="http://schemas.openxmlformats.org/drawingml/2006/main" noGrp="1"/>
          </p:cNvSpPr>
          <p:nvPr/>
        </p:nvSpPr>
        <p:spPr>
          <a:xfrm xmlns:a="http://schemas.openxmlformats.org/drawingml/2006/main">
            <a:off x="428625" y="4657725"/>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Góc nhìn người</a:t>
            </a:r>
          </a:p>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Học biểu diễn</a:t>
            </a:r>
          </a:p>
        </p:txBody>
      </p:sp>
      <p:sp>
        <p:nvSpPr>
          <p:cNvPr id="26" name="vtxt-90">
            <a:extLst xmlns:a="http://schemas.openxmlformats.org/drawingml/2006/main">
              <a:ext uri="{FF2B5EF4-FFF2-40B4-BE49-F238E27FC236}">
                <a16:creationId xmlns:a16="http://schemas.microsoft.com/office/drawing/2014/main" id="{0ACEAD25-0A01-4C33-908E-1821FEFDA97D}"/>
              </a:ext>
            </a:extLst>
          </p:cNvPr>
          <p:cNvSpPr>
            <a:spLocks xmlns:a="http://schemas.openxmlformats.org/drawingml/2006/main" noGrp="1"/>
          </p:cNvSpPr>
          <p:nvPr/>
        </p:nvSpPr>
        <p:spPr>
          <a:xfrm xmlns:a="http://schemas.openxmlformats.org/drawingml/2006/main">
            <a:off x="3381375" y="41529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73451"/>
                </a:solidFill>
                <a:latin typeface="Arial"/>
                <a:ea typeface="Arial"/>
                <a:cs typeface="Arial"/>
              </a:defRPr>
            </a:defPPr>
          </a:lstStyle>
          <a:p xmlns:a="http://schemas.openxmlformats.org/drawingml/2006/main">
            <a:pPr algn="ctr">
              <a:defRPr sz="1650" b="1">
                <a:solidFill>
                  <a:srgbClr val="173451"/>
                </a:solidFill>
                <a:latin typeface="Arial"/>
                <a:ea typeface="Arial"/>
                <a:cs typeface="Arial"/>
              </a:defRPr>
            </a:pPr>
            <a:r>
              <a:rPr sz="1650" b="1">
                <a:solidFill>
                  <a:srgbClr val="173451"/>
                </a:solidFill>
                <a:latin typeface="Arial"/>
                <a:ea typeface="Arial"/>
                <a:cs typeface="Arial"/>
              </a:rPr>
              <a:t>RGB bên ngoài</a:t>
            </a:r>
          </a:p>
        </p:txBody>
      </p:sp>
      <p:sp>
        <p:nvSpPr>
          <p:cNvPr id="27" name="vtxt-91">
            <a:extLst xmlns:a="http://schemas.openxmlformats.org/drawingml/2006/main">
              <a:ext uri="{FF2B5EF4-FFF2-40B4-BE49-F238E27FC236}">
                <a16:creationId xmlns:a16="http://schemas.microsoft.com/office/drawing/2014/main" id="{6E153F4D-7031-4C52-BF5F-B9F715014817}"/>
              </a:ext>
            </a:extLst>
          </p:cNvPr>
          <p:cNvSpPr>
            <a:spLocks xmlns:a="http://schemas.openxmlformats.org/drawingml/2006/main" noGrp="1"/>
          </p:cNvSpPr>
          <p:nvPr/>
        </p:nvSpPr>
        <p:spPr>
          <a:xfrm xmlns:a="http://schemas.openxmlformats.org/drawingml/2006/main">
            <a:off x="3381375" y="4657725"/>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Tái dựng người–vật</a:t>
            </a:r>
          </a:p>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Grounding sang robot</a:t>
            </a:r>
          </a:p>
        </p:txBody>
      </p:sp>
      <p:sp>
        <p:nvSpPr>
          <p:cNvPr id="28" name="vtxt-92">
            <a:extLst xmlns:a="http://schemas.openxmlformats.org/drawingml/2006/main">
              <a:ext uri="{FF2B5EF4-FFF2-40B4-BE49-F238E27FC236}">
                <a16:creationId xmlns:a16="http://schemas.microsoft.com/office/drawing/2014/main" id="{0EA587C1-05D2-49DD-8FE4-DB40A4D72C54}"/>
              </a:ext>
            </a:extLst>
          </p:cNvPr>
          <p:cNvSpPr>
            <a:spLocks xmlns:a="http://schemas.openxmlformats.org/drawingml/2006/main" noGrp="1"/>
          </p:cNvSpPr>
          <p:nvPr/>
        </p:nvSpPr>
        <p:spPr>
          <a:xfrm xmlns:a="http://schemas.openxmlformats.org/drawingml/2006/main">
            <a:off x="6334125" y="41529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73451"/>
                </a:solidFill>
                <a:latin typeface="Arial"/>
                <a:ea typeface="Arial"/>
                <a:cs typeface="Arial"/>
              </a:defRPr>
            </a:defPPr>
          </a:lstStyle>
          <a:p xmlns:a="http://schemas.openxmlformats.org/drawingml/2006/main">
            <a:pPr algn="ctr">
              <a:defRPr sz="1650" b="1">
                <a:solidFill>
                  <a:srgbClr val="173451"/>
                </a:solidFill>
                <a:latin typeface="Arial"/>
                <a:ea typeface="Arial"/>
                <a:cs typeface="Arial"/>
              </a:defRPr>
            </a:pPr>
            <a:r>
              <a:rPr sz="1650" b="1">
                <a:solidFill>
                  <a:srgbClr val="173451"/>
                </a:solidFill>
                <a:latin typeface="Arial"/>
                <a:ea typeface="Arial"/>
                <a:cs typeface="Arial"/>
              </a:rPr>
              <a:t>RGB + state + action</a:t>
            </a:r>
          </a:p>
        </p:txBody>
      </p:sp>
      <p:sp>
        <p:nvSpPr>
          <p:cNvPr id="29" name="vtxt-93">
            <a:extLst xmlns:a="http://schemas.openxmlformats.org/drawingml/2006/main">
              <a:ext uri="{FF2B5EF4-FFF2-40B4-BE49-F238E27FC236}">
                <a16:creationId xmlns:a16="http://schemas.microsoft.com/office/drawing/2014/main" id="{FFC2FA54-7B6C-4CC1-A36C-E4D10F2427E6}"/>
              </a:ext>
            </a:extLst>
          </p:cNvPr>
          <p:cNvSpPr>
            <a:spLocks xmlns:a="http://schemas.openxmlformats.org/drawingml/2006/main" noGrp="1"/>
          </p:cNvSpPr>
          <p:nvPr/>
        </p:nvSpPr>
        <p:spPr>
          <a:xfrm xmlns:a="http://schemas.openxmlformats.org/drawingml/2006/main">
            <a:off x="6334125" y="4657725"/>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Cùng robot mục tiêu</a:t>
            </a:r>
          </a:p>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Học điều khiển</a:t>
            </a:r>
          </a:p>
        </p:txBody>
      </p:sp>
      <p:sp>
        <p:nvSpPr>
          <p:cNvPr id="30" name="vtxt-94">
            <a:extLst xmlns:a="http://schemas.openxmlformats.org/drawingml/2006/main">
              <a:ext uri="{FF2B5EF4-FFF2-40B4-BE49-F238E27FC236}">
                <a16:creationId xmlns:a16="http://schemas.microsoft.com/office/drawing/2014/main" id="{A5EFE7A7-F0F8-4E7C-A615-ADCBF97B38D6}"/>
              </a:ext>
            </a:extLst>
          </p:cNvPr>
          <p:cNvSpPr>
            <a:spLocks xmlns:a="http://schemas.openxmlformats.org/drawingml/2006/main" noGrp="1"/>
          </p:cNvSpPr>
          <p:nvPr/>
        </p:nvSpPr>
        <p:spPr>
          <a:xfrm xmlns:a="http://schemas.openxmlformats.org/drawingml/2006/main">
            <a:off x="9286875" y="41529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73451"/>
                </a:solidFill>
                <a:latin typeface="Arial"/>
                <a:ea typeface="Arial"/>
                <a:cs typeface="Arial"/>
              </a:defRPr>
            </a:defPPr>
          </a:lstStyle>
          <a:p xmlns:a="http://schemas.openxmlformats.org/drawingml/2006/main">
            <a:pPr algn="ctr">
              <a:defRPr sz="1650" b="1">
                <a:solidFill>
                  <a:srgbClr val="173451"/>
                </a:solidFill>
                <a:latin typeface="Arial"/>
                <a:ea typeface="Arial"/>
                <a:cs typeface="Arial"/>
              </a:defRPr>
            </a:pPr>
            <a:r>
              <a:rPr sz="1650" b="1">
                <a:solidFill>
                  <a:srgbClr val="173451"/>
                </a:solidFill>
                <a:latin typeface="Arial"/>
                <a:ea typeface="Arial"/>
                <a:cs typeface="Arial"/>
              </a:rPr>
              <a:t>Sim: state + action</a:t>
            </a:r>
          </a:p>
        </p:txBody>
      </p:sp>
      <p:sp>
        <p:nvSpPr>
          <p:cNvPr id="31" name="vtxt-95">
            <a:extLst xmlns:a="http://schemas.openxmlformats.org/drawingml/2006/main">
              <a:ext uri="{FF2B5EF4-FFF2-40B4-BE49-F238E27FC236}">
                <a16:creationId xmlns:a16="http://schemas.microsoft.com/office/drawing/2014/main" id="{F6AC108E-0AEA-4658-869D-D60F82E2910D}"/>
              </a:ext>
            </a:extLst>
          </p:cNvPr>
          <p:cNvSpPr>
            <a:spLocks xmlns:a="http://schemas.openxmlformats.org/drawingml/2006/main" noGrp="1"/>
          </p:cNvSpPr>
          <p:nvPr/>
        </p:nvSpPr>
        <p:spPr>
          <a:xfrm xmlns:a="http://schemas.openxmlformats.org/drawingml/2006/main">
            <a:off x="9286875" y="4657725"/>
            <a:ext cx="247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World model: video</a:t>
            </a:r>
          </a:p>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Dùng theo loại nhãn</a:t>
            </a:r>
          </a:p>
        </p:txBody>
      </p:sp>
      <p:sp>
        <p:nvSpPr>
          <p:cNvPr id="32" name="vtxt-96">
            <a:extLst xmlns:a="http://schemas.openxmlformats.org/drawingml/2006/main">
              <a:ext uri="{FF2B5EF4-FFF2-40B4-BE49-F238E27FC236}">
                <a16:creationId xmlns:a16="http://schemas.microsoft.com/office/drawing/2014/main" id="{549DC0C4-1525-4D42-86B1-51F58B5F3315}"/>
              </a:ext>
            </a:extLst>
          </p:cNvPr>
          <p:cNvSpPr>
            <a:spLocks xmlns:a="http://schemas.openxmlformats.org/drawingml/2006/main" noGrp="1"/>
          </p:cNvSpPr>
          <p:nvPr/>
        </p:nvSpPr>
        <p:spPr>
          <a:xfrm xmlns:a="http://schemas.openxmlformats.org/drawingml/2006/main">
            <a:off x="571500" y="58578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00888C"/>
                </a:solidFill>
                <a:latin typeface="Arial"/>
                <a:ea typeface="Arial"/>
                <a:cs typeface="Arial"/>
              </a:defRPr>
            </a:defPPr>
          </a:lstStyle>
          <a:p xmlns:a="http://schemas.openxmlformats.org/drawingml/2006/main">
            <a:pPr algn="ctr">
              <a:defRPr sz="2100" b="1">
                <a:solidFill>
                  <a:srgbClr val="00888C"/>
                </a:solidFill>
                <a:latin typeface="Arial"/>
                <a:ea typeface="Arial"/>
                <a:cs typeface="Arial"/>
              </a:defRPr>
            </a:pPr>
            <a:r>
              <a:rPr sz="2100" b="1">
                <a:solidFill>
                  <a:srgbClr val="00888C"/>
                </a:solidFill>
                <a:latin typeface="Arial"/>
                <a:ea typeface="Arial"/>
                <a:cs typeface="Arial"/>
              </a:rPr>
              <a:t>Loại dữ liệu quyết định nhãn và mục tiêu học</a:t>
            </a:r>
          </a:p>
        </p:txBody>
      </p:sp>
      <p:sp>
        <p:nvSpPr>
          <p:cNvPr id="33" name="vtxt-97">
            <a:extLst xmlns:a="http://schemas.openxmlformats.org/drawingml/2006/main">
              <a:ext uri="{FF2B5EF4-FFF2-40B4-BE49-F238E27FC236}">
                <a16:creationId xmlns:a16="http://schemas.microsoft.com/office/drawing/2014/main" id="{F9054B2D-E2A6-4381-80A2-D0B381796EC4}"/>
              </a:ext>
            </a:extLst>
          </p:cNvPr>
          <p:cNvSpPr>
            <a:spLocks xmlns:a="http://schemas.openxmlformats.org/drawingml/2006/main" noGrp="1"/>
          </p:cNvSpPr>
          <p:nvPr/>
        </p:nvSpPr>
        <p:spPr>
          <a:xfrm xmlns:a="http://schemas.openxmlformats.org/drawingml/2006/main">
            <a:off x="571500" y="5543550"/>
            <a:ext cx="1104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96D7C"/>
                </a:solidFill>
                <a:latin typeface="Arial"/>
                <a:ea typeface="Arial"/>
                <a:cs typeface="Arial"/>
              </a:defRPr>
            </a:defPPr>
          </a:lstStyle>
          <a:p xmlns:a="http://schemas.openxmlformats.org/drawingml/2006/main">
            <a:pPr algn="ctr">
              <a:defRPr sz="1350" b="0">
                <a:solidFill>
                  <a:srgbClr val="596D7C"/>
                </a:solidFill>
                <a:latin typeface="Arial"/>
                <a:ea typeface="Arial"/>
                <a:cs typeface="Arial"/>
              </a:defRPr>
            </a:pPr>
            <a:r>
              <a:rPr sz="1350" b="0">
                <a:solidFill>
                  <a:srgbClr val="596D7C"/>
                </a:solidFill>
                <a:latin typeface="Arial"/>
                <a:ea typeface="Arial"/>
                <a:cs typeface="Arial"/>
              </a:rPr>
              <a:t>* Ví dụ EgoDex có pose. Video RGB thông thường cần bước trích xuất / gán nhãn.</a:t>
            </a:r>
          </a:p>
        </p:txBody>
      </p:sp>
    </p:spTree>
    <p:extLst>
      <p:ext uri="{BB962C8B-B14F-4D97-AF65-F5344CB8AC3E}">
        <p14:creationId xmlns:p14="http://schemas.microsoft.com/office/powerpoint/2010/main" val="41914443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4" name="">
            <a:extLst xmlns:a="http://schemas.openxmlformats.org/drawingml/2006/main">
              <a:ext uri="{FF2B5EF4-FFF2-40B4-BE49-F238E27FC236}">
                <a16:creationId xmlns:a16="http://schemas.microsoft.com/office/drawing/2014/main" id="{63390C3E-31FB-4FDD-A4CC-FD8A6E5959B5}"/>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19" name="vtxt-98">
            <a:extLst xmlns:a="http://schemas.openxmlformats.org/drawingml/2006/main">
              <a:ext uri="{FF2B5EF4-FFF2-40B4-BE49-F238E27FC236}">
                <a16:creationId xmlns:a16="http://schemas.microsoft.com/office/drawing/2014/main" id="{BC07921D-C15A-4F7D-9027-E98417A18257}"/>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V2D: Video người thành dữ liệu robot</a:t>
            </a:r>
          </a:p>
        </p:txBody>
      </p:sp>
      <p:sp>
        <p:nvSpPr>
          <p:cNvPr id="2" name="route-anchor-99">
            <a:extLst xmlns:a="http://schemas.openxmlformats.org/drawingml/2006/main">
              <a:ext uri="{FF2B5EF4-FFF2-40B4-BE49-F238E27FC236}">
                <a16:creationId xmlns:a16="http://schemas.microsoft.com/office/drawing/2014/main" id="{ACD05419-9AD4-42CE-8C3B-8E945300D186}"/>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100">
            <a:extLst xmlns:a="http://schemas.openxmlformats.org/drawingml/2006/main">
              <a:ext uri="{FF2B5EF4-FFF2-40B4-BE49-F238E27FC236}">
                <a16:creationId xmlns:a16="http://schemas.microsoft.com/office/drawing/2014/main" id="{4B007EA1-30D8-4BF3-AC1E-FD31CD2A319E}"/>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101">
            <a:extLst xmlns:a="http://schemas.openxmlformats.org/drawingml/2006/main">
              <a:ext uri="{FF2B5EF4-FFF2-40B4-BE49-F238E27FC236}">
                <a16:creationId xmlns:a16="http://schemas.microsoft.com/office/drawing/2014/main" id="{FD2A37F6-AD00-4357-8D94-5055CD4A99FF}"/>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Figure gốc và dataset: NVIDIA Video to Data. Dữ liệu robot sinh trong mô phỏng</a:t>
            </a:r>
          </a:p>
        </p:txBody>
      </p:sp>
      <p:sp>
        <p:nvSpPr>
          <p:cNvPr id="6" name="vtxt-102">
            <a:extLst xmlns:a="http://schemas.openxmlformats.org/drawingml/2006/main">
              <a:ext uri="{FF2B5EF4-FFF2-40B4-BE49-F238E27FC236}">
                <a16:creationId xmlns:a16="http://schemas.microsoft.com/office/drawing/2014/main" id="{DB894871-CBE6-4AD7-8460-5C374148437F}"/>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05 / 12</a:t>
            </a:r>
          </a:p>
        </p:txBody>
      </p:sp>
      <p:pic>
        <p:nvPicPr>
          <p:cNvPr id="7" name="">
            <a:extLst xmlns:a="http://schemas.openxmlformats.org/drawingml/2006/main">
              <a:ext uri="{FF2B5EF4-FFF2-40B4-BE49-F238E27FC236}">
                <a16:creationId xmlns:a16="http://schemas.microsoft.com/office/drawing/2014/main" id="{8B5213BE-55DF-4C57-BDFD-AC75DCBEF34D}"/>
              </a:ext>
            </a:extLst>
          </p:cNvPr>
          <p:cNvPicPr>
            <a:picLocks xmlns:a="http://schemas.openxmlformats.org/drawingml/2006/main" noChangeAspect="1"/>
          </p:cNvPicPr>
          <p:nvPr/>
        </p:nvPicPr>
        <p:blipFill>
          <a:blip xmlns:r="http://schemas.openxmlformats.org/officeDocument/2006/relationships" xmlns:a="http://schemas.openxmlformats.org/drawingml/2006/main" r:embed="Rd3843a7342cb41ec"/>
          <a:stretch xmlns:a="http://schemas.openxmlformats.org/drawingml/2006/main"/>
        </p:blipFill>
        <p:spPr>
          <a:xfrm xmlns:a="http://schemas.openxmlformats.org/drawingml/2006/main">
            <a:off x="342900" y="1828608"/>
            <a:ext cx="11506200" cy="2686433"/>
          </a:xfrm>
          <a:prstGeom xmlns:a="http://schemas.openxmlformats.org/drawingml/2006/main" prst="rect">
            <a:avLst/>
          </a:prstGeom>
        </p:spPr>
      </p:pic>
      <p:sp>
        <p:nvSpPr>
          <p:cNvPr id="8" name="vtxt-103">
            <a:extLst xmlns:a="http://schemas.openxmlformats.org/drawingml/2006/main">
              <a:ext uri="{FF2B5EF4-FFF2-40B4-BE49-F238E27FC236}">
                <a16:creationId xmlns:a16="http://schemas.microsoft.com/office/drawing/2014/main" id="{80C45791-3147-4D5D-B9A3-71007544F35D}"/>
              </a:ext>
            </a:extLst>
          </p:cNvPr>
          <p:cNvSpPr>
            <a:spLocks xmlns:a="http://schemas.openxmlformats.org/drawingml/2006/main" noGrp="1"/>
          </p:cNvSpPr>
          <p:nvPr/>
        </p:nvSpPr>
        <p:spPr>
          <a:xfrm xmlns:a="http://schemas.openxmlformats.org/drawingml/2006/main">
            <a:off x="619125" y="46958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Tái dựng</a:t>
            </a:r>
          </a:p>
        </p:txBody>
      </p:sp>
      <p:sp>
        <p:nvSpPr>
          <p:cNvPr id="9" name="vtxt-104">
            <a:extLst xmlns:a="http://schemas.openxmlformats.org/drawingml/2006/main">
              <a:ext uri="{FF2B5EF4-FFF2-40B4-BE49-F238E27FC236}">
                <a16:creationId xmlns:a16="http://schemas.microsoft.com/office/drawing/2014/main" id="{EA991B90-8118-47E6-B57A-D0A115BE37D5}"/>
              </a:ext>
            </a:extLst>
          </p:cNvPr>
          <p:cNvSpPr>
            <a:spLocks xmlns:a="http://schemas.openxmlformats.org/drawingml/2006/main" noGrp="1"/>
          </p:cNvSpPr>
          <p:nvPr/>
        </p:nvSpPr>
        <p:spPr>
          <a:xfrm xmlns:a="http://schemas.openxmlformats.org/drawingml/2006/main">
            <a:off x="619125" y="51244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596D7C"/>
                </a:solidFill>
                <a:latin typeface="Arial"/>
                <a:ea typeface="Arial"/>
                <a:cs typeface="Arial"/>
              </a:defRPr>
            </a:defPPr>
          </a:lstStyle>
          <a:p xmlns:a="http://schemas.openxmlformats.org/drawingml/2006/main">
            <a:pPr algn="ctr">
              <a:defRPr sz="1500" b="0">
                <a:solidFill>
                  <a:srgbClr val="596D7C"/>
                </a:solidFill>
                <a:latin typeface="Arial"/>
                <a:ea typeface="Arial"/>
                <a:cs typeface="Arial"/>
              </a:defRPr>
            </a:pPr>
            <a:r>
              <a:rPr sz="1500" b="0">
                <a:solidFill>
                  <a:srgbClr val="596D7C"/>
                </a:solidFill>
                <a:latin typeface="Arial"/>
                <a:ea typeface="Arial"/>
                <a:cs typeface="Arial"/>
              </a:rPr>
              <a:t>Depth / mask / mesh / pose</a:t>
            </a:r>
          </a:p>
        </p:txBody>
      </p:sp>
      <p:sp>
        <p:nvSpPr>
          <p:cNvPr id="10" name="vtxt-105">
            <a:extLst xmlns:a="http://schemas.openxmlformats.org/drawingml/2006/main">
              <a:ext uri="{FF2B5EF4-FFF2-40B4-BE49-F238E27FC236}">
                <a16:creationId xmlns:a16="http://schemas.microsoft.com/office/drawing/2014/main" id="{D3F51698-441C-4C34-B7B8-EC3F35F7D96F}"/>
              </a:ext>
            </a:extLst>
          </p:cNvPr>
          <p:cNvSpPr>
            <a:spLocks xmlns:a="http://schemas.openxmlformats.org/drawingml/2006/main" noGrp="1"/>
          </p:cNvSpPr>
          <p:nvPr/>
        </p:nvSpPr>
        <p:spPr>
          <a:xfrm xmlns:a="http://schemas.openxmlformats.org/drawingml/2006/main">
            <a:off x="4381500" y="4695825"/>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E99B25"/>
                </a:solidFill>
                <a:latin typeface="Arial"/>
                <a:ea typeface="Arial"/>
                <a:cs typeface="Arial"/>
              </a:defRPr>
            </a:defPPr>
          </a:lstStyle>
          <a:p xmlns:a="http://schemas.openxmlformats.org/drawingml/2006/main">
            <a:pPr algn="ctr">
              <a:defRPr sz="1875" b="1">
                <a:solidFill>
                  <a:srgbClr val="E99B25"/>
                </a:solidFill>
                <a:latin typeface="Arial"/>
                <a:ea typeface="Arial"/>
                <a:cs typeface="Arial"/>
              </a:defRPr>
            </a:pPr>
            <a:r>
              <a:rPr sz="1875" b="1">
                <a:solidFill>
                  <a:srgbClr val="E99B25"/>
                </a:solidFill>
                <a:latin typeface="Arial"/>
                <a:ea typeface="Arial"/>
                <a:cs typeface="Arial"/>
              </a:rPr>
              <a:t>Grounding</a:t>
            </a:r>
          </a:p>
        </p:txBody>
      </p:sp>
      <p:sp>
        <p:nvSpPr>
          <p:cNvPr id="11" name="vtxt-106">
            <a:extLst xmlns:a="http://schemas.openxmlformats.org/drawingml/2006/main">
              <a:ext uri="{FF2B5EF4-FFF2-40B4-BE49-F238E27FC236}">
                <a16:creationId xmlns:a16="http://schemas.microsoft.com/office/drawing/2014/main" id="{A815D012-B835-45A4-BB30-E173DC7E35C4}"/>
              </a:ext>
            </a:extLst>
          </p:cNvPr>
          <p:cNvSpPr>
            <a:spLocks xmlns:a="http://schemas.openxmlformats.org/drawingml/2006/main" noGrp="1"/>
          </p:cNvSpPr>
          <p:nvPr/>
        </p:nvSpPr>
        <p:spPr>
          <a:xfrm xmlns:a="http://schemas.openxmlformats.org/drawingml/2006/main">
            <a:off x="4381500" y="51244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596D7C"/>
                </a:solidFill>
                <a:latin typeface="Arial"/>
                <a:ea typeface="Arial"/>
                <a:cs typeface="Arial"/>
              </a:defRPr>
            </a:defPPr>
          </a:lstStyle>
          <a:p xmlns:a="http://schemas.openxmlformats.org/drawingml/2006/main">
            <a:pPr algn="ctr">
              <a:defRPr sz="1500" b="0">
                <a:solidFill>
                  <a:srgbClr val="596D7C"/>
                </a:solidFill>
                <a:latin typeface="Arial"/>
                <a:ea typeface="Arial"/>
                <a:cs typeface="Arial"/>
              </a:defRPr>
            </a:pPr>
            <a:r>
              <a:rPr sz="1500" b="0">
                <a:solidFill>
                  <a:srgbClr val="596D7C"/>
                </a:solidFill>
                <a:latin typeface="Arial"/>
                <a:ea typeface="Arial"/>
                <a:cs typeface="Arial"/>
              </a:rPr>
              <a:t>Retarget và thực thi vật lý</a:t>
            </a:r>
          </a:p>
        </p:txBody>
      </p:sp>
      <p:sp>
        <p:nvSpPr>
          <p:cNvPr id="12" name="vtxt-107">
            <a:extLst xmlns:a="http://schemas.openxmlformats.org/drawingml/2006/main">
              <a:ext uri="{FF2B5EF4-FFF2-40B4-BE49-F238E27FC236}">
                <a16:creationId xmlns:a16="http://schemas.microsoft.com/office/drawing/2014/main" id="{04DA186C-C306-4CC9-8D2B-141337DE1B3C}"/>
              </a:ext>
            </a:extLst>
          </p:cNvPr>
          <p:cNvSpPr>
            <a:spLocks xmlns:a="http://schemas.openxmlformats.org/drawingml/2006/main" noGrp="1"/>
          </p:cNvSpPr>
          <p:nvPr/>
        </p:nvSpPr>
        <p:spPr>
          <a:xfrm xmlns:a="http://schemas.openxmlformats.org/drawingml/2006/main">
            <a:off x="8191500" y="46958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6B900"/>
                </a:solidFill>
                <a:latin typeface="Arial"/>
                <a:ea typeface="Arial"/>
                <a:cs typeface="Arial"/>
              </a:defRPr>
            </a:defPPr>
          </a:lstStyle>
          <a:p xmlns:a="http://schemas.openxmlformats.org/drawingml/2006/main">
            <a:pPr algn="ctr">
              <a:defRPr sz="1875" b="1">
                <a:solidFill>
                  <a:srgbClr val="76B900"/>
                </a:solidFill>
                <a:latin typeface="Arial"/>
                <a:ea typeface="Arial"/>
                <a:cs typeface="Arial"/>
              </a:defRPr>
            </a:pPr>
            <a:r>
              <a:rPr sz="1875" b="1">
                <a:solidFill>
                  <a:srgbClr val="76B900"/>
                </a:solidFill>
                <a:latin typeface="Arial"/>
                <a:ea typeface="Arial"/>
                <a:cs typeface="Arial"/>
              </a:rPr>
              <a:t>Dataset robot</a:t>
            </a:r>
          </a:p>
        </p:txBody>
      </p:sp>
      <p:sp>
        <p:nvSpPr>
          <p:cNvPr id="13" name="vtxt-108">
            <a:extLst xmlns:a="http://schemas.openxmlformats.org/drawingml/2006/main">
              <a:ext uri="{FF2B5EF4-FFF2-40B4-BE49-F238E27FC236}">
                <a16:creationId xmlns:a16="http://schemas.microsoft.com/office/drawing/2014/main" id="{8D1977BE-95BE-48F7-9F10-928348CFB4CF}"/>
              </a:ext>
            </a:extLst>
          </p:cNvPr>
          <p:cNvSpPr>
            <a:spLocks xmlns:a="http://schemas.openxmlformats.org/drawingml/2006/main" noGrp="1"/>
          </p:cNvSpPr>
          <p:nvPr/>
        </p:nvSpPr>
        <p:spPr>
          <a:xfrm xmlns:a="http://schemas.openxmlformats.org/drawingml/2006/main">
            <a:off x="8191500" y="51244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596D7C"/>
                </a:solidFill>
                <a:latin typeface="Arial"/>
                <a:ea typeface="Arial"/>
                <a:cs typeface="Arial"/>
              </a:defRPr>
            </a:defPPr>
          </a:lstStyle>
          <a:p xmlns:a="http://schemas.openxmlformats.org/drawingml/2006/main">
            <a:pPr algn="ctr">
              <a:defRPr sz="1500" b="0">
                <a:solidFill>
                  <a:srgbClr val="596D7C"/>
                </a:solidFill>
                <a:latin typeface="Arial"/>
                <a:ea typeface="Arial"/>
                <a:cs typeface="Arial"/>
              </a:defRPr>
            </a:pPr>
            <a:r>
              <a:rPr sz="1500" b="0">
                <a:solidFill>
                  <a:srgbClr val="596D7C"/>
                </a:solidFill>
                <a:latin typeface="Arial"/>
                <a:ea typeface="Arial"/>
                <a:cs typeface="Arial"/>
              </a:rPr>
              <a:t>RGB / state / action + QA</a:t>
            </a:r>
          </a:p>
        </p:txBody>
      </p:sp>
      <p:sp>
        <p:nvSpPr>
          <p:cNvPr id="14" name="vtxt-109">
            <a:extLst xmlns:a="http://schemas.openxmlformats.org/drawingml/2006/main">
              <a:ext uri="{FF2B5EF4-FFF2-40B4-BE49-F238E27FC236}">
                <a16:creationId xmlns:a16="http://schemas.microsoft.com/office/drawing/2014/main" id="{DEE935C5-2F74-4F3E-ADE4-F18F4C6F150A}"/>
              </a:ext>
            </a:extLst>
          </p:cNvPr>
          <p:cNvSpPr>
            <a:spLocks xmlns:a="http://schemas.openxmlformats.org/drawingml/2006/main" noGrp="1"/>
          </p:cNvSpPr>
          <p:nvPr/>
        </p:nvSpPr>
        <p:spPr>
          <a:xfrm xmlns:a="http://schemas.openxmlformats.org/drawingml/2006/main">
            <a:off x="1714500" y="56864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00888C"/>
                </a:solidFill>
                <a:latin typeface="Arial"/>
                <a:ea typeface="Arial"/>
                <a:cs typeface="Arial"/>
              </a:defRPr>
            </a:defPPr>
          </a:lstStyle>
          <a:p xmlns:a="http://schemas.openxmlformats.org/drawingml/2006/main">
            <a:pPr algn="ctr">
              <a:defRPr sz="2850" b="1">
                <a:solidFill>
                  <a:srgbClr val="00888C"/>
                </a:solidFill>
                <a:latin typeface="Arial"/>
                <a:ea typeface="Arial"/>
                <a:cs typeface="Arial"/>
              </a:defRPr>
            </a:pPr>
            <a:r>
              <a:rPr sz="2850" b="1">
                <a:solidFill>
                  <a:srgbClr val="00888C"/>
                </a:solidFill>
                <a:latin typeface="Arial"/>
                <a:ea typeface="Arial"/>
                <a:cs typeface="Arial"/>
              </a:rPr>
              <a:t>1.215</a:t>
            </a:r>
          </a:p>
        </p:txBody>
      </p:sp>
      <p:sp>
        <p:nvSpPr>
          <p:cNvPr id="15" name="vtxt-110">
            <a:extLst xmlns:a="http://schemas.openxmlformats.org/drawingml/2006/main">
              <a:ext uri="{FF2B5EF4-FFF2-40B4-BE49-F238E27FC236}">
                <a16:creationId xmlns:a16="http://schemas.microsoft.com/office/drawing/2014/main" id="{273EAD5E-7F57-4F15-8D85-ED28983C6425}"/>
              </a:ext>
            </a:extLst>
          </p:cNvPr>
          <p:cNvSpPr>
            <a:spLocks xmlns:a="http://schemas.openxmlformats.org/drawingml/2006/main" noGrp="1"/>
          </p:cNvSpPr>
          <p:nvPr/>
        </p:nvSpPr>
        <p:spPr>
          <a:xfrm xmlns:a="http://schemas.openxmlformats.org/drawingml/2006/main">
            <a:off x="1543050" y="6143625"/>
            <a:ext cx="2438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96D7C"/>
                </a:solidFill>
                <a:latin typeface="Arial"/>
                <a:ea typeface="Arial"/>
                <a:cs typeface="Arial"/>
              </a:defRPr>
            </a:defPPr>
          </a:lstStyle>
          <a:p xmlns:a="http://schemas.openxmlformats.org/drawingml/2006/main">
            <a:pPr algn="ctr">
              <a:defRPr sz="1350" b="0">
                <a:solidFill>
                  <a:srgbClr val="596D7C"/>
                </a:solidFill>
                <a:latin typeface="Arial"/>
                <a:ea typeface="Arial"/>
                <a:cs typeface="Arial"/>
              </a:defRPr>
            </a:pPr>
            <a:r>
              <a:rPr sz="1350" b="0">
                <a:solidFill>
                  <a:srgbClr val="596D7C"/>
                </a:solidFill>
                <a:latin typeface="Arial"/>
                <a:ea typeface="Arial"/>
                <a:cs typeface="Arial"/>
              </a:rPr>
              <a:t>motion sequences</a:t>
            </a:r>
          </a:p>
        </p:txBody>
      </p:sp>
      <p:sp>
        <p:nvSpPr>
          <p:cNvPr id="16" name="vtxt-111">
            <a:extLst xmlns:a="http://schemas.openxmlformats.org/drawingml/2006/main">
              <a:ext uri="{FF2B5EF4-FFF2-40B4-BE49-F238E27FC236}">
                <a16:creationId xmlns:a16="http://schemas.microsoft.com/office/drawing/2014/main" id="{A854E20E-E619-4E94-A8A9-F9348D3EBC50}"/>
              </a:ext>
            </a:extLst>
          </p:cNvPr>
          <p:cNvSpPr>
            <a:spLocks xmlns:a="http://schemas.openxmlformats.org/drawingml/2006/main" noGrp="1"/>
          </p:cNvSpPr>
          <p:nvPr/>
        </p:nvSpPr>
        <p:spPr>
          <a:xfrm xmlns:a="http://schemas.openxmlformats.org/drawingml/2006/main">
            <a:off x="4953000" y="5686425"/>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850" b="1">
                <a:solidFill>
                  <a:srgbClr val="76B900"/>
                </a:solidFill>
                <a:latin typeface="Arial"/>
                <a:ea typeface="Arial"/>
                <a:cs typeface="Arial"/>
              </a:defRPr>
            </a:defPPr>
          </a:lstStyle>
          <a:p xmlns:a="http://schemas.openxmlformats.org/drawingml/2006/main">
            <a:pPr algn="ctr">
              <a:defRPr sz="2850" b="1">
                <a:solidFill>
                  <a:srgbClr val="76B900"/>
                </a:solidFill>
                <a:latin typeface="Arial"/>
                <a:ea typeface="Arial"/>
                <a:cs typeface="Arial"/>
              </a:defRPr>
            </a:pPr>
            <a:r>
              <a:rPr sz="2850" b="1">
                <a:solidFill>
                  <a:srgbClr val="76B900"/>
                </a:solidFill>
                <a:latin typeface="Arial"/>
                <a:ea typeface="Arial"/>
                <a:cs typeface="Arial"/>
              </a:rPr>
              <a:t>121.500</a:t>
            </a:r>
          </a:p>
        </p:txBody>
      </p:sp>
      <p:sp>
        <p:nvSpPr>
          <p:cNvPr id="17" name="vtxt-112">
            <a:extLst xmlns:a="http://schemas.openxmlformats.org/drawingml/2006/main">
              <a:ext uri="{FF2B5EF4-FFF2-40B4-BE49-F238E27FC236}">
                <a16:creationId xmlns:a16="http://schemas.microsoft.com/office/drawing/2014/main" id="{543270E5-93EE-4F7F-93A9-8FCE42A07109}"/>
              </a:ext>
            </a:extLst>
          </p:cNvPr>
          <p:cNvSpPr>
            <a:spLocks xmlns:a="http://schemas.openxmlformats.org/drawingml/2006/main" noGrp="1"/>
          </p:cNvSpPr>
          <p:nvPr/>
        </p:nvSpPr>
        <p:spPr>
          <a:xfrm xmlns:a="http://schemas.openxmlformats.org/drawingml/2006/main">
            <a:off x="4667250" y="6143625"/>
            <a:ext cx="295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96D7C"/>
                </a:solidFill>
                <a:latin typeface="Arial"/>
                <a:ea typeface="Arial"/>
                <a:cs typeface="Arial"/>
              </a:defRPr>
            </a:defPPr>
          </a:lstStyle>
          <a:p xmlns:a="http://schemas.openxmlformats.org/drawingml/2006/main">
            <a:pPr algn="ctr">
              <a:defRPr sz="1350" b="0">
                <a:solidFill>
                  <a:srgbClr val="596D7C"/>
                </a:solidFill>
                <a:latin typeface="Arial"/>
                <a:ea typeface="Arial"/>
                <a:cs typeface="Arial"/>
              </a:defRPr>
            </a:pPr>
            <a:r>
              <a:rPr sz="1350" b="0">
                <a:solidFill>
                  <a:srgbClr val="596D7C"/>
                </a:solidFill>
                <a:latin typeface="Arial"/>
                <a:ea typeface="Arial"/>
                <a:cs typeface="Arial"/>
              </a:rPr>
              <a:t>robot episodes công bố</a:t>
            </a:r>
          </a:p>
        </p:txBody>
      </p:sp>
      <p:sp>
        <p:nvSpPr>
          <p:cNvPr id="18" name="vtxt-113">
            <a:extLst xmlns:a="http://schemas.openxmlformats.org/drawingml/2006/main">
              <a:ext uri="{FF2B5EF4-FFF2-40B4-BE49-F238E27FC236}">
                <a16:creationId xmlns:a16="http://schemas.microsoft.com/office/drawing/2014/main" id="{BD261500-CF9B-4B5E-B5CF-4563F0E90B53}"/>
              </a:ext>
            </a:extLst>
          </p:cNvPr>
          <p:cNvSpPr>
            <a:spLocks xmlns:a="http://schemas.openxmlformats.org/drawingml/2006/main" noGrp="1"/>
          </p:cNvSpPr>
          <p:nvPr/>
        </p:nvSpPr>
        <p:spPr>
          <a:xfrm xmlns:a="http://schemas.openxmlformats.org/drawingml/2006/main">
            <a:off x="8286750" y="581977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173451"/>
                </a:solidFill>
                <a:latin typeface="Arial"/>
                <a:ea typeface="Arial"/>
                <a:cs typeface="Arial"/>
              </a:defRPr>
            </a:defPPr>
          </a:lstStyle>
          <a:p xmlns:a="http://schemas.openxmlformats.org/drawingml/2006/main">
            <a:pPr algn="ctr">
              <a:defRPr sz="1800" b="1">
                <a:solidFill>
                  <a:srgbClr val="173451"/>
                </a:solidFill>
                <a:latin typeface="Arial"/>
                <a:ea typeface="Arial"/>
                <a:cs typeface="Arial"/>
              </a:defRPr>
            </a:pPr>
            <a:r>
              <a:rPr sz="1800" b="1">
                <a:solidFill>
                  <a:srgbClr val="173451"/>
                </a:solidFill>
                <a:latin typeface="Arial"/>
                <a:ea typeface="Arial"/>
                <a:cs typeface="Arial"/>
              </a:rPr>
              <a:t>Sharpa / synthetic</a:t>
            </a:r>
          </a:p>
        </p:txBody>
      </p:sp>
    </p:spTree>
    <p:extLst>
      <p:ext uri="{BB962C8B-B14F-4D97-AF65-F5344CB8AC3E}">
        <p14:creationId xmlns:p14="http://schemas.microsoft.com/office/powerpoint/2010/main" val="41914443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32AFCBD6-E9FC-491F-9910-B56BD596EA39}"/>
              </a:ext>
            </a:extLst>
          </p:cNvPr>
          <p:cNvCxnSpPr>
            <a:stCxn xmlns:a="http://schemas.openxmlformats.org/drawingml/2006/main" id="11" idx="2"/>
            <a:endCxn xmlns:a="http://schemas.openxmlformats.org/drawingml/2006/main" id="14" idx="0"/>
          </p:cNvCxnSpPr>
          <p:nvPr/>
        </p:nvCxnSpPr>
        <p:spPr>
          <a:xfrm xmlns:a="http://schemas.openxmlformats.org/drawingml/2006/main">
            <a:off x="10063163" y="3705225"/>
            <a:ext cx="0" cy="390525"/>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C2FFEBE8-DC9A-429D-95D2-83E7084CF343}"/>
              </a:ext>
            </a:extLst>
          </p:cNvPr>
          <p:cNvCxnSpPr>
            <a:stCxn xmlns:a="http://schemas.openxmlformats.org/drawingml/2006/main" id="8" idx="2"/>
            <a:endCxn xmlns:a="http://schemas.openxmlformats.org/drawingml/2006/main" id="11" idx="0"/>
          </p:cNvCxnSpPr>
          <p:nvPr/>
        </p:nvCxnSpPr>
        <p:spPr>
          <a:xfrm xmlns:a="http://schemas.openxmlformats.org/drawingml/2006/main">
            <a:off x="10063163" y="2676525"/>
            <a:ext cx="0" cy="390525"/>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347B9D81-EB65-4CC6-AD0F-A6D37896E64D}"/>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21" name="vtxt-114">
            <a:extLst xmlns:a="http://schemas.openxmlformats.org/drawingml/2006/main">
              <a:ext uri="{FF2B5EF4-FFF2-40B4-BE49-F238E27FC236}">
                <a16:creationId xmlns:a16="http://schemas.microsoft.com/office/drawing/2014/main" id="{3F48BAC5-79E8-401D-A775-60BAA9D40E51}"/>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DreamDojo: Input và output</a:t>
            </a:r>
          </a:p>
        </p:txBody>
      </p:sp>
      <p:sp>
        <p:nvSpPr>
          <p:cNvPr id="2" name="route-anchor-115">
            <a:extLst xmlns:a="http://schemas.openxmlformats.org/drawingml/2006/main">
              <a:ext uri="{FF2B5EF4-FFF2-40B4-BE49-F238E27FC236}">
                <a16:creationId xmlns:a16="http://schemas.microsoft.com/office/drawing/2014/main" id="{A216DF8F-756E-49E9-8669-D492E9494EA5}"/>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116">
            <a:extLst xmlns:a="http://schemas.openxmlformats.org/drawingml/2006/main">
              <a:ext uri="{FF2B5EF4-FFF2-40B4-BE49-F238E27FC236}">
                <a16:creationId xmlns:a16="http://schemas.microsoft.com/office/drawing/2014/main" id="{3D3EF0AB-DD3C-45AB-BED4-437AA51C2817}"/>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117">
            <a:extLst xmlns:a="http://schemas.openxmlformats.org/drawingml/2006/main">
              <a:ext uri="{FF2B5EF4-FFF2-40B4-BE49-F238E27FC236}">
                <a16:creationId xmlns:a16="http://schemas.microsoft.com/office/drawing/2014/main" id="{4D606695-D936-4DEB-B964-EDFC54FBA03A}"/>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Nguồn figure: DreamDojo. Action điều kiện được cung cấp ở đầu vào</a:t>
            </a:r>
          </a:p>
        </p:txBody>
      </p:sp>
      <p:sp>
        <p:nvSpPr>
          <p:cNvPr id="6" name="vtxt-118">
            <a:extLst xmlns:a="http://schemas.openxmlformats.org/drawingml/2006/main">
              <a:ext uri="{FF2B5EF4-FFF2-40B4-BE49-F238E27FC236}">
                <a16:creationId xmlns:a16="http://schemas.microsoft.com/office/drawing/2014/main" id="{D4B78830-7F17-495F-AF35-47BAFB41B7CD}"/>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06 / 12</a:t>
            </a:r>
          </a:p>
        </p:txBody>
      </p:sp>
      <p:pic>
        <p:nvPicPr>
          <p:cNvPr id="7" name="">
            <a:extLst xmlns:a="http://schemas.openxmlformats.org/drawingml/2006/main">
              <a:ext uri="{FF2B5EF4-FFF2-40B4-BE49-F238E27FC236}">
                <a16:creationId xmlns:a16="http://schemas.microsoft.com/office/drawing/2014/main" id="{D61619D3-E280-439E-8407-AB424748486F}"/>
              </a:ext>
            </a:extLst>
          </p:cNvPr>
          <p:cNvPicPr>
            <a:picLocks xmlns:a="http://schemas.openxmlformats.org/drawingml/2006/main" noChangeAspect="1"/>
          </p:cNvPicPr>
          <p:nvPr/>
        </p:nvPicPr>
        <p:blipFill>
          <a:blip xmlns:r="http://schemas.openxmlformats.org/officeDocument/2006/relationships" xmlns:a="http://schemas.openxmlformats.org/drawingml/2006/main" r:embed="R1f194812bdfd4b3e"/>
          <a:stretch xmlns:a="http://schemas.openxmlformats.org/drawingml/2006/main"/>
        </p:blipFill>
        <p:spPr>
          <a:xfrm xmlns:a="http://schemas.openxmlformats.org/drawingml/2006/main">
            <a:off x="333375" y="1824307"/>
            <a:ext cx="7572375" cy="3209385"/>
          </a:xfrm>
          <a:prstGeom xmlns:a="http://schemas.openxmlformats.org/drawingml/2006/main" prst="rect">
            <a:avLst/>
          </a:prstGeom>
        </p:spPr>
      </p:pic>
      <p:sp>
        <p:nvSpPr>
          <p:cNvPr id="8" name="INPUT-119">
            <a:extLst xmlns:a="http://schemas.openxmlformats.org/drawingml/2006/main">
              <a:ext uri="{FF2B5EF4-FFF2-40B4-BE49-F238E27FC236}">
                <a16:creationId xmlns:a16="http://schemas.microsoft.com/office/drawing/2014/main" id="{05DF8430-7548-438F-B48F-3EE7E05EF5E9}"/>
              </a:ext>
            </a:extLst>
          </p:cNvPr>
          <p:cNvSpPr>
            <a:spLocks xmlns:a="http://schemas.openxmlformats.org/drawingml/2006/main" noGrp="1"/>
          </p:cNvSpPr>
          <p:nvPr/>
        </p:nvSpPr>
        <p:spPr>
          <a:xfrm xmlns:a="http://schemas.openxmlformats.org/drawingml/2006/main">
            <a:off x="8458200" y="1714500"/>
            <a:ext cx="3209925" cy="962025"/>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9" name="vtxt-120">
            <a:extLst xmlns:a="http://schemas.openxmlformats.org/drawingml/2006/main">
              <a:ext uri="{FF2B5EF4-FFF2-40B4-BE49-F238E27FC236}">
                <a16:creationId xmlns:a16="http://schemas.microsoft.com/office/drawing/2014/main" id="{FF10D93C-1A50-45F7-94F2-988A0BA3F5AA}"/>
              </a:ext>
            </a:extLst>
          </p:cNvPr>
          <p:cNvSpPr>
            <a:spLocks xmlns:a="http://schemas.openxmlformats.org/drawingml/2006/main" noGrp="1"/>
          </p:cNvSpPr>
          <p:nvPr/>
        </p:nvSpPr>
        <p:spPr>
          <a:xfrm xmlns:a="http://schemas.openxmlformats.org/drawingml/2006/main">
            <a:off x="8553450" y="1828800"/>
            <a:ext cx="3019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INPUT</a:t>
            </a:r>
          </a:p>
        </p:txBody>
      </p:sp>
      <p:sp>
        <p:nvSpPr>
          <p:cNvPr id="10" name="vtxt-121">
            <a:extLst xmlns:a="http://schemas.openxmlformats.org/drawingml/2006/main">
              <a:ext uri="{FF2B5EF4-FFF2-40B4-BE49-F238E27FC236}">
                <a16:creationId xmlns:a16="http://schemas.microsoft.com/office/drawing/2014/main" id="{C8DEA09F-4224-484C-9871-2DB1F7DEA3C4}"/>
              </a:ext>
            </a:extLst>
          </p:cNvPr>
          <p:cNvSpPr>
            <a:spLocks xmlns:a="http://schemas.openxmlformats.org/drawingml/2006/main" noGrp="1"/>
          </p:cNvSpPr>
          <p:nvPr/>
        </p:nvSpPr>
        <p:spPr>
          <a:xfrm xmlns:a="http://schemas.openxmlformats.org/drawingml/2006/main">
            <a:off x="8553450" y="2200275"/>
            <a:ext cx="30194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Quan sát đầu</a:t>
            </a:r>
          </a:p>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 action robot</a:t>
            </a:r>
          </a:p>
        </p:txBody>
      </p:sp>
      <p:sp>
        <p:nvSpPr>
          <p:cNvPr id="11" name="component-122">
            <a:extLst xmlns:a="http://schemas.openxmlformats.org/drawingml/2006/main">
              <a:ext uri="{FF2B5EF4-FFF2-40B4-BE49-F238E27FC236}">
                <a16:creationId xmlns:a16="http://schemas.microsoft.com/office/drawing/2014/main" id="{FB556CA8-2F5D-4064-BC5E-56B674004028}"/>
              </a:ext>
            </a:extLst>
          </p:cNvPr>
          <p:cNvSpPr>
            <a:spLocks xmlns:a="http://schemas.openxmlformats.org/drawingml/2006/main" noGrp="1"/>
          </p:cNvSpPr>
          <p:nvPr/>
        </p:nvSpPr>
        <p:spPr>
          <a:xfrm xmlns:a="http://schemas.openxmlformats.org/drawingml/2006/main">
            <a:off x="8839200" y="3067050"/>
            <a:ext cx="2447925" cy="638175"/>
          </a:xfrm>
          <a:prstGeom xmlns:a="http://schemas.openxmlformats.org/drawingml/2006/main" prst="rect">
            <a:avLst/>
          </a:prstGeom>
          <a:solidFill xmlns:a="http://schemas.openxmlformats.org/drawingml/2006/main">
            <a:srgbClr val="76B900"/>
          </a:solidFill>
          <a:ln xmlns:a="http://schemas.openxmlformats.org/drawingml/2006/main" w="14288">
            <a:solidFill>
              <a:srgbClr val="76B900"/>
            </a:solidFill>
          </a:ln>
        </p:spPr>
      </p:sp>
      <p:sp>
        <p:nvSpPr>
          <p:cNvPr id="12" name="vtxt-123">
            <a:extLst xmlns:a="http://schemas.openxmlformats.org/drawingml/2006/main">
              <a:ext uri="{FF2B5EF4-FFF2-40B4-BE49-F238E27FC236}">
                <a16:creationId xmlns:a16="http://schemas.microsoft.com/office/drawing/2014/main" id="{6E17549C-148B-4354-BFFC-E636DADE4808}"/>
              </a:ext>
            </a:extLst>
          </p:cNvPr>
          <p:cNvSpPr>
            <a:spLocks xmlns:a="http://schemas.openxmlformats.org/drawingml/2006/main" noGrp="1"/>
          </p:cNvSpPr>
          <p:nvPr/>
        </p:nvSpPr>
        <p:spPr>
          <a:xfrm xmlns:a="http://schemas.openxmlformats.org/drawingml/2006/main">
            <a:off x="8953500" y="3162300"/>
            <a:ext cx="22193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DreamDojo</a:t>
            </a:r>
          </a:p>
        </p:txBody>
      </p:sp>
      <p:sp>
        <p:nvSpPr>
          <p:cNvPr id="14" name="OUTPUT-124">
            <a:extLst xmlns:a="http://schemas.openxmlformats.org/drawingml/2006/main">
              <a:ext uri="{FF2B5EF4-FFF2-40B4-BE49-F238E27FC236}">
                <a16:creationId xmlns:a16="http://schemas.microsoft.com/office/drawing/2014/main" id="{CC65F900-41C4-4177-B3D6-41259244E457}"/>
              </a:ext>
            </a:extLst>
          </p:cNvPr>
          <p:cNvSpPr>
            <a:spLocks xmlns:a="http://schemas.openxmlformats.org/drawingml/2006/main" noGrp="1"/>
          </p:cNvSpPr>
          <p:nvPr/>
        </p:nvSpPr>
        <p:spPr>
          <a:xfrm xmlns:a="http://schemas.openxmlformats.org/drawingml/2006/main">
            <a:off x="8458200" y="4095750"/>
            <a:ext cx="3209925" cy="838200"/>
          </a:xfrm>
          <a:prstGeom xmlns:a="http://schemas.openxmlformats.org/drawingml/2006/main" prst="rect">
            <a:avLst/>
          </a:prstGeom>
          <a:solidFill xmlns:a="http://schemas.openxmlformats.org/drawingml/2006/main">
            <a:srgbClr val="E7F5F3"/>
          </a:solidFill>
          <a:ln xmlns:a="http://schemas.openxmlformats.org/drawingml/2006/main" w="14288">
            <a:solidFill>
              <a:srgbClr val="00888C"/>
            </a:solidFill>
          </a:ln>
        </p:spPr>
      </p:sp>
      <p:sp>
        <p:nvSpPr>
          <p:cNvPr id="15" name="vtxt-125">
            <a:extLst xmlns:a="http://schemas.openxmlformats.org/drawingml/2006/main">
              <a:ext uri="{FF2B5EF4-FFF2-40B4-BE49-F238E27FC236}">
                <a16:creationId xmlns:a16="http://schemas.microsoft.com/office/drawing/2014/main" id="{1F1A4FEC-7FE4-45AD-A9DD-B782115E0AAA}"/>
              </a:ext>
            </a:extLst>
          </p:cNvPr>
          <p:cNvSpPr>
            <a:spLocks xmlns:a="http://schemas.openxmlformats.org/drawingml/2006/main" noGrp="1"/>
          </p:cNvSpPr>
          <p:nvPr/>
        </p:nvSpPr>
        <p:spPr>
          <a:xfrm xmlns:a="http://schemas.openxmlformats.org/drawingml/2006/main">
            <a:off x="8553450" y="4210050"/>
            <a:ext cx="30194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00888C"/>
                </a:solidFill>
                <a:latin typeface="Arial"/>
                <a:ea typeface="Arial"/>
                <a:cs typeface="Arial"/>
              </a:defRPr>
            </a:defPPr>
          </a:lstStyle>
          <a:p xmlns:a="http://schemas.openxmlformats.org/drawingml/2006/main">
            <a:pPr algn="ctr">
              <a:defRPr sz="1875" b="1">
                <a:solidFill>
                  <a:srgbClr val="00888C"/>
                </a:solidFill>
                <a:latin typeface="Arial"/>
                <a:ea typeface="Arial"/>
                <a:cs typeface="Arial"/>
              </a:defRPr>
            </a:pPr>
            <a:r>
              <a:rPr sz="1875" b="1">
                <a:solidFill>
                  <a:srgbClr val="00888C"/>
                </a:solidFill>
                <a:latin typeface="Arial"/>
                <a:ea typeface="Arial"/>
                <a:cs typeface="Arial"/>
              </a:rPr>
              <a:t>OUTPUT</a:t>
            </a:r>
          </a:p>
        </p:txBody>
      </p:sp>
      <p:sp>
        <p:nvSpPr>
          <p:cNvPr id="16" name="vtxt-126">
            <a:extLst xmlns:a="http://schemas.openxmlformats.org/drawingml/2006/main">
              <a:ext uri="{FF2B5EF4-FFF2-40B4-BE49-F238E27FC236}">
                <a16:creationId xmlns:a16="http://schemas.microsoft.com/office/drawing/2014/main" id="{213517CB-7BE5-4339-BABE-EEB7C4BF3163}"/>
              </a:ext>
            </a:extLst>
          </p:cNvPr>
          <p:cNvSpPr>
            <a:spLocks xmlns:a="http://schemas.openxmlformats.org/drawingml/2006/main" noGrp="1"/>
          </p:cNvSpPr>
          <p:nvPr/>
        </p:nvSpPr>
        <p:spPr>
          <a:xfrm xmlns:a="http://schemas.openxmlformats.org/drawingml/2006/main">
            <a:off x="8553450" y="4581525"/>
            <a:ext cx="3019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Video tương lai</a:t>
            </a:r>
          </a:p>
        </p:txBody>
      </p:sp>
      <p:sp>
        <p:nvSpPr>
          <p:cNvPr id="18" name="vtxt-127">
            <a:extLst xmlns:a="http://schemas.openxmlformats.org/drawingml/2006/main">
              <a:ext uri="{FF2B5EF4-FFF2-40B4-BE49-F238E27FC236}">
                <a16:creationId xmlns:a16="http://schemas.microsoft.com/office/drawing/2014/main" id="{2B30C977-B0BC-4C38-92C4-F500A076A68C}"/>
              </a:ext>
            </a:extLst>
          </p:cNvPr>
          <p:cNvSpPr>
            <a:spLocks xmlns:a="http://schemas.openxmlformats.org/drawingml/2006/main" noGrp="1"/>
          </p:cNvSpPr>
          <p:nvPr/>
        </p:nvSpPr>
        <p:spPr>
          <a:xfrm xmlns:a="http://schemas.openxmlformats.org/drawingml/2006/main">
            <a:off x="609600" y="5362575"/>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0888C"/>
                </a:solidFill>
                <a:latin typeface="Arial"/>
                <a:ea typeface="Arial"/>
                <a:cs typeface="Arial"/>
              </a:defRPr>
            </a:defPPr>
          </a:lstStyle>
          <a:p xmlns:a="http://schemas.openxmlformats.org/drawingml/2006/main">
            <a:pPr algn="l">
              <a:defRPr sz="1875" b="1">
                <a:solidFill>
                  <a:srgbClr val="00888C"/>
                </a:solidFill>
                <a:latin typeface="Arial"/>
                <a:ea typeface="Arial"/>
                <a:cs typeface="Arial"/>
              </a:defRPr>
            </a:pPr>
            <a:r>
              <a:rPr sz="1875" b="1">
                <a:solidFill>
                  <a:srgbClr val="00888C"/>
                </a:solidFill>
                <a:latin typeface="Arial"/>
                <a:ea typeface="Arial"/>
                <a:cs typeface="Arial"/>
              </a:rPr>
              <a:t>Record synthetic</a:t>
            </a:r>
          </a:p>
        </p:txBody>
      </p:sp>
      <p:sp>
        <p:nvSpPr>
          <p:cNvPr id="19" name="vtxt-128">
            <a:extLst xmlns:a="http://schemas.openxmlformats.org/drawingml/2006/main">
              <a:ext uri="{FF2B5EF4-FFF2-40B4-BE49-F238E27FC236}">
                <a16:creationId xmlns:a16="http://schemas.microsoft.com/office/drawing/2014/main" id="{42F9AD00-ADB9-4D14-86AC-DDDB680FEB8E}"/>
              </a:ext>
            </a:extLst>
          </p:cNvPr>
          <p:cNvSpPr>
            <a:spLocks xmlns:a="http://schemas.openxmlformats.org/drawingml/2006/main" noGrp="1"/>
          </p:cNvSpPr>
          <p:nvPr/>
        </p:nvSpPr>
        <p:spPr>
          <a:xfrm xmlns:a="http://schemas.openxmlformats.org/drawingml/2006/main">
            <a:off x="609600" y="5800725"/>
            <a:ext cx="11049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73451"/>
                </a:solidFill>
                <a:latin typeface="Arial"/>
                <a:ea typeface="Arial"/>
                <a:cs typeface="Arial"/>
              </a:defRPr>
            </a:defPPr>
          </a:lstStyle>
          <a:p xmlns:a="http://schemas.openxmlformats.org/drawingml/2006/main">
            <a:pPr algn="l">
              <a:defRPr sz="2025" b="1">
                <a:solidFill>
                  <a:srgbClr val="173451"/>
                </a:solidFill>
                <a:latin typeface="Arial"/>
                <a:ea typeface="Arial"/>
                <a:cs typeface="Arial"/>
              </a:defRPr>
            </a:pPr>
            <a:r>
              <a:rPr sz="2025" b="1">
                <a:solidFill>
                  <a:srgbClr val="173451"/>
                </a:solidFill>
                <a:latin typeface="Arial"/>
                <a:ea typeface="Arial"/>
                <a:cs typeface="Arial"/>
              </a:rPr>
              <a:t>Quan sát đầu  +  action điều kiện  +  video dự đoán</a:t>
            </a:r>
          </a:p>
        </p:txBody>
      </p:sp>
      <p:sp>
        <p:nvSpPr>
          <p:cNvPr id="20" name="vtxt-129">
            <a:extLst xmlns:a="http://schemas.openxmlformats.org/drawingml/2006/main">
              <a:ext uri="{FF2B5EF4-FFF2-40B4-BE49-F238E27FC236}">
                <a16:creationId xmlns:a16="http://schemas.microsoft.com/office/drawing/2014/main" id="{1784A8AB-1037-4861-9D1C-15C871619843}"/>
              </a:ext>
            </a:extLst>
          </p:cNvPr>
          <p:cNvSpPr>
            <a:spLocks xmlns:a="http://schemas.openxmlformats.org/drawingml/2006/main" noGrp="1"/>
          </p:cNvSpPr>
          <p:nvPr/>
        </p:nvSpPr>
        <p:spPr>
          <a:xfrm xmlns:a="http://schemas.openxmlformats.org/drawingml/2006/main">
            <a:off x="609600" y="619125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96D7C"/>
                </a:solidFill>
                <a:latin typeface="Arial"/>
                <a:ea typeface="Arial"/>
                <a:cs typeface="Arial"/>
              </a:defRPr>
            </a:defPPr>
          </a:lstStyle>
          <a:p xmlns:a="http://schemas.openxmlformats.org/drawingml/2006/main">
            <a:pPr algn="l">
              <a:defRPr sz="1350" b="0">
                <a:solidFill>
                  <a:srgbClr val="596D7C"/>
                </a:solidFill>
                <a:latin typeface="Arial"/>
                <a:ea typeface="Arial"/>
                <a:cs typeface="Arial"/>
              </a:defRPr>
            </a:pPr>
            <a:r>
              <a:rPr sz="1350" b="0">
                <a:solidFill>
                  <a:srgbClr val="596D7C"/>
                </a:solidFill>
                <a:latin typeface="Arial"/>
                <a:ea typeface="Arial"/>
                <a:cs typeface="Arial"/>
              </a:rPr>
              <a:t>Joint state / lực / contact cần nguồn đo hoặc mô phỏng riêng</a:t>
            </a:r>
          </a:p>
        </p:txBody>
      </p:sp>
    </p:spTree>
    <p:extLst>
      <p:ext uri="{BB962C8B-B14F-4D97-AF65-F5344CB8AC3E}">
        <p14:creationId xmlns:p14="http://schemas.microsoft.com/office/powerpoint/2010/main" val="419144437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6D18525D-AAFE-45D0-BCEF-27E94FB6125E}"/>
              </a:ext>
            </a:extLst>
          </p:cNvPr>
          <p:cNvCxnSpPr>
            <a:stCxn xmlns:a="http://schemas.openxmlformats.org/drawingml/2006/main" id="22" idx="3"/>
            <a:endCxn xmlns:a="http://schemas.openxmlformats.org/drawingml/2006/main" id="23" idx="1"/>
          </p:cNvCxnSpPr>
          <p:nvPr/>
        </p:nvCxnSpPr>
        <p:spPr>
          <a:xfrm xmlns:a="http://schemas.openxmlformats.org/drawingml/2006/main" flipH="1">
            <a:off x="9314498" y="3305176"/>
            <a:ext cx="154305" cy="0"/>
          </a:xfrm>
          <a:prstGeom xmlns:a="http://schemas.openxmlformats.org/drawingml/2006/main" prst="straightConnector1">
            <a:avLst/>
          </a:prstGeom>
          <a:ln xmlns:a="http://schemas.openxmlformats.org/drawingml/2006/main" w="20955">
            <a:solidFill>
              <a:srgbClr val="76B900"/>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B13F3453-4E41-49CE-BC9A-0EE52D2BE916}"/>
              </a:ext>
            </a:extLst>
          </p:cNvPr>
          <p:cNvCxnSpPr>
            <a:stCxn xmlns:a="http://schemas.openxmlformats.org/drawingml/2006/main" id="19" idx="3"/>
            <a:endCxn xmlns:a="http://schemas.openxmlformats.org/drawingml/2006/main" id="20" idx="1"/>
          </p:cNvCxnSpPr>
          <p:nvPr/>
        </p:nvCxnSpPr>
        <p:spPr>
          <a:xfrm xmlns:a="http://schemas.openxmlformats.org/drawingml/2006/main" flipH="1" flipV="1">
            <a:off x="9466898" y="3305176"/>
            <a:ext cx="1905" cy="2828925"/>
          </a:xfrm>
          <a:prstGeom xmlns:a="http://schemas.openxmlformats.org/drawingml/2006/main" prst="straightConnector1">
            <a:avLst/>
          </a:prstGeom>
          <a:ln xmlns:a="http://schemas.openxmlformats.org/drawingml/2006/main" w="20955">
            <a:solidFill>
              <a:srgbClr val="76B900"/>
            </a:solidFill>
            <a:prstDash val="solid"/>
          </a:ln>
        </p:spPr>
      </p:cxnSp>
      <p:cxnSp>
        <p:nvCxnSpPr>
          <p:cNvPr id="18" name="">
            <a:extLst xmlns:a="http://schemas.openxmlformats.org/drawingml/2006/main">
              <a:ext uri="{FF2B5EF4-FFF2-40B4-BE49-F238E27FC236}">
                <a16:creationId xmlns:a16="http://schemas.microsoft.com/office/drawing/2014/main" id="{C3FF0577-2EA9-4962-B855-5249B8B87B48}"/>
              </a:ext>
            </a:extLst>
          </p:cNvPr>
          <p:cNvCxnSpPr>
            <a:stCxn xmlns:a="http://schemas.openxmlformats.org/drawingml/2006/main" id="16" idx="3"/>
            <a:endCxn xmlns:a="http://schemas.openxmlformats.org/drawingml/2006/main" id="17" idx="1"/>
          </p:cNvCxnSpPr>
          <p:nvPr/>
        </p:nvCxnSpPr>
        <p:spPr>
          <a:xfrm xmlns:a="http://schemas.openxmlformats.org/drawingml/2006/main">
            <a:off x="9049703" y="6134101"/>
            <a:ext cx="417195" cy="0"/>
          </a:xfrm>
          <a:prstGeom xmlns:a="http://schemas.openxmlformats.org/drawingml/2006/main" prst="straightConnector1">
            <a:avLst/>
          </a:prstGeom>
          <a:ln xmlns:a="http://schemas.openxmlformats.org/drawingml/2006/main" w="20955">
            <a:solidFill>
              <a:srgbClr val="76B900"/>
            </a:solidFill>
            <a:prstDash val="solid"/>
          </a:ln>
        </p:spPr>
      </p:cxnSp>
      <p:cxnSp>
        <p:nvCxnSpPr>
          <p:cNvPr id="4" name="">
            <a:extLst xmlns:a="http://schemas.openxmlformats.org/drawingml/2006/main">
              <a:ext uri="{FF2B5EF4-FFF2-40B4-BE49-F238E27FC236}">
                <a16:creationId xmlns:a16="http://schemas.microsoft.com/office/drawing/2014/main" id="{252E8E4C-2DDF-4F68-9CF7-C8FB9034481D}"/>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26" name="vtxt-130">
            <a:extLst xmlns:a="http://schemas.openxmlformats.org/drawingml/2006/main">
              <a:ext uri="{FF2B5EF4-FFF2-40B4-BE49-F238E27FC236}">
                <a16:creationId xmlns:a16="http://schemas.microsoft.com/office/drawing/2014/main" id="{0CD8C9B1-A22B-4DB0-8922-5DB3D8474401}"/>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Dữ liệu huấn luyện từng thành phần</a:t>
            </a:r>
          </a:p>
        </p:txBody>
      </p:sp>
      <p:sp>
        <p:nvSpPr>
          <p:cNvPr id="2" name="route-anchor-131">
            <a:extLst xmlns:a="http://schemas.openxmlformats.org/drawingml/2006/main">
              <a:ext uri="{FF2B5EF4-FFF2-40B4-BE49-F238E27FC236}">
                <a16:creationId xmlns:a16="http://schemas.microsoft.com/office/drawing/2014/main" id="{A6760A40-DE9B-4606-ACA8-352BF3DB8B44}"/>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132">
            <a:extLst xmlns:a="http://schemas.openxmlformats.org/drawingml/2006/main">
              <a:ext uri="{FF2B5EF4-FFF2-40B4-BE49-F238E27FC236}">
                <a16:creationId xmlns:a16="http://schemas.microsoft.com/office/drawing/2014/main" id="{FF00513A-E4BF-4F13-BED9-C662F18235C7}"/>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133">
            <a:extLst xmlns:a="http://schemas.openxmlformats.org/drawingml/2006/main">
              <a:ext uri="{FF2B5EF4-FFF2-40B4-BE49-F238E27FC236}">
                <a16:creationId xmlns:a16="http://schemas.microsoft.com/office/drawing/2014/main" id="{FE7E8830-A7D8-4C59-82B2-B51EB453B864}"/>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Figure gốc: Ψ₀. Nhánh synthetic mô phỏng là cấu hình thử nghiệm của đề xuất</a:t>
            </a:r>
          </a:p>
        </p:txBody>
      </p:sp>
      <p:sp>
        <p:nvSpPr>
          <p:cNvPr id="6" name="vtxt-134">
            <a:extLst xmlns:a="http://schemas.openxmlformats.org/drawingml/2006/main">
              <a:ext uri="{FF2B5EF4-FFF2-40B4-BE49-F238E27FC236}">
                <a16:creationId xmlns:a16="http://schemas.microsoft.com/office/drawing/2014/main" id="{156641DD-D42F-41FD-AA7B-AAAD549A7BF4}"/>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07 / 12</a:t>
            </a:r>
          </a:p>
        </p:txBody>
      </p:sp>
      <p:sp>
        <p:nvSpPr>
          <p:cNvPr id="7" name="vtxt-135">
            <a:extLst xmlns:a="http://schemas.openxmlformats.org/drawingml/2006/main">
              <a:ext uri="{FF2B5EF4-FFF2-40B4-BE49-F238E27FC236}">
                <a16:creationId xmlns:a16="http://schemas.microsoft.com/office/drawing/2014/main" id="{0AFBAC23-2420-48C9-9D9F-CC78BB98695F}"/>
              </a:ext>
            </a:extLst>
          </p:cNvPr>
          <p:cNvSpPr>
            <a:spLocks xmlns:a="http://schemas.openxmlformats.org/drawingml/2006/main" noGrp="1"/>
          </p:cNvSpPr>
          <p:nvPr/>
        </p:nvSpPr>
        <p:spPr>
          <a:xfrm xmlns:a="http://schemas.openxmlformats.org/drawingml/2006/main">
            <a:off x="438150" y="1571625"/>
            <a:ext cx="333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D87EA8"/>
                </a:solidFill>
                <a:latin typeface="Arial"/>
                <a:ea typeface="Arial"/>
                <a:cs typeface="Arial"/>
              </a:defRPr>
            </a:defPPr>
          </a:lstStyle>
          <a:p xmlns:a="http://schemas.openxmlformats.org/drawingml/2006/main">
            <a:pPr algn="ctr">
              <a:defRPr sz="1950" b="1">
                <a:solidFill>
                  <a:srgbClr val="D87EA8"/>
                </a:solidFill>
                <a:latin typeface="Arial"/>
                <a:ea typeface="Arial"/>
                <a:cs typeface="Arial"/>
              </a:defRPr>
            </a:pPr>
            <a:r>
              <a:rPr sz="1950" b="1">
                <a:solidFill>
                  <a:srgbClr val="D87EA8"/>
                </a:solidFill>
                <a:latin typeface="Arial"/>
                <a:ea typeface="Arial"/>
                <a:cs typeface="Arial"/>
              </a:rPr>
              <a:t>1  Human video</a:t>
            </a:r>
          </a:p>
        </p:txBody>
      </p:sp>
      <p:sp>
        <p:nvSpPr>
          <p:cNvPr id="8" name="vtxt-136">
            <a:extLst xmlns:a="http://schemas.openxmlformats.org/drawingml/2006/main">
              <a:ext uri="{FF2B5EF4-FFF2-40B4-BE49-F238E27FC236}">
                <a16:creationId xmlns:a16="http://schemas.microsoft.com/office/drawing/2014/main" id="{2211A31C-B974-4C8F-B7D5-73C5D4463E10}"/>
              </a:ext>
            </a:extLst>
          </p:cNvPr>
          <p:cNvSpPr>
            <a:spLocks xmlns:a="http://schemas.openxmlformats.org/drawingml/2006/main" noGrp="1"/>
          </p:cNvSpPr>
          <p:nvPr/>
        </p:nvSpPr>
        <p:spPr>
          <a:xfrm xmlns:a="http://schemas.openxmlformats.org/drawingml/2006/main">
            <a:off x="4038600" y="1571625"/>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E99B25"/>
                </a:solidFill>
                <a:latin typeface="Arial"/>
                <a:ea typeface="Arial"/>
                <a:cs typeface="Arial"/>
              </a:defRPr>
            </a:defPPr>
          </a:lstStyle>
          <a:p xmlns:a="http://schemas.openxmlformats.org/drawingml/2006/main">
            <a:pPr algn="ctr">
              <a:defRPr sz="1950" b="1">
                <a:solidFill>
                  <a:srgbClr val="E99B25"/>
                </a:solidFill>
                <a:latin typeface="Arial"/>
                <a:ea typeface="Arial"/>
                <a:cs typeface="Arial"/>
              </a:defRPr>
            </a:pPr>
            <a:r>
              <a:rPr sz="1950" b="1">
                <a:solidFill>
                  <a:srgbClr val="E99B25"/>
                </a:solidFill>
                <a:latin typeface="Arial"/>
                <a:ea typeface="Arial"/>
                <a:cs typeface="Arial"/>
              </a:rPr>
              <a:t>2  Robot teleop</a:t>
            </a:r>
          </a:p>
        </p:txBody>
      </p:sp>
      <p:sp>
        <p:nvSpPr>
          <p:cNvPr id="9" name="vtxt-137">
            <a:extLst xmlns:a="http://schemas.openxmlformats.org/drawingml/2006/main">
              <a:ext uri="{FF2B5EF4-FFF2-40B4-BE49-F238E27FC236}">
                <a16:creationId xmlns:a16="http://schemas.microsoft.com/office/drawing/2014/main" id="{34488861-D4DC-4C3B-8853-4CE85E114F32}"/>
              </a:ext>
            </a:extLst>
          </p:cNvPr>
          <p:cNvSpPr>
            <a:spLocks xmlns:a="http://schemas.openxmlformats.org/drawingml/2006/main" noGrp="1"/>
          </p:cNvSpPr>
          <p:nvPr/>
        </p:nvSpPr>
        <p:spPr>
          <a:xfrm xmlns:a="http://schemas.openxmlformats.org/drawingml/2006/main">
            <a:off x="9525000" y="1571625"/>
            <a:ext cx="2238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00888C"/>
                </a:solidFill>
                <a:latin typeface="Arial"/>
                <a:ea typeface="Arial"/>
                <a:cs typeface="Arial"/>
              </a:defRPr>
            </a:defPPr>
          </a:lstStyle>
          <a:p xmlns:a="http://schemas.openxmlformats.org/drawingml/2006/main">
            <a:pPr algn="ctr">
              <a:defRPr sz="1950" b="1">
                <a:solidFill>
                  <a:srgbClr val="00888C"/>
                </a:solidFill>
                <a:latin typeface="Arial"/>
                <a:ea typeface="Arial"/>
                <a:cs typeface="Arial"/>
              </a:defRPr>
            </a:pPr>
            <a:r>
              <a:rPr sz="1950" b="1">
                <a:solidFill>
                  <a:srgbClr val="00888C"/>
                </a:solidFill>
                <a:latin typeface="Arial"/>
                <a:ea typeface="Arial"/>
                <a:cs typeface="Arial"/>
              </a:rPr>
              <a:t>3  Robot chạy</a:t>
            </a:r>
          </a:p>
        </p:txBody>
      </p:sp>
      <p:pic>
        <p:nvPicPr>
          <p:cNvPr id="10" name="">
            <a:extLst xmlns:a="http://schemas.openxmlformats.org/drawingml/2006/main">
              <a:ext uri="{FF2B5EF4-FFF2-40B4-BE49-F238E27FC236}">
                <a16:creationId xmlns:a16="http://schemas.microsoft.com/office/drawing/2014/main" id="{7F9E8EF8-4078-458C-8717-CD57825F215C}"/>
              </a:ext>
            </a:extLst>
          </p:cNvPr>
          <p:cNvPicPr>
            <a:picLocks xmlns:a="http://schemas.openxmlformats.org/drawingml/2006/main" noChangeAspect="1"/>
          </p:cNvPicPr>
          <p:nvPr/>
        </p:nvPicPr>
        <p:blipFill>
          <a:blip xmlns:r="http://schemas.openxmlformats.org/officeDocument/2006/relationships" xmlns:a="http://schemas.openxmlformats.org/drawingml/2006/main" r:embed="R7724ea148998437f"/>
          <a:stretch xmlns:a="http://schemas.openxmlformats.org/drawingml/2006/main"/>
        </p:blipFill>
        <p:spPr>
          <a:xfrm xmlns:a="http://schemas.openxmlformats.org/drawingml/2006/main">
            <a:off x="323850" y="2127218"/>
            <a:ext cx="11544300" cy="2946465"/>
          </a:xfrm>
          <a:prstGeom xmlns:a="http://schemas.openxmlformats.org/drawingml/2006/main" prst="rect">
            <a:avLst/>
          </a:prstGeom>
        </p:spPr>
      </p:pic>
      <p:sp>
        <p:nvSpPr>
          <p:cNvPr id="11" name="vtxt-138">
            <a:extLst xmlns:a="http://schemas.openxmlformats.org/drawingml/2006/main">
              <a:ext uri="{FF2B5EF4-FFF2-40B4-BE49-F238E27FC236}">
                <a16:creationId xmlns:a16="http://schemas.microsoft.com/office/drawing/2014/main" id="{066B9972-6C94-4077-8431-B3F7745FB14B}"/>
              </a:ext>
            </a:extLst>
          </p:cNvPr>
          <p:cNvSpPr>
            <a:spLocks xmlns:a="http://schemas.openxmlformats.org/drawingml/2006/main" noGrp="1"/>
          </p:cNvSpPr>
          <p:nvPr/>
        </p:nvSpPr>
        <p:spPr>
          <a:xfrm xmlns:a="http://schemas.openxmlformats.org/drawingml/2006/main">
            <a:off x="523875" y="5381625"/>
            <a:ext cx="3286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D87EA8"/>
                </a:solidFill>
                <a:latin typeface="Arial"/>
                <a:ea typeface="Arial"/>
                <a:cs typeface="Arial"/>
              </a:defRPr>
            </a:defPPr>
          </a:lstStyle>
          <a:p xmlns:a="http://schemas.openxmlformats.org/drawingml/2006/main">
            <a:pPr algn="ctr">
              <a:defRPr sz="1725" b="1">
                <a:solidFill>
                  <a:srgbClr val="D87EA8"/>
                </a:solidFill>
                <a:latin typeface="Arial"/>
                <a:ea typeface="Arial"/>
                <a:cs typeface="Arial"/>
              </a:defRPr>
            </a:pPr>
            <a:r>
              <a:rPr sz="1725" b="1">
                <a:solidFill>
                  <a:srgbClr val="D87EA8"/>
                </a:solidFill>
                <a:latin typeface="Arial"/>
                <a:ea typeface="Arial"/>
                <a:cs typeface="Arial"/>
              </a:rPr>
              <a:t>Pose / token có nhãn</a:t>
            </a:r>
          </a:p>
        </p:txBody>
      </p:sp>
      <p:sp>
        <p:nvSpPr>
          <p:cNvPr id="12" name="vtxt-139">
            <a:extLst xmlns:a="http://schemas.openxmlformats.org/drawingml/2006/main">
              <a:ext uri="{FF2B5EF4-FFF2-40B4-BE49-F238E27FC236}">
                <a16:creationId xmlns:a16="http://schemas.microsoft.com/office/drawing/2014/main" id="{B2A67EBD-1582-4C0C-B000-DED8ED8B1C0C}"/>
              </a:ext>
            </a:extLst>
          </p:cNvPr>
          <p:cNvSpPr>
            <a:spLocks xmlns:a="http://schemas.openxmlformats.org/drawingml/2006/main" noGrp="1"/>
          </p:cNvSpPr>
          <p:nvPr/>
        </p:nvSpPr>
        <p:spPr>
          <a:xfrm xmlns:a="http://schemas.openxmlformats.org/drawingml/2006/main">
            <a:off x="4124325" y="5381625"/>
            <a:ext cx="5095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E99B25"/>
                </a:solidFill>
                <a:latin typeface="Arial"/>
                <a:ea typeface="Arial"/>
                <a:cs typeface="Arial"/>
              </a:defRPr>
            </a:defPPr>
          </a:lstStyle>
          <a:p xmlns:a="http://schemas.openxmlformats.org/drawingml/2006/main">
            <a:pPr algn="ctr">
              <a:defRPr sz="1725" b="1">
                <a:solidFill>
                  <a:srgbClr val="E99B25"/>
                </a:solidFill>
                <a:latin typeface="Arial"/>
                <a:ea typeface="Arial"/>
                <a:cs typeface="Arial"/>
              </a:defRPr>
            </a:pPr>
            <a:r>
              <a:rPr sz="1725" b="1">
                <a:solidFill>
                  <a:srgbClr val="E99B25"/>
                </a:solidFill>
                <a:latin typeface="Arial"/>
                <a:ea typeface="Arial"/>
                <a:cs typeface="Arial"/>
              </a:rPr>
              <a:t>State / action chunk</a:t>
            </a:r>
          </a:p>
        </p:txBody>
      </p:sp>
      <p:sp>
        <p:nvSpPr>
          <p:cNvPr id="13" name="vtxt-140">
            <a:extLst xmlns:a="http://schemas.openxmlformats.org/drawingml/2006/main">
              <a:ext uri="{FF2B5EF4-FFF2-40B4-BE49-F238E27FC236}">
                <a16:creationId xmlns:a16="http://schemas.microsoft.com/office/drawing/2014/main" id="{E796AF18-D8A8-4076-B39E-8DDB2AFF2BF1}"/>
              </a:ext>
            </a:extLst>
          </p:cNvPr>
          <p:cNvSpPr>
            <a:spLocks xmlns:a="http://schemas.openxmlformats.org/drawingml/2006/main" noGrp="1"/>
          </p:cNvSpPr>
          <p:nvPr/>
        </p:nvSpPr>
        <p:spPr>
          <a:xfrm xmlns:a="http://schemas.openxmlformats.org/drawingml/2006/main">
            <a:off x="9525000" y="5381625"/>
            <a:ext cx="2209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00888C"/>
                </a:solidFill>
                <a:latin typeface="Arial"/>
                <a:ea typeface="Arial"/>
                <a:cs typeface="Arial"/>
              </a:defRPr>
            </a:defPPr>
          </a:lstStyle>
          <a:p xmlns:a="http://schemas.openxmlformats.org/drawingml/2006/main">
            <a:pPr algn="ctr">
              <a:defRPr sz="1725" b="1">
                <a:solidFill>
                  <a:srgbClr val="00888C"/>
                </a:solidFill>
                <a:latin typeface="Arial"/>
                <a:ea typeface="Arial"/>
                <a:cs typeface="Arial"/>
              </a:defRPr>
            </a:pPr>
            <a:r>
              <a:rPr sz="1725" b="1">
                <a:solidFill>
                  <a:srgbClr val="00888C"/>
                </a:solidFill>
                <a:latin typeface="Arial"/>
                <a:ea typeface="Arial"/>
                <a:cs typeface="Arial"/>
              </a:rPr>
              <a:t>Controller</a:t>
            </a:r>
          </a:p>
        </p:txBody>
      </p:sp>
      <p:sp>
        <p:nvSpPr>
          <p:cNvPr id="14" name="component-141">
            <a:extLst xmlns:a="http://schemas.openxmlformats.org/drawingml/2006/main">
              <a:ext uri="{FF2B5EF4-FFF2-40B4-BE49-F238E27FC236}">
                <a16:creationId xmlns:a16="http://schemas.microsoft.com/office/drawing/2014/main" id="{E86E1000-E8BD-4AD5-B9C6-EEC173E32872}"/>
              </a:ext>
            </a:extLst>
          </p:cNvPr>
          <p:cNvSpPr>
            <a:spLocks xmlns:a="http://schemas.openxmlformats.org/drawingml/2006/main" noGrp="1"/>
          </p:cNvSpPr>
          <p:nvPr/>
        </p:nvSpPr>
        <p:spPr>
          <a:xfrm xmlns:a="http://schemas.openxmlformats.org/drawingml/2006/main">
            <a:off x="4476750" y="5915025"/>
            <a:ext cx="4572000" cy="4381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15" name="vtxt-142">
            <a:extLst xmlns:a="http://schemas.openxmlformats.org/drawingml/2006/main">
              <a:ext uri="{FF2B5EF4-FFF2-40B4-BE49-F238E27FC236}">
                <a16:creationId xmlns:a16="http://schemas.microsoft.com/office/drawing/2014/main" id="{437EB1DB-19DB-4735-BDA3-74A94445EA44}"/>
              </a:ext>
            </a:extLst>
          </p:cNvPr>
          <p:cNvSpPr>
            <a:spLocks xmlns:a="http://schemas.openxmlformats.org/drawingml/2006/main" noGrp="1"/>
          </p:cNvSpPr>
          <p:nvPr/>
        </p:nvSpPr>
        <p:spPr>
          <a:xfrm xmlns:a="http://schemas.openxmlformats.org/drawingml/2006/main">
            <a:off x="4581525" y="5981700"/>
            <a:ext cx="4362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76B900"/>
                </a:solidFill>
                <a:latin typeface="Arial"/>
                <a:ea typeface="Arial"/>
                <a:cs typeface="Arial"/>
              </a:defRPr>
            </a:defPPr>
          </a:lstStyle>
          <a:p xmlns:a="http://schemas.openxmlformats.org/drawingml/2006/main">
            <a:pPr algn="ctr">
              <a:defRPr sz="1650" b="1">
                <a:solidFill>
                  <a:srgbClr val="76B900"/>
                </a:solidFill>
                <a:latin typeface="Arial"/>
                <a:ea typeface="Arial"/>
                <a:cs typeface="Arial"/>
              </a:defRPr>
            </a:pPr>
            <a:r>
              <a:rPr sz="1650" b="1">
                <a:solidFill>
                  <a:srgbClr val="76B900"/>
                </a:solidFill>
                <a:latin typeface="Arial"/>
                <a:ea typeface="Arial"/>
                <a:cs typeface="Arial"/>
              </a:rPr>
              <a:t>Sim đạt QA bổ sung dữ liệu task</a:t>
            </a:r>
          </a:p>
        </p:txBody>
      </p:sp>
      <p:sp>
        <p:nvSpPr>
          <p:cNvPr id="16" name="route-anchor-143">
            <a:extLst xmlns:a="http://schemas.openxmlformats.org/drawingml/2006/main">
              <a:ext uri="{FF2B5EF4-FFF2-40B4-BE49-F238E27FC236}">
                <a16:creationId xmlns:a16="http://schemas.microsoft.com/office/drawing/2014/main" id="{92952811-B48D-41AA-944D-5BA52C0EC44C}"/>
              </a:ext>
            </a:extLst>
          </p:cNvPr>
          <p:cNvSpPr>
            <a:spLocks xmlns:a="http://schemas.openxmlformats.org/drawingml/2006/main" noGrp="1"/>
          </p:cNvSpPr>
          <p:nvPr/>
        </p:nvSpPr>
        <p:spPr>
          <a:xfrm xmlns:a="http://schemas.openxmlformats.org/drawingml/2006/main">
            <a:off x="9047798" y="6133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7" name="route-anchor-144">
            <a:extLst xmlns:a="http://schemas.openxmlformats.org/drawingml/2006/main">
              <a:ext uri="{FF2B5EF4-FFF2-40B4-BE49-F238E27FC236}">
                <a16:creationId xmlns:a16="http://schemas.microsoft.com/office/drawing/2014/main" id="{2236E449-1A8C-4863-9900-199E8F83E3B8}"/>
              </a:ext>
            </a:extLst>
          </p:cNvPr>
          <p:cNvSpPr>
            <a:spLocks xmlns:a="http://schemas.openxmlformats.org/drawingml/2006/main" noGrp="1"/>
          </p:cNvSpPr>
          <p:nvPr/>
        </p:nvSpPr>
        <p:spPr>
          <a:xfrm xmlns:a="http://schemas.openxmlformats.org/drawingml/2006/main">
            <a:off x="9466898" y="6133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9" name="route-anchor-145">
            <a:extLst xmlns:a="http://schemas.openxmlformats.org/drawingml/2006/main">
              <a:ext uri="{FF2B5EF4-FFF2-40B4-BE49-F238E27FC236}">
                <a16:creationId xmlns:a16="http://schemas.microsoft.com/office/drawing/2014/main" id="{6C494F21-5E16-4842-8065-2E35BE300D55}"/>
              </a:ext>
            </a:extLst>
          </p:cNvPr>
          <p:cNvSpPr>
            <a:spLocks xmlns:a="http://schemas.openxmlformats.org/drawingml/2006/main" noGrp="1"/>
          </p:cNvSpPr>
          <p:nvPr/>
        </p:nvSpPr>
        <p:spPr>
          <a:xfrm xmlns:a="http://schemas.openxmlformats.org/drawingml/2006/main">
            <a:off x="9466898" y="61331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0" name="route-anchor-146">
            <a:extLst xmlns:a="http://schemas.openxmlformats.org/drawingml/2006/main">
              <a:ext uri="{FF2B5EF4-FFF2-40B4-BE49-F238E27FC236}">
                <a16:creationId xmlns:a16="http://schemas.microsoft.com/office/drawing/2014/main" id="{ED1602DD-849E-4058-95F5-67A4AD834A1B}"/>
              </a:ext>
            </a:extLst>
          </p:cNvPr>
          <p:cNvSpPr>
            <a:spLocks xmlns:a="http://schemas.openxmlformats.org/drawingml/2006/main" noGrp="1"/>
          </p:cNvSpPr>
          <p:nvPr/>
        </p:nvSpPr>
        <p:spPr>
          <a:xfrm xmlns:a="http://schemas.openxmlformats.org/drawingml/2006/main">
            <a:off x="9466898" y="33042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2" name="route-anchor-147">
            <a:extLst xmlns:a="http://schemas.openxmlformats.org/drawingml/2006/main">
              <a:ext uri="{FF2B5EF4-FFF2-40B4-BE49-F238E27FC236}">
                <a16:creationId xmlns:a16="http://schemas.microsoft.com/office/drawing/2014/main" id="{BAEF46DC-0848-427F-99F5-CF27EFE3DF12}"/>
              </a:ext>
            </a:extLst>
          </p:cNvPr>
          <p:cNvSpPr>
            <a:spLocks xmlns:a="http://schemas.openxmlformats.org/drawingml/2006/main" noGrp="1"/>
          </p:cNvSpPr>
          <p:nvPr/>
        </p:nvSpPr>
        <p:spPr>
          <a:xfrm xmlns:a="http://schemas.openxmlformats.org/drawingml/2006/main">
            <a:off x="9466898" y="33042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3" name="route-anchor-148">
            <a:extLst xmlns:a="http://schemas.openxmlformats.org/drawingml/2006/main">
              <a:ext uri="{FF2B5EF4-FFF2-40B4-BE49-F238E27FC236}">
                <a16:creationId xmlns:a16="http://schemas.microsoft.com/office/drawing/2014/main" id="{519113B8-8B80-4A27-8FA6-5BC4BDDF912A}"/>
              </a:ext>
            </a:extLst>
          </p:cNvPr>
          <p:cNvSpPr>
            <a:spLocks xmlns:a="http://schemas.openxmlformats.org/drawingml/2006/main" noGrp="1"/>
          </p:cNvSpPr>
          <p:nvPr/>
        </p:nvSpPr>
        <p:spPr>
          <a:xfrm xmlns:a="http://schemas.openxmlformats.org/drawingml/2006/main">
            <a:off x="9314498" y="33042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5" name="vtxt-149">
            <a:extLst xmlns:a="http://schemas.openxmlformats.org/drawingml/2006/main">
              <a:ext uri="{FF2B5EF4-FFF2-40B4-BE49-F238E27FC236}">
                <a16:creationId xmlns:a16="http://schemas.microsoft.com/office/drawing/2014/main" id="{F32A0731-6149-4873-8F92-387A6D1893DE}"/>
              </a:ext>
            </a:extLst>
          </p:cNvPr>
          <p:cNvSpPr>
            <a:spLocks xmlns:a="http://schemas.openxmlformats.org/drawingml/2006/main" noGrp="1"/>
          </p:cNvSpPr>
          <p:nvPr/>
        </p:nvSpPr>
        <p:spPr>
          <a:xfrm xmlns:a="http://schemas.openxmlformats.org/drawingml/2006/main">
            <a:off x="533400" y="5972175"/>
            <a:ext cx="3581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96D7C"/>
                </a:solidFill>
                <a:latin typeface="Arial"/>
                <a:ea typeface="Arial"/>
                <a:cs typeface="Arial"/>
              </a:defRPr>
            </a:defPPr>
          </a:lstStyle>
          <a:p xmlns:a="http://schemas.openxmlformats.org/drawingml/2006/main">
            <a:pPr algn="l">
              <a:defRPr sz="1500" b="0">
                <a:solidFill>
                  <a:srgbClr val="596D7C"/>
                </a:solidFill>
                <a:latin typeface="Arial"/>
                <a:ea typeface="Arial"/>
                <a:cs typeface="Arial"/>
              </a:defRPr>
            </a:pPr>
            <a:r>
              <a:rPr sz="1500" b="0">
                <a:solidFill>
                  <a:srgbClr val="596D7C"/>
                </a:solidFill>
                <a:latin typeface="Arial"/>
                <a:ea typeface="Arial"/>
                <a:cs typeface="Arial"/>
              </a:rPr>
              <a:t>Cùng state / action schema</a:t>
            </a:r>
          </a:p>
        </p:txBody>
      </p:sp>
    </p:spTree>
    <p:extLst>
      <p:ext uri="{BB962C8B-B14F-4D97-AF65-F5344CB8AC3E}">
        <p14:creationId xmlns:p14="http://schemas.microsoft.com/office/powerpoint/2010/main" val="419144437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cxnSp>
        <p:nvCxnSpPr>
          <p:cNvPr id="78" name="">
            <a:extLst xmlns:a="http://schemas.openxmlformats.org/drawingml/2006/main">
              <a:ext uri="{FF2B5EF4-FFF2-40B4-BE49-F238E27FC236}">
                <a16:creationId xmlns:a16="http://schemas.microsoft.com/office/drawing/2014/main" id="{AB661437-4929-4CC2-873C-96688C000C30}"/>
              </a:ext>
            </a:extLst>
          </p:cNvPr>
          <p:cNvCxnSpPr>
            <a:stCxn xmlns:a="http://schemas.openxmlformats.org/drawingml/2006/main" id="76" idx="3"/>
            <a:endCxn xmlns:a="http://schemas.openxmlformats.org/drawingml/2006/main" id="77" idx="1"/>
          </p:cNvCxnSpPr>
          <p:nvPr/>
        </p:nvCxnSpPr>
        <p:spPr>
          <a:xfrm xmlns:a="http://schemas.openxmlformats.org/drawingml/2006/main">
            <a:off x="3763328" y="2867026"/>
            <a:ext cx="245745" cy="0"/>
          </a:xfrm>
          <a:prstGeom xmlns:a="http://schemas.openxmlformats.org/drawingml/2006/main" prst="straightConnector1">
            <a:avLst/>
          </a:prstGeom>
          <a:ln xmlns:a="http://schemas.openxmlformats.org/drawingml/2006/main" w="20955">
            <a:solidFill>
              <a:srgbClr val="B23A45"/>
            </a:solidFill>
            <a:prstDash val="dash"/>
            <a:tailEnd type="triangle" w="med" len="med"/>
          </a:ln>
        </p:spPr>
      </p:cxnSp>
      <p:cxnSp>
        <p:nvCxnSpPr>
          <p:cNvPr id="75" name="">
            <a:extLst xmlns:a="http://schemas.openxmlformats.org/drawingml/2006/main">
              <a:ext uri="{FF2B5EF4-FFF2-40B4-BE49-F238E27FC236}">
                <a16:creationId xmlns:a16="http://schemas.microsoft.com/office/drawing/2014/main" id="{3A181D11-BBBA-4C0F-89ED-A6D06F1C538E}"/>
              </a:ext>
            </a:extLst>
          </p:cNvPr>
          <p:cNvCxnSpPr>
            <a:stCxn xmlns:a="http://schemas.openxmlformats.org/drawingml/2006/main" id="73" idx="3"/>
            <a:endCxn xmlns:a="http://schemas.openxmlformats.org/drawingml/2006/main" id="74" idx="1"/>
          </p:cNvCxnSpPr>
          <p:nvPr/>
        </p:nvCxnSpPr>
        <p:spPr>
          <a:xfrm xmlns:a="http://schemas.openxmlformats.org/drawingml/2006/main" flipH="1" flipV="1">
            <a:off x="3761423" y="2867026"/>
            <a:ext cx="1905" cy="3590925"/>
          </a:xfrm>
          <a:prstGeom xmlns:a="http://schemas.openxmlformats.org/drawingml/2006/main" prst="straightConnector1">
            <a:avLst/>
          </a:prstGeom>
          <a:ln xmlns:a="http://schemas.openxmlformats.org/drawingml/2006/main" w="20955">
            <a:solidFill>
              <a:srgbClr val="B23A45"/>
            </a:solidFill>
            <a:prstDash val="dash"/>
          </a:ln>
        </p:spPr>
      </p:cxnSp>
      <p:cxnSp>
        <p:nvCxnSpPr>
          <p:cNvPr id="72" name="">
            <a:extLst xmlns:a="http://schemas.openxmlformats.org/drawingml/2006/main">
              <a:ext uri="{FF2B5EF4-FFF2-40B4-BE49-F238E27FC236}">
                <a16:creationId xmlns:a16="http://schemas.microsoft.com/office/drawing/2014/main" id="{14888897-742E-45AA-B830-78C1252B6C62}"/>
              </a:ext>
            </a:extLst>
          </p:cNvPr>
          <p:cNvCxnSpPr>
            <a:stCxn xmlns:a="http://schemas.openxmlformats.org/drawingml/2006/main" id="70" idx="3"/>
            <a:endCxn xmlns:a="http://schemas.openxmlformats.org/drawingml/2006/main" id="71" idx="1"/>
          </p:cNvCxnSpPr>
          <p:nvPr/>
        </p:nvCxnSpPr>
        <p:spPr>
          <a:xfrm xmlns:a="http://schemas.openxmlformats.org/drawingml/2006/main" flipH="1">
            <a:off x="3761423" y="6457951"/>
            <a:ext cx="6364605" cy="0"/>
          </a:xfrm>
          <a:prstGeom xmlns:a="http://schemas.openxmlformats.org/drawingml/2006/main" prst="straightConnector1">
            <a:avLst/>
          </a:prstGeom>
          <a:ln xmlns:a="http://schemas.openxmlformats.org/drawingml/2006/main" w="20955">
            <a:solidFill>
              <a:srgbClr val="B23A45"/>
            </a:solidFill>
            <a:prstDash val="dash"/>
          </a:ln>
        </p:spPr>
      </p:cxnSp>
      <p:cxnSp>
        <p:nvCxnSpPr>
          <p:cNvPr id="69" name="">
            <a:extLst xmlns:a="http://schemas.openxmlformats.org/drawingml/2006/main">
              <a:ext uri="{FF2B5EF4-FFF2-40B4-BE49-F238E27FC236}">
                <a16:creationId xmlns:a16="http://schemas.microsoft.com/office/drawing/2014/main" id="{97E026CC-BC28-4BCD-8FF6-7B58A297E586}"/>
              </a:ext>
            </a:extLst>
          </p:cNvPr>
          <p:cNvCxnSpPr>
            <a:stCxn xmlns:a="http://schemas.openxmlformats.org/drawingml/2006/main" id="67" idx="3"/>
            <a:endCxn xmlns:a="http://schemas.openxmlformats.org/drawingml/2006/main" id="68" idx="1"/>
          </p:cNvCxnSpPr>
          <p:nvPr/>
        </p:nvCxnSpPr>
        <p:spPr>
          <a:xfrm xmlns:a="http://schemas.openxmlformats.org/drawingml/2006/main" flipH="1">
            <a:off x="10124123" y="6191251"/>
            <a:ext cx="1905" cy="266700"/>
          </a:xfrm>
          <a:prstGeom xmlns:a="http://schemas.openxmlformats.org/drawingml/2006/main" prst="straightConnector1">
            <a:avLst/>
          </a:prstGeom>
          <a:ln xmlns:a="http://schemas.openxmlformats.org/drawingml/2006/main" w="20955">
            <a:solidFill>
              <a:srgbClr val="B23A45"/>
            </a:solidFill>
            <a:prstDash val="dash"/>
          </a:ln>
        </p:spPr>
      </p:cxnSp>
      <p:cxnSp>
        <p:nvCxnSpPr>
          <p:cNvPr id="65" name="">
            <a:extLst xmlns:a="http://schemas.openxmlformats.org/drawingml/2006/main">
              <a:ext uri="{FF2B5EF4-FFF2-40B4-BE49-F238E27FC236}">
                <a16:creationId xmlns:a16="http://schemas.microsoft.com/office/drawing/2014/main" id="{3AE98032-C4E0-4451-965B-36CF1E9990DB}"/>
              </a:ext>
            </a:extLst>
          </p:cNvPr>
          <p:cNvCxnSpPr>
            <a:stCxn xmlns:a="http://schemas.openxmlformats.org/drawingml/2006/main" id="63" idx="3"/>
            <a:endCxn xmlns:a="http://schemas.openxmlformats.org/drawingml/2006/main" id="64" idx="1"/>
          </p:cNvCxnSpPr>
          <p:nvPr/>
        </p:nvCxnSpPr>
        <p:spPr>
          <a:xfrm xmlns:a="http://schemas.openxmlformats.org/drawingml/2006/main" flipH="1" flipV="1">
            <a:off x="2237423" y="3419476"/>
            <a:ext cx="1905" cy="2266950"/>
          </a:xfrm>
          <a:prstGeom xmlns:a="http://schemas.openxmlformats.org/drawingml/2006/main" prst="straightConnector1">
            <a:avLst/>
          </a:prstGeom>
          <a:ln xmlns:a="http://schemas.openxmlformats.org/drawingml/2006/main" w="20955">
            <a:solidFill>
              <a:srgbClr val="00888C"/>
            </a:solidFill>
            <a:prstDash val="solid"/>
            <a:tailEnd type="triangle" w="med" len="med"/>
          </a:ln>
        </p:spPr>
      </p:cxnSp>
      <p:cxnSp>
        <p:nvCxnSpPr>
          <p:cNvPr id="62" name="">
            <a:extLst xmlns:a="http://schemas.openxmlformats.org/drawingml/2006/main">
              <a:ext uri="{FF2B5EF4-FFF2-40B4-BE49-F238E27FC236}">
                <a16:creationId xmlns:a16="http://schemas.microsoft.com/office/drawing/2014/main" id="{3052CEE4-51C9-47D2-A6A9-6AB57BB2C332}"/>
              </a:ext>
            </a:extLst>
          </p:cNvPr>
          <p:cNvCxnSpPr>
            <a:stCxn xmlns:a="http://schemas.openxmlformats.org/drawingml/2006/main" id="60" idx="3"/>
            <a:endCxn xmlns:a="http://schemas.openxmlformats.org/drawingml/2006/main" id="61" idx="1"/>
          </p:cNvCxnSpPr>
          <p:nvPr/>
        </p:nvCxnSpPr>
        <p:spPr>
          <a:xfrm xmlns:a="http://schemas.openxmlformats.org/drawingml/2006/main" flipH="1">
            <a:off x="2237423" y="5686426"/>
            <a:ext cx="3878580" cy="0"/>
          </a:xfrm>
          <a:prstGeom xmlns:a="http://schemas.openxmlformats.org/drawingml/2006/main" prst="straightConnector1">
            <a:avLst/>
          </a:prstGeom>
          <a:ln xmlns:a="http://schemas.openxmlformats.org/drawingml/2006/main" w="20955">
            <a:solidFill>
              <a:srgbClr val="00888C"/>
            </a:solidFill>
            <a:prstDash val="solid"/>
          </a:ln>
        </p:spPr>
      </p:cxnSp>
      <p:cxnSp>
        <p:nvCxnSpPr>
          <p:cNvPr id="58" name="">
            <a:extLst xmlns:a="http://schemas.openxmlformats.org/drawingml/2006/main">
              <a:ext uri="{FF2B5EF4-FFF2-40B4-BE49-F238E27FC236}">
                <a16:creationId xmlns:a16="http://schemas.microsoft.com/office/drawing/2014/main" id="{5DED6F6E-ED36-408E-BB61-E2FCB160BB3F}"/>
              </a:ext>
            </a:extLst>
          </p:cNvPr>
          <p:cNvCxnSpPr>
            <a:stCxn xmlns:a="http://schemas.openxmlformats.org/drawingml/2006/main" id="44" idx="1"/>
            <a:endCxn xmlns:a="http://schemas.openxmlformats.org/drawingml/2006/main" id="55" idx="3"/>
          </p:cNvCxnSpPr>
          <p:nvPr/>
        </p:nvCxnSpPr>
        <p:spPr>
          <a:xfrm xmlns:a="http://schemas.openxmlformats.org/drawingml/2006/main" flipH="1">
            <a:off x="8496300" y="5672138"/>
            <a:ext cx="1104900" cy="14288"/>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54" name="">
            <a:extLst xmlns:a="http://schemas.openxmlformats.org/drawingml/2006/main">
              <a:ext uri="{FF2B5EF4-FFF2-40B4-BE49-F238E27FC236}">
                <a16:creationId xmlns:a16="http://schemas.microsoft.com/office/drawing/2014/main" id="{D274FEA7-B796-4BFE-81FA-7F67D904B434}"/>
              </a:ext>
            </a:extLst>
          </p:cNvPr>
          <p:cNvCxnSpPr>
            <a:stCxn xmlns:a="http://schemas.openxmlformats.org/drawingml/2006/main" id="52" idx="3"/>
            <a:endCxn xmlns:a="http://schemas.openxmlformats.org/drawingml/2006/main" id="53" idx="1"/>
          </p:cNvCxnSpPr>
          <p:nvPr/>
        </p:nvCxnSpPr>
        <p:spPr>
          <a:xfrm xmlns:a="http://schemas.openxmlformats.org/drawingml/2006/main" flipH="1">
            <a:off x="10638473" y="5667376"/>
            <a:ext cx="1297305" cy="0"/>
          </a:xfrm>
          <a:prstGeom xmlns:a="http://schemas.openxmlformats.org/drawingml/2006/main" prst="straightConnector1">
            <a:avLst/>
          </a:prstGeom>
          <a:ln xmlns:a="http://schemas.openxmlformats.org/drawingml/2006/main" w="20955">
            <a:solidFill>
              <a:srgbClr val="00888C"/>
            </a:solidFill>
            <a:prstDash val="solid"/>
            <a:tailEnd type="triangle" w="med" len="med"/>
          </a:ln>
        </p:spPr>
      </p:cxnSp>
      <p:cxnSp>
        <p:nvCxnSpPr>
          <p:cNvPr id="51" name="">
            <a:extLst xmlns:a="http://schemas.openxmlformats.org/drawingml/2006/main">
              <a:ext uri="{FF2B5EF4-FFF2-40B4-BE49-F238E27FC236}">
                <a16:creationId xmlns:a16="http://schemas.microsoft.com/office/drawing/2014/main" id="{40C2E965-2E3E-4A63-B9C4-BB6DE283ED8B}"/>
              </a:ext>
            </a:extLst>
          </p:cNvPr>
          <p:cNvCxnSpPr>
            <a:stCxn xmlns:a="http://schemas.openxmlformats.org/drawingml/2006/main" id="49" idx="3"/>
            <a:endCxn xmlns:a="http://schemas.openxmlformats.org/drawingml/2006/main" id="50" idx="1"/>
          </p:cNvCxnSpPr>
          <p:nvPr/>
        </p:nvCxnSpPr>
        <p:spPr>
          <a:xfrm xmlns:a="http://schemas.openxmlformats.org/drawingml/2006/main" flipH="1">
            <a:off x="11933873" y="2171701"/>
            <a:ext cx="1905" cy="3495675"/>
          </a:xfrm>
          <a:prstGeom xmlns:a="http://schemas.openxmlformats.org/drawingml/2006/main" prst="straightConnector1">
            <a:avLst/>
          </a:prstGeom>
          <a:ln xmlns:a="http://schemas.openxmlformats.org/drawingml/2006/main" w="20955">
            <a:solidFill>
              <a:srgbClr val="00888C"/>
            </a:solidFill>
            <a:prstDash val="solid"/>
          </a:ln>
        </p:spPr>
      </p:cxnSp>
      <p:cxnSp>
        <p:nvCxnSpPr>
          <p:cNvPr id="48" name="">
            <a:extLst xmlns:a="http://schemas.openxmlformats.org/drawingml/2006/main">
              <a:ext uri="{FF2B5EF4-FFF2-40B4-BE49-F238E27FC236}">
                <a16:creationId xmlns:a16="http://schemas.microsoft.com/office/drawing/2014/main" id="{8B43D2ED-7FAE-42DA-B06A-E313DDFCA39C}"/>
              </a:ext>
            </a:extLst>
          </p:cNvPr>
          <p:cNvCxnSpPr>
            <a:stCxn xmlns:a="http://schemas.openxmlformats.org/drawingml/2006/main" id="46" idx="3"/>
            <a:endCxn xmlns:a="http://schemas.openxmlformats.org/drawingml/2006/main" id="47" idx="1"/>
          </p:cNvCxnSpPr>
          <p:nvPr/>
        </p:nvCxnSpPr>
        <p:spPr>
          <a:xfrm xmlns:a="http://schemas.openxmlformats.org/drawingml/2006/main">
            <a:off x="11783378" y="2171701"/>
            <a:ext cx="150495" cy="0"/>
          </a:xfrm>
          <a:prstGeom xmlns:a="http://schemas.openxmlformats.org/drawingml/2006/main" prst="straightConnector1">
            <a:avLst/>
          </a:prstGeom>
          <a:ln xmlns:a="http://schemas.openxmlformats.org/drawingml/2006/main" w="20955">
            <a:solidFill>
              <a:srgbClr val="00888C"/>
            </a:solidFill>
            <a:prstDash val="solid"/>
          </a:ln>
        </p:spPr>
      </p:cxnSp>
      <p:cxnSp>
        <p:nvCxnSpPr>
          <p:cNvPr id="43" name="">
            <a:extLst xmlns:a="http://schemas.openxmlformats.org/drawingml/2006/main">
              <a:ext uri="{FF2B5EF4-FFF2-40B4-BE49-F238E27FC236}">
                <a16:creationId xmlns:a16="http://schemas.microsoft.com/office/drawing/2014/main" id="{02F300B0-5915-4A32-9C69-33794D906D24}"/>
              </a:ext>
            </a:extLst>
          </p:cNvPr>
          <p:cNvCxnSpPr>
            <a:stCxn xmlns:a="http://schemas.openxmlformats.org/drawingml/2006/main" id="35" idx="0"/>
            <a:endCxn xmlns:a="http://schemas.openxmlformats.org/drawingml/2006/main" id="39" idx="2"/>
          </p:cNvCxnSpPr>
          <p:nvPr/>
        </p:nvCxnSpPr>
        <p:spPr>
          <a:xfrm xmlns:a="http://schemas.openxmlformats.org/drawingml/2006/main" flipV="1">
            <a:off x="10544175" y="2676525"/>
            <a:ext cx="0" cy="876300"/>
          </a:xfrm>
          <a:prstGeom xmlns:a="http://schemas.openxmlformats.org/drawingml/2006/main" prst="straightConnector1">
            <a:avLst/>
          </a:prstGeom>
          <a:ln xmlns:a="http://schemas.openxmlformats.org/drawingml/2006/main" w="21908">
            <a:solidFill>
              <a:srgbClr val="76B900"/>
            </a:solidFill>
            <a:prstDash val="solid"/>
            <a:tailEnd type="triangle" w="med" len="med"/>
          </a:ln>
        </p:spPr>
      </p:cxnSp>
      <p:cxnSp>
        <p:nvCxnSpPr>
          <p:cNvPr id="42" name="">
            <a:extLst xmlns:a="http://schemas.openxmlformats.org/drawingml/2006/main">
              <a:ext uri="{FF2B5EF4-FFF2-40B4-BE49-F238E27FC236}">
                <a16:creationId xmlns:a16="http://schemas.microsoft.com/office/drawing/2014/main" id="{736C7E8F-8B77-4FC2-9A6E-CA894EFF8578}"/>
              </a:ext>
            </a:extLst>
          </p:cNvPr>
          <p:cNvCxnSpPr>
            <a:stCxn xmlns:a="http://schemas.openxmlformats.org/drawingml/2006/main" id="15" idx="3"/>
            <a:endCxn xmlns:a="http://schemas.openxmlformats.org/drawingml/2006/main" id="39" idx="1"/>
          </p:cNvCxnSpPr>
          <p:nvPr/>
        </p:nvCxnSpPr>
        <p:spPr>
          <a:xfrm xmlns:a="http://schemas.openxmlformats.org/drawingml/2006/main">
            <a:off x="8486775" y="2171700"/>
            <a:ext cx="81915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38" name="">
            <a:extLst xmlns:a="http://schemas.openxmlformats.org/drawingml/2006/main">
              <a:ext uri="{FF2B5EF4-FFF2-40B4-BE49-F238E27FC236}">
                <a16:creationId xmlns:a16="http://schemas.microsoft.com/office/drawing/2014/main" id="{1D1A35FE-348F-4784-A50E-C4FDCE94B225}"/>
              </a:ext>
            </a:extLst>
          </p:cNvPr>
          <p:cNvCxnSpPr>
            <a:stCxn xmlns:a="http://schemas.openxmlformats.org/drawingml/2006/main" id="18" idx="3"/>
            <a:endCxn xmlns:a="http://schemas.openxmlformats.org/drawingml/2006/main" id="35" idx="1"/>
          </p:cNvCxnSpPr>
          <p:nvPr/>
        </p:nvCxnSpPr>
        <p:spPr>
          <a:xfrm xmlns:a="http://schemas.openxmlformats.org/drawingml/2006/main">
            <a:off x="8486775" y="4057650"/>
            <a:ext cx="81915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D5D97439-C86C-4374-96A4-DE8DA212F3DE}"/>
              </a:ext>
            </a:extLst>
          </p:cNvPr>
          <p:cNvCxnSpPr>
            <a:stCxn xmlns:a="http://schemas.openxmlformats.org/drawingml/2006/main" id="31" idx="3"/>
            <a:endCxn xmlns:a="http://schemas.openxmlformats.org/drawingml/2006/main" id="32" idx="1"/>
          </p:cNvCxnSpPr>
          <p:nvPr/>
        </p:nvCxnSpPr>
        <p:spPr>
          <a:xfrm xmlns:a="http://schemas.openxmlformats.org/drawingml/2006/main">
            <a:off x="4592003" y="4057651"/>
            <a:ext cx="1512570" cy="0"/>
          </a:xfrm>
          <a:prstGeom xmlns:a="http://schemas.openxmlformats.org/drawingml/2006/main" prst="straightConnector1">
            <a:avLst/>
          </a:prstGeom>
          <a:ln xmlns:a="http://schemas.openxmlformats.org/drawingml/2006/main" w="20955">
            <a:solidFill>
              <a:srgbClr val="76B900"/>
            </a:solidFill>
            <a:prstDash val="solid"/>
            <a:tailEnd type="triangle" w="med" len="med"/>
          </a:ln>
        </p:spPr>
      </p:cxnSp>
      <p:cxnSp>
        <p:nvCxnSpPr>
          <p:cNvPr id="30" name="">
            <a:extLst xmlns:a="http://schemas.openxmlformats.org/drawingml/2006/main">
              <a:ext uri="{FF2B5EF4-FFF2-40B4-BE49-F238E27FC236}">
                <a16:creationId xmlns:a16="http://schemas.microsoft.com/office/drawing/2014/main" id="{F2273F83-6C1D-4A90-AFD6-04AEBA483DFC}"/>
              </a:ext>
            </a:extLst>
          </p:cNvPr>
          <p:cNvCxnSpPr>
            <a:stCxn xmlns:a="http://schemas.openxmlformats.org/drawingml/2006/main" id="28" idx="3"/>
            <a:endCxn xmlns:a="http://schemas.openxmlformats.org/drawingml/2006/main" id="29" idx="1"/>
          </p:cNvCxnSpPr>
          <p:nvPr/>
        </p:nvCxnSpPr>
        <p:spPr>
          <a:xfrm xmlns:a="http://schemas.openxmlformats.org/drawingml/2006/main" flipH="1">
            <a:off x="4590098" y="3448051"/>
            <a:ext cx="1905" cy="609600"/>
          </a:xfrm>
          <a:prstGeom xmlns:a="http://schemas.openxmlformats.org/drawingml/2006/main" prst="straightConnector1">
            <a:avLst/>
          </a:prstGeom>
          <a:ln xmlns:a="http://schemas.openxmlformats.org/drawingml/2006/main" w="20955">
            <a:solidFill>
              <a:srgbClr val="76B900"/>
            </a:solidFill>
            <a:prstDash val="solid"/>
          </a:ln>
        </p:spPr>
      </p:cxnSp>
      <p:cxnSp>
        <p:nvCxnSpPr>
          <p:cNvPr id="26" name="">
            <a:extLst xmlns:a="http://schemas.openxmlformats.org/drawingml/2006/main">
              <a:ext uri="{FF2B5EF4-FFF2-40B4-BE49-F238E27FC236}">
                <a16:creationId xmlns:a16="http://schemas.microsoft.com/office/drawing/2014/main" id="{AE07FCF7-F680-4A4F-879A-B45FE185B9C9}"/>
              </a:ext>
            </a:extLst>
          </p:cNvPr>
          <p:cNvCxnSpPr>
            <a:stCxn xmlns:a="http://schemas.openxmlformats.org/drawingml/2006/main" id="24" idx="3"/>
            <a:endCxn xmlns:a="http://schemas.openxmlformats.org/drawingml/2006/main" id="25" idx="1"/>
          </p:cNvCxnSpPr>
          <p:nvPr/>
        </p:nvCxnSpPr>
        <p:spPr>
          <a:xfrm xmlns:a="http://schemas.openxmlformats.org/drawingml/2006/main">
            <a:off x="4592003" y="2152651"/>
            <a:ext cx="1512570" cy="0"/>
          </a:xfrm>
          <a:prstGeom xmlns:a="http://schemas.openxmlformats.org/drawingml/2006/main" prst="straightConnector1">
            <a:avLst/>
          </a:prstGeom>
          <a:ln xmlns:a="http://schemas.openxmlformats.org/drawingml/2006/main" w="20955">
            <a:solidFill>
              <a:srgbClr val="277EC0"/>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5EEFB542-F7E2-4431-B538-969264282631}"/>
              </a:ext>
            </a:extLst>
          </p:cNvPr>
          <p:cNvCxnSpPr>
            <a:stCxn xmlns:a="http://schemas.openxmlformats.org/drawingml/2006/main" id="21" idx="3"/>
            <a:endCxn xmlns:a="http://schemas.openxmlformats.org/drawingml/2006/main" id="22" idx="1"/>
          </p:cNvCxnSpPr>
          <p:nvPr/>
        </p:nvCxnSpPr>
        <p:spPr>
          <a:xfrm xmlns:a="http://schemas.openxmlformats.org/drawingml/2006/main" flipH="1" flipV="1">
            <a:off x="4590098" y="2152651"/>
            <a:ext cx="1905" cy="133350"/>
          </a:xfrm>
          <a:prstGeom xmlns:a="http://schemas.openxmlformats.org/drawingml/2006/main" prst="straightConnector1">
            <a:avLst/>
          </a:prstGeom>
          <a:ln xmlns:a="http://schemas.openxmlformats.org/drawingml/2006/main" w="20955">
            <a:solidFill>
              <a:srgbClr val="277EC0"/>
            </a:solidFill>
            <a:prstDash val="solid"/>
          </a:ln>
        </p:spPr>
      </p:cxnSp>
      <p:cxnSp>
        <p:nvCxnSpPr>
          <p:cNvPr id="14" name="">
            <a:extLst xmlns:a="http://schemas.openxmlformats.org/drawingml/2006/main">
              <a:ext uri="{FF2B5EF4-FFF2-40B4-BE49-F238E27FC236}">
                <a16:creationId xmlns:a16="http://schemas.microsoft.com/office/drawing/2014/main" id="{F2A0940F-B248-4B62-8105-7B6DB2A3DFFA}"/>
              </a:ext>
            </a:extLst>
          </p:cNvPr>
          <p:cNvCxnSpPr>
            <a:stCxn xmlns:a="http://schemas.openxmlformats.org/drawingml/2006/main" id="8" idx="3"/>
            <a:endCxn xmlns:a="http://schemas.openxmlformats.org/drawingml/2006/main" id="12" idx="1"/>
          </p:cNvCxnSpPr>
          <p:nvPr/>
        </p:nvCxnSpPr>
        <p:spPr>
          <a:xfrm xmlns:a="http://schemas.openxmlformats.org/drawingml/2006/main" flipV="1">
            <a:off x="3295650" y="2867025"/>
            <a:ext cx="714375" cy="1905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D4D76DA-1987-4BCC-9442-122A0D56302E}"/>
              </a:ext>
            </a:extLst>
          </p:cNvPr>
          <p:cNvCxnSpPr>
            <a:stCxn xmlns:a="http://schemas.openxmlformats.org/drawingml/2006/main" id="7" idx="6"/>
            <a:endCxn xmlns:a="http://schemas.openxmlformats.org/drawingml/2006/main" id="8" idx="1"/>
          </p:cNvCxnSpPr>
          <p:nvPr/>
        </p:nvCxnSpPr>
        <p:spPr>
          <a:xfrm xmlns:a="http://schemas.openxmlformats.org/drawingml/2006/main" flipV="1">
            <a:off x="781050" y="2886075"/>
            <a:ext cx="381000" cy="1905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CAC46BB9-7C75-46C9-9262-7435BE6C5795}"/>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80" name="vtxt-150">
            <a:extLst xmlns:a="http://schemas.openxmlformats.org/drawingml/2006/main">
              <a:ext uri="{FF2B5EF4-FFF2-40B4-BE49-F238E27FC236}">
                <a16:creationId xmlns:a16="http://schemas.microsoft.com/office/drawing/2014/main" id="{E682285F-8C80-4BC7-A623-411B6D8FE67E}"/>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Data flywheel</a:t>
            </a:r>
          </a:p>
        </p:txBody>
      </p:sp>
      <p:sp>
        <p:nvSpPr>
          <p:cNvPr id="2" name="route-anchor-151">
            <a:extLst xmlns:a="http://schemas.openxmlformats.org/drawingml/2006/main">
              <a:ext uri="{FF2B5EF4-FFF2-40B4-BE49-F238E27FC236}">
                <a16:creationId xmlns:a16="http://schemas.microsoft.com/office/drawing/2014/main" id="{3018FF27-68BB-4750-A978-D71EDF449534}"/>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152">
            <a:extLst xmlns:a="http://schemas.openxmlformats.org/drawingml/2006/main">
              <a:ext uri="{FF2B5EF4-FFF2-40B4-BE49-F238E27FC236}">
                <a16:creationId xmlns:a16="http://schemas.microsoft.com/office/drawing/2014/main" id="{1AF4FFB8-B2CF-4825-BC56-3C2B3D9F0ECD}"/>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153">
            <a:extLst xmlns:a="http://schemas.openxmlformats.org/drawingml/2006/main">
              <a:ext uri="{FF2B5EF4-FFF2-40B4-BE49-F238E27FC236}">
                <a16:creationId xmlns:a16="http://schemas.microsoft.com/office/drawing/2014/main" id="{3E70DD4A-D806-4E9A-B56D-6F8AF16A7A99}"/>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Mỗi vòng lưu kết quả, phiên bản dữ liệu/model và chi phí</a:t>
            </a:r>
          </a:p>
        </p:txBody>
      </p:sp>
      <p:sp>
        <p:nvSpPr>
          <p:cNvPr id="6" name="vtxt-154">
            <a:extLst xmlns:a="http://schemas.openxmlformats.org/drawingml/2006/main">
              <a:ext uri="{FF2B5EF4-FFF2-40B4-BE49-F238E27FC236}">
                <a16:creationId xmlns:a16="http://schemas.microsoft.com/office/drawing/2014/main" id="{0469C688-9EFD-4FEB-8B82-32AE61FFBCC6}"/>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08 / 12</a:t>
            </a:r>
          </a:p>
        </p:txBody>
      </p:sp>
      <p:sp>
        <p:nvSpPr>
          <p:cNvPr id="7" name="start-155">
            <a:extLst xmlns:a="http://schemas.openxmlformats.org/drawingml/2006/main">
              <a:ext uri="{FF2B5EF4-FFF2-40B4-BE49-F238E27FC236}">
                <a16:creationId xmlns:a16="http://schemas.microsoft.com/office/drawing/2014/main" id="{DD7EFC6A-2D88-4BB9-A3F7-38F4A7E0F1AB}"/>
              </a:ext>
            </a:extLst>
          </p:cNvPr>
          <p:cNvSpPr>
            <a:spLocks xmlns:a="http://schemas.openxmlformats.org/drawingml/2006/main" noGrp="1"/>
          </p:cNvSpPr>
          <p:nvPr/>
        </p:nvSpPr>
        <p:spPr>
          <a:xfrm xmlns:a="http://schemas.openxmlformats.org/drawingml/2006/main">
            <a:off x="400050" y="2714625"/>
            <a:ext cx="381000" cy="381000"/>
          </a:xfrm>
          <a:prstGeom xmlns:a="http://schemas.openxmlformats.org/drawingml/2006/main" prst="ellipse">
            <a:avLst/>
          </a:prstGeom>
          <a:solidFill xmlns:a="http://schemas.openxmlformats.org/drawingml/2006/main">
            <a:srgbClr val="76B900"/>
          </a:solidFill>
          <a:ln xmlns:a="http://schemas.openxmlformats.org/drawingml/2006/main" w="14288">
            <a:solidFill>
              <a:srgbClr val="76B900"/>
            </a:solidFill>
          </a:ln>
        </p:spPr>
      </p:sp>
      <p:sp>
        <p:nvSpPr>
          <p:cNvPr id="8" name="Chạy task-156">
            <a:extLst xmlns:a="http://schemas.openxmlformats.org/drawingml/2006/main">
              <a:ext uri="{FF2B5EF4-FFF2-40B4-BE49-F238E27FC236}">
                <a16:creationId xmlns:a16="http://schemas.microsoft.com/office/drawing/2014/main" id="{2D635CCF-08FC-448E-AE1F-4BD0DAA84B3D}"/>
              </a:ext>
            </a:extLst>
          </p:cNvPr>
          <p:cNvSpPr>
            <a:spLocks xmlns:a="http://schemas.openxmlformats.org/drawingml/2006/main" noGrp="1"/>
          </p:cNvSpPr>
          <p:nvPr/>
        </p:nvSpPr>
        <p:spPr>
          <a:xfrm xmlns:a="http://schemas.openxmlformats.org/drawingml/2006/main">
            <a:off x="1162050" y="2352675"/>
            <a:ext cx="2133600" cy="106680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9" name="vtxt-157">
            <a:extLst xmlns:a="http://schemas.openxmlformats.org/drawingml/2006/main">
              <a:ext uri="{FF2B5EF4-FFF2-40B4-BE49-F238E27FC236}">
                <a16:creationId xmlns:a16="http://schemas.microsoft.com/office/drawing/2014/main" id="{8F507D85-AC05-4DF7-8BAC-03C8504CEC29}"/>
              </a:ext>
            </a:extLst>
          </p:cNvPr>
          <p:cNvSpPr>
            <a:spLocks xmlns:a="http://schemas.openxmlformats.org/drawingml/2006/main" noGrp="1"/>
          </p:cNvSpPr>
          <p:nvPr/>
        </p:nvSpPr>
        <p:spPr>
          <a:xfrm xmlns:a="http://schemas.openxmlformats.org/drawingml/2006/main">
            <a:off x="1257300" y="2466975"/>
            <a:ext cx="1943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Chạy task</a:t>
            </a:r>
          </a:p>
        </p:txBody>
      </p:sp>
      <p:sp>
        <p:nvSpPr>
          <p:cNvPr id="10" name="vtxt-158">
            <a:extLst xmlns:a="http://schemas.openxmlformats.org/drawingml/2006/main">
              <a:ext uri="{FF2B5EF4-FFF2-40B4-BE49-F238E27FC236}">
                <a16:creationId xmlns:a16="http://schemas.microsoft.com/office/drawing/2014/main" id="{AD2E9EDD-4B51-4949-8CDA-6E366737E0AF}"/>
              </a:ext>
            </a:extLst>
          </p:cNvPr>
          <p:cNvSpPr>
            <a:spLocks xmlns:a="http://schemas.openxmlformats.org/drawingml/2006/main" noGrp="1"/>
          </p:cNvSpPr>
          <p:nvPr/>
        </p:nvSpPr>
        <p:spPr>
          <a:xfrm xmlns:a="http://schemas.openxmlformats.org/drawingml/2006/main">
            <a:off x="1257300" y="2838450"/>
            <a:ext cx="19431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Video / log / outcome</a:t>
            </a:r>
          </a:p>
        </p:txBody>
      </p:sp>
      <p:sp>
        <p:nvSpPr>
          <p:cNvPr id="12" name="root cause-159">
            <a:extLst xmlns:a="http://schemas.openxmlformats.org/drawingml/2006/main">
              <a:ext uri="{FF2B5EF4-FFF2-40B4-BE49-F238E27FC236}">
                <a16:creationId xmlns:a16="http://schemas.microsoft.com/office/drawing/2014/main" id="{4E1264D1-A053-4C08-9EFB-C918562179C1}"/>
              </a:ext>
            </a:extLst>
          </p:cNvPr>
          <p:cNvSpPr>
            <a:spLocks xmlns:a="http://schemas.openxmlformats.org/drawingml/2006/main" noGrp="1"/>
          </p:cNvSpPr>
          <p:nvPr/>
        </p:nvSpPr>
        <p:spPr>
          <a:xfrm xmlns:a="http://schemas.openxmlformats.org/drawingml/2006/main">
            <a:off x="4010025" y="2286000"/>
            <a:ext cx="1162050" cy="1162050"/>
          </a:xfrm>
          <a:prstGeom xmlns:a="http://schemas.openxmlformats.org/drawingml/2006/main" prst="diamond">
            <a:avLst/>
          </a:prstGeom>
          <a:solidFill xmlns:a="http://schemas.openxmlformats.org/drawingml/2006/main">
            <a:srgbClr val="FFFFFF"/>
          </a:solidFill>
          <a:ln xmlns:a="http://schemas.openxmlformats.org/drawingml/2006/main" w="14288">
            <a:solidFill>
              <a:srgbClr val="00888C"/>
            </a:solidFill>
          </a:ln>
        </p:spPr>
      </p:sp>
      <p:sp>
        <p:nvSpPr>
          <p:cNvPr id="13" name="vtxt-160">
            <a:extLst xmlns:a="http://schemas.openxmlformats.org/drawingml/2006/main">
              <a:ext uri="{FF2B5EF4-FFF2-40B4-BE49-F238E27FC236}">
                <a16:creationId xmlns:a16="http://schemas.microsoft.com/office/drawing/2014/main" id="{4ACDD11E-1AC4-497B-B135-29C58FA93D7D}"/>
              </a:ext>
            </a:extLst>
          </p:cNvPr>
          <p:cNvSpPr>
            <a:spLocks xmlns:a="http://schemas.openxmlformats.org/drawingml/2006/main" noGrp="1"/>
          </p:cNvSpPr>
          <p:nvPr/>
        </p:nvSpPr>
        <p:spPr>
          <a:xfrm xmlns:a="http://schemas.openxmlformats.org/drawingml/2006/main">
            <a:off x="4191000" y="2600325"/>
            <a:ext cx="80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00888C"/>
                </a:solidFill>
                <a:latin typeface="Arial"/>
                <a:ea typeface="Arial"/>
                <a:cs typeface="Arial"/>
              </a:defRPr>
            </a:defPPr>
          </a:lstStyle>
          <a:p xmlns:a="http://schemas.openxmlformats.org/drawingml/2006/main">
            <a:pPr algn="ctr">
              <a:defRPr sz="1725" b="1">
                <a:solidFill>
                  <a:srgbClr val="00888C"/>
                </a:solidFill>
                <a:latin typeface="Arial"/>
                <a:ea typeface="Arial"/>
                <a:cs typeface="Arial"/>
              </a:defRPr>
            </a:pPr>
            <a:r>
              <a:rPr sz="1725" b="1">
                <a:solidFill>
                  <a:srgbClr val="00888C"/>
                </a:solidFill>
                <a:latin typeface="Arial"/>
                <a:ea typeface="Arial"/>
                <a:cs typeface="Arial"/>
              </a:rPr>
              <a:t>Lỗi</a:t>
            </a:r>
          </a:p>
          <a:p xmlns:a="http://schemas.openxmlformats.org/drawingml/2006/main">
            <a:pPr algn="ctr">
              <a:defRPr sz="1725" b="1">
                <a:solidFill>
                  <a:srgbClr val="00888C"/>
                </a:solidFill>
                <a:latin typeface="Arial"/>
                <a:ea typeface="Arial"/>
                <a:cs typeface="Arial"/>
              </a:defRPr>
            </a:pPr>
            <a:r>
              <a:rPr sz="1725" b="1">
                <a:solidFill>
                  <a:srgbClr val="00888C"/>
                </a:solidFill>
                <a:latin typeface="Arial"/>
                <a:ea typeface="Arial"/>
                <a:cs typeface="Arial"/>
              </a:rPr>
              <a:t>ở đâu?</a:t>
            </a:r>
          </a:p>
        </p:txBody>
      </p:sp>
      <p:sp>
        <p:nvSpPr>
          <p:cNvPr id="15" name="Sửa hệ thống-161">
            <a:extLst xmlns:a="http://schemas.openxmlformats.org/drawingml/2006/main">
              <a:ext uri="{FF2B5EF4-FFF2-40B4-BE49-F238E27FC236}">
                <a16:creationId xmlns:a16="http://schemas.microsoft.com/office/drawing/2014/main" id="{C324F575-C61B-4EA7-9A1F-D5D4F17F257E}"/>
              </a:ext>
            </a:extLst>
          </p:cNvPr>
          <p:cNvSpPr>
            <a:spLocks xmlns:a="http://schemas.openxmlformats.org/drawingml/2006/main" noGrp="1"/>
          </p:cNvSpPr>
          <p:nvPr/>
        </p:nvSpPr>
        <p:spPr>
          <a:xfrm xmlns:a="http://schemas.openxmlformats.org/drawingml/2006/main">
            <a:off x="6105525" y="1666875"/>
            <a:ext cx="2381250" cy="10096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16" name="vtxt-162">
            <a:extLst xmlns:a="http://schemas.openxmlformats.org/drawingml/2006/main">
              <a:ext uri="{FF2B5EF4-FFF2-40B4-BE49-F238E27FC236}">
                <a16:creationId xmlns:a16="http://schemas.microsoft.com/office/drawing/2014/main" id="{AD98F7BB-72F6-49B8-AD1B-B5D085D48932}"/>
              </a:ext>
            </a:extLst>
          </p:cNvPr>
          <p:cNvSpPr>
            <a:spLocks xmlns:a="http://schemas.openxmlformats.org/drawingml/2006/main" noGrp="1"/>
          </p:cNvSpPr>
          <p:nvPr/>
        </p:nvSpPr>
        <p:spPr>
          <a:xfrm xmlns:a="http://schemas.openxmlformats.org/drawingml/2006/main">
            <a:off x="6200775" y="17811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Sửa hệ thống</a:t>
            </a:r>
          </a:p>
        </p:txBody>
      </p:sp>
      <p:sp>
        <p:nvSpPr>
          <p:cNvPr id="17" name="vtxt-163">
            <a:extLst xmlns:a="http://schemas.openxmlformats.org/drawingml/2006/main">
              <a:ext uri="{FF2B5EF4-FFF2-40B4-BE49-F238E27FC236}">
                <a16:creationId xmlns:a16="http://schemas.microsoft.com/office/drawing/2014/main" id="{D6F19DEA-E603-4D85-819F-4BEC49261D6F}"/>
              </a:ext>
            </a:extLst>
          </p:cNvPr>
          <p:cNvSpPr>
            <a:spLocks xmlns:a="http://schemas.openxmlformats.org/drawingml/2006/main" noGrp="1"/>
          </p:cNvSpPr>
          <p:nvPr/>
        </p:nvSpPr>
        <p:spPr>
          <a:xfrm xmlns:a="http://schemas.openxmlformats.org/drawingml/2006/main">
            <a:off x="6200775" y="21526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Controller / calibration</a:t>
            </a:r>
          </a:p>
        </p:txBody>
      </p:sp>
      <p:sp>
        <p:nvSpPr>
          <p:cNvPr id="18" name="Bổ sung dữ liệu-164">
            <a:extLst xmlns:a="http://schemas.openxmlformats.org/drawingml/2006/main">
              <a:ext uri="{FF2B5EF4-FFF2-40B4-BE49-F238E27FC236}">
                <a16:creationId xmlns:a16="http://schemas.microsoft.com/office/drawing/2014/main" id="{12978064-A9C1-4254-998E-E008D5B3E205}"/>
              </a:ext>
            </a:extLst>
          </p:cNvPr>
          <p:cNvSpPr>
            <a:spLocks xmlns:a="http://schemas.openxmlformats.org/drawingml/2006/main" noGrp="1"/>
          </p:cNvSpPr>
          <p:nvPr/>
        </p:nvSpPr>
        <p:spPr>
          <a:xfrm xmlns:a="http://schemas.openxmlformats.org/drawingml/2006/main">
            <a:off x="6105525" y="3552825"/>
            <a:ext cx="2381250" cy="10096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19" name="vtxt-165">
            <a:extLst xmlns:a="http://schemas.openxmlformats.org/drawingml/2006/main">
              <a:ext uri="{FF2B5EF4-FFF2-40B4-BE49-F238E27FC236}">
                <a16:creationId xmlns:a16="http://schemas.microsoft.com/office/drawing/2014/main" id="{C8E08886-DF01-494E-B2E1-042633A0BF6A}"/>
              </a:ext>
            </a:extLst>
          </p:cNvPr>
          <p:cNvSpPr>
            <a:spLocks xmlns:a="http://schemas.openxmlformats.org/drawingml/2006/main" noGrp="1"/>
          </p:cNvSpPr>
          <p:nvPr/>
        </p:nvSpPr>
        <p:spPr>
          <a:xfrm xmlns:a="http://schemas.openxmlformats.org/drawingml/2006/main">
            <a:off x="6200775" y="366712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6B900"/>
                </a:solidFill>
                <a:latin typeface="Arial"/>
                <a:ea typeface="Arial"/>
                <a:cs typeface="Arial"/>
              </a:defRPr>
            </a:defPPr>
          </a:lstStyle>
          <a:p xmlns:a="http://schemas.openxmlformats.org/drawingml/2006/main">
            <a:pPr algn="ctr">
              <a:defRPr sz="1875" b="1">
                <a:solidFill>
                  <a:srgbClr val="76B900"/>
                </a:solidFill>
                <a:latin typeface="Arial"/>
                <a:ea typeface="Arial"/>
                <a:cs typeface="Arial"/>
              </a:defRPr>
            </a:pPr>
            <a:r>
              <a:rPr sz="1875" b="1">
                <a:solidFill>
                  <a:srgbClr val="76B900"/>
                </a:solidFill>
                <a:latin typeface="Arial"/>
                <a:ea typeface="Arial"/>
                <a:cs typeface="Arial"/>
              </a:rPr>
              <a:t>Bổ sung dữ liệu</a:t>
            </a:r>
          </a:p>
        </p:txBody>
      </p:sp>
      <p:sp>
        <p:nvSpPr>
          <p:cNvPr id="20" name="vtxt-166">
            <a:extLst xmlns:a="http://schemas.openxmlformats.org/drawingml/2006/main">
              <a:ext uri="{FF2B5EF4-FFF2-40B4-BE49-F238E27FC236}">
                <a16:creationId xmlns:a16="http://schemas.microsoft.com/office/drawing/2014/main" id="{B0C7FCC7-BBAF-4238-A5FA-CCC4592DFB3E}"/>
              </a:ext>
            </a:extLst>
          </p:cNvPr>
          <p:cNvSpPr>
            <a:spLocks xmlns:a="http://schemas.openxmlformats.org/drawingml/2006/main" noGrp="1"/>
          </p:cNvSpPr>
          <p:nvPr/>
        </p:nvSpPr>
        <p:spPr>
          <a:xfrm xmlns:a="http://schemas.openxmlformats.org/drawingml/2006/main">
            <a:off x="6200775" y="403860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Thu / sinh đúng chỗ thiếu</a:t>
            </a:r>
          </a:p>
        </p:txBody>
      </p:sp>
      <p:sp>
        <p:nvSpPr>
          <p:cNvPr id="21" name="route-anchor-167">
            <a:extLst xmlns:a="http://schemas.openxmlformats.org/drawingml/2006/main">
              <a:ext uri="{FF2B5EF4-FFF2-40B4-BE49-F238E27FC236}">
                <a16:creationId xmlns:a16="http://schemas.microsoft.com/office/drawing/2014/main" id="{5B46358A-69B1-4B8C-B958-3DE3E016B0BF}"/>
              </a:ext>
            </a:extLst>
          </p:cNvPr>
          <p:cNvSpPr>
            <a:spLocks xmlns:a="http://schemas.openxmlformats.org/drawingml/2006/main" noGrp="1"/>
          </p:cNvSpPr>
          <p:nvPr/>
        </p:nvSpPr>
        <p:spPr>
          <a:xfrm xmlns:a="http://schemas.openxmlformats.org/drawingml/2006/main">
            <a:off x="4590098" y="22850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2" name="route-anchor-168">
            <a:extLst xmlns:a="http://schemas.openxmlformats.org/drawingml/2006/main">
              <a:ext uri="{FF2B5EF4-FFF2-40B4-BE49-F238E27FC236}">
                <a16:creationId xmlns:a16="http://schemas.microsoft.com/office/drawing/2014/main" id="{FD19BCE3-560A-4AEC-9D09-CB187BE038A0}"/>
              </a:ext>
            </a:extLst>
          </p:cNvPr>
          <p:cNvSpPr>
            <a:spLocks xmlns:a="http://schemas.openxmlformats.org/drawingml/2006/main" noGrp="1"/>
          </p:cNvSpPr>
          <p:nvPr/>
        </p:nvSpPr>
        <p:spPr>
          <a:xfrm xmlns:a="http://schemas.openxmlformats.org/drawingml/2006/main">
            <a:off x="4590098" y="21516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4" name="route-anchor-169">
            <a:extLst xmlns:a="http://schemas.openxmlformats.org/drawingml/2006/main">
              <a:ext uri="{FF2B5EF4-FFF2-40B4-BE49-F238E27FC236}">
                <a16:creationId xmlns:a16="http://schemas.microsoft.com/office/drawing/2014/main" id="{5D501E34-BA98-492A-9532-2D2859E83F65}"/>
              </a:ext>
            </a:extLst>
          </p:cNvPr>
          <p:cNvSpPr>
            <a:spLocks xmlns:a="http://schemas.openxmlformats.org/drawingml/2006/main" noGrp="1"/>
          </p:cNvSpPr>
          <p:nvPr/>
        </p:nvSpPr>
        <p:spPr>
          <a:xfrm xmlns:a="http://schemas.openxmlformats.org/drawingml/2006/main">
            <a:off x="4590098" y="21516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5" name="route-anchor-170">
            <a:extLst xmlns:a="http://schemas.openxmlformats.org/drawingml/2006/main">
              <a:ext uri="{FF2B5EF4-FFF2-40B4-BE49-F238E27FC236}">
                <a16:creationId xmlns:a16="http://schemas.microsoft.com/office/drawing/2014/main" id="{645A3219-6513-40AF-B76C-4B8083BAC224}"/>
              </a:ext>
            </a:extLst>
          </p:cNvPr>
          <p:cNvSpPr>
            <a:spLocks xmlns:a="http://schemas.openxmlformats.org/drawingml/2006/main" noGrp="1"/>
          </p:cNvSpPr>
          <p:nvPr/>
        </p:nvSpPr>
        <p:spPr>
          <a:xfrm xmlns:a="http://schemas.openxmlformats.org/drawingml/2006/main">
            <a:off x="6104573" y="21516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7" name="vtxt-171">
            <a:extLst xmlns:a="http://schemas.openxmlformats.org/drawingml/2006/main">
              <a:ext uri="{FF2B5EF4-FFF2-40B4-BE49-F238E27FC236}">
                <a16:creationId xmlns:a16="http://schemas.microsoft.com/office/drawing/2014/main" id="{A8DA53E0-BBE7-4511-826A-03C4C1D6C52F}"/>
              </a:ext>
            </a:extLst>
          </p:cNvPr>
          <p:cNvSpPr>
            <a:spLocks xmlns:a="http://schemas.openxmlformats.org/drawingml/2006/main" noGrp="1"/>
          </p:cNvSpPr>
          <p:nvPr/>
        </p:nvSpPr>
        <p:spPr>
          <a:xfrm xmlns:a="http://schemas.openxmlformats.org/drawingml/2006/main">
            <a:off x="4610100" y="1714500"/>
            <a:ext cx="1485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77EC0"/>
                </a:solidFill>
                <a:latin typeface="Arial"/>
                <a:ea typeface="Arial"/>
                <a:cs typeface="Arial"/>
              </a:defRPr>
            </a:defPPr>
          </a:lstStyle>
          <a:p xmlns:a="http://schemas.openxmlformats.org/drawingml/2006/main">
            <a:pPr algn="l">
              <a:defRPr sz="1425" b="1">
                <a:solidFill>
                  <a:srgbClr val="277EC0"/>
                </a:solidFill>
                <a:latin typeface="Arial"/>
                <a:ea typeface="Arial"/>
                <a:cs typeface="Arial"/>
              </a:defRPr>
            </a:pPr>
            <a:r>
              <a:rPr sz="1425" b="1">
                <a:solidFill>
                  <a:srgbClr val="277EC0"/>
                </a:solidFill>
                <a:latin typeface="Arial"/>
                <a:ea typeface="Arial"/>
                <a:cs typeface="Arial"/>
              </a:rPr>
              <a:t>Hệ thống</a:t>
            </a:r>
          </a:p>
        </p:txBody>
      </p:sp>
      <p:sp>
        <p:nvSpPr>
          <p:cNvPr id="28" name="route-anchor-172">
            <a:extLst xmlns:a="http://schemas.openxmlformats.org/drawingml/2006/main">
              <a:ext uri="{FF2B5EF4-FFF2-40B4-BE49-F238E27FC236}">
                <a16:creationId xmlns:a16="http://schemas.microsoft.com/office/drawing/2014/main" id="{936EB41F-7CD4-4399-88B7-B0B231BB791C}"/>
              </a:ext>
            </a:extLst>
          </p:cNvPr>
          <p:cNvSpPr>
            <a:spLocks xmlns:a="http://schemas.openxmlformats.org/drawingml/2006/main" noGrp="1"/>
          </p:cNvSpPr>
          <p:nvPr/>
        </p:nvSpPr>
        <p:spPr>
          <a:xfrm xmlns:a="http://schemas.openxmlformats.org/drawingml/2006/main">
            <a:off x="4590098" y="34470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9" name="route-anchor-173">
            <a:extLst xmlns:a="http://schemas.openxmlformats.org/drawingml/2006/main">
              <a:ext uri="{FF2B5EF4-FFF2-40B4-BE49-F238E27FC236}">
                <a16:creationId xmlns:a16="http://schemas.microsoft.com/office/drawing/2014/main" id="{FC816463-5D17-458C-8A62-680F706D1E86}"/>
              </a:ext>
            </a:extLst>
          </p:cNvPr>
          <p:cNvSpPr>
            <a:spLocks xmlns:a="http://schemas.openxmlformats.org/drawingml/2006/main" noGrp="1"/>
          </p:cNvSpPr>
          <p:nvPr/>
        </p:nvSpPr>
        <p:spPr>
          <a:xfrm xmlns:a="http://schemas.openxmlformats.org/drawingml/2006/main">
            <a:off x="4590098" y="40566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1" name="route-anchor-174">
            <a:extLst xmlns:a="http://schemas.openxmlformats.org/drawingml/2006/main">
              <a:ext uri="{FF2B5EF4-FFF2-40B4-BE49-F238E27FC236}">
                <a16:creationId xmlns:a16="http://schemas.microsoft.com/office/drawing/2014/main" id="{DE13937A-D947-4FDB-9031-C4FE2D10396C}"/>
              </a:ext>
            </a:extLst>
          </p:cNvPr>
          <p:cNvSpPr>
            <a:spLocks xmlns:a="http://schemas.openxmlformats.org/drawingml/2006/main" noGrp="1"/>
          </p:cNvSpPr>
          <p:nvPr/>
        </p:nvSpPr>
        <p:spPr>
          <a:xfrm xmlns:a="http://schemas.openxmlformats.org/drawingml/2006/main">
            <a:off x="4590098" y="40566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2" name="route-anchor-175">
            <a:extLst xmlns:a="http://schemas.openxmlformats.org/drawingml/2006/main">
              <a:ext uri="{FF2B5EF4-FFF2-40B4-BE49-F238E27FC236}">
                <a16:creationId xmlns:a16="http://schemas.microsoft.com/office/drawing/2014/main" id="{99F627A1-071B-4093-87B0-F3A61CD55EA4}"/>
              </a:ext>
            </a:extLst>
          </p:cNvPr>
          <p:cNvSpPr>
            <a:spLocks xmlns:a="http://schemas.openxmlformats.org/drawingml/2006/main" noGrp="1"/>
          </p:cNvSpPr>
          <p:nvPr/>
        </p:nvSpPr>
        <p:spPr>
          <a:xfrm xmlns:a="http://schemas.openxmlformats.org/drawingml/2006/main">
            <a:off x="6104573" y="40566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4" name="vtxt-176">
            <a:extLst xmlns:a="http://schemas.openxmlformats.org/drawingml/2006/main">
              <a:ext uri="{FF2B5EF4-FFF2-40B4-BE49-F238E27FC236}">
                <a16:creationId xmlns:a16="http://schemas.microsoft.com/office/drawing/2014/main" id="{AE7662E1-58D9-4605-9B47-372C9CD45469}"/>
              </a:ext>
            </a:extLst>
          </p:cNvPr>
          <p:cNvSpPr>
            <a:spLocks xmlns:a="http://schemas.openxmlformats.org/drawingml/2006/main" noGrp="1"/>
          </p:cNvSpPr>
          <p:nvPr/>
        </p:nvSpPr>
        <p:spPr>
          <a:xfrm xmlns:a="http://schemas.openxmlformats.org/drawingml/2006/main">
            <a:off x="4619625" y="3638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76B900"/>
                </a:solidFill>
                <a:latin typeface="Arial"/>
                <a:ea typeface="Arial"/>
                <a:cs typeface="Arial"/>
              </a:defRPr>
            </a:defPPr>
          </a:lstStyle>
          <a:p xmlns:a="http://schemas.openxmlformats.org/drawingml/2006/main">
            <a:pPr algn="l">
              <a:defRPr sz="1425" b="1">
                <a:solidFill>
                  <a:srgbClr val="76B900"/>
                </a:solidFill>
                <a:latin typeface="Arial"/>
                <a:ea typeface="Arial"/>
                <a:cs typeface="Arial"/>
              </a:defRPr>
            </a:pPr>
            <a:r>
              <a:rPr sz="1425" b="1">
                <a:solidFill>
                  <a:srgbClr val="76B900"/>
                </a:solidFill>
                <a:latin typeface="Arial"/>
                <a:ea typeface="Arial"/>
                <a:cs typeface="Arial"/>
              </a:rPr>
              <a:t>Dữ liệu</a:t>
            </a:r>
          </a:p>
        </p:txBody>
      </p:sp>
      <p:sp>
        <p:nvSpPr>
          <p:cNvPr id="35" name="QA và training-177">
            <a:extLst xmlns:a="http://schemas.openxmlformats.org/drawingml/2006/main">
              <a:ext uri="{FF2B5EF4-FFF2-40B4-BE49-F238E27FC236}">
                <a16:creationId xmlns:a16="http://schemas.microsoft.com/office/drawing/2014/main" id="{26237C7A-BC1C-4F7D-B95C-28623B484E2E}"/>
              </a:ext>
            </a:extLst>
          </p:cNvPr>
          <p:cNvSpPr>
            <a:spLocks xmlns:a="http://schemas.openxmlformats.org/drawingml/2006/main" noGrp="1"/>
          </p:cNvSpPr>
          <p:nvPr/>
        </p:nvSpPr>
        <p:spPr>
          <a:xfrm xmlns:a="http://schemas.openxmlformats.org/drawingml/2006/main">
            <a:off x="9305925" y="3552825"/>
            <a:ext cx="2476500" cy="10096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36" name="vtxt-178">
            <a:extLst xmlns:a="http://schemas.openxmlformats.org/drawingml/2006/main">
              <a:ext uri="{FF2B5EF4-FFF2-40B4-BE49-F238E27FC236}">
                <a16:creationId xmlns:a16="http://schemas.microsoft.com/office/drawing/2014/main" id="{F0AAC986-AFC6-4EE3-AB64-905E4B9DAFC7}"/>
              </a:ext>
            </a:extLst>
          </p:cNvPr>
          <p:cNvSpPr>
            <a:spLocks xmlns:a="http://schemas.openxmlformats.org/drawingml/2006/main" noGrp="1"/>
          </p:cNvSpPr>
          <p:nvPr/>
        </p:nvSpPr>
        <p:spPr>
          <a:xfrm xmlns:a="http://schemas.openxmlformats.org/drawingml/2006/main">
            <a:off x="9401175" y="366712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6B900"/>
                </a:solidFill>
                <a:latin typeface="Arial"/>
                <a:ea typeface="Arial"/>
                <a:cs typeface="Arial"/>
              </a:defRPr>
            </a:defPPr>
          </a:lstStyle>
          <a:p xmlns:a="http://schemas.openxmlformats.org/drawingml/2006/main">
            <a:pPr algn="ctr">
              <a:defRPr sz="1875" b="1">
                <a:solidFill>
                  <a:srgbClr val="76B900"/>
                </a:solidFill>
                <a:latin typeface="Arial"/>
                <a:ea typeface="Arial"/>
                <a:cs typeface="Arial"/>
              </a:defRPr>
            </a:pPr>
            <a:r>
              <a:rPr sz="1875" b="1">
                <a:solidFill>
                  <a:srgbClr val="76B900"/>
                </a:solidFill>
                <a:latin typeface="Arial"/>
                <a:ea typeface="Arial"/>
                <a:cs typeface="Arial"/>
              </a:rPr>
              <a:t>QA và training</a:t>
            </a:r>
          </a:p>
        </p:txBody>
      </p:sp>
      <p:sp>
        <p:nvSpPr>
          <p:cNvPr id="37" name="vtxt-179">
            <a:extLst xmlns:a="http://schemas.openxmlformats.org/drawingml/2006/main">
              <a:ext uri="{FF2B5EF4-FFF2-40B4-BE49-F238E27FC236}">
                <a16:creationId xmlns:a16="http://schemas.microsoft.com/office/drawing/2014/main" id="{BD70236A-2689-4DED-91C4-9B9D38247FD3}"/>
              </a:ext>
            </a:extLst>
          </p:cNvPr>
          <p:cNvSpPr>
            <a:spLocks xmlns:a="http://schemas.openxmlformats.org/drawingml/2006/main" noGrp="1"/>
          </p:cNvSpPr>
          <p:nvPr/>
        </p:nvSpPr>
        <p:spPr>
          <a:xfrm xmlns:a="http://schemas.openxmlformats.org/drawingml/2006/main">
            <a:off x="9401175" y="403860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Release + replay</a:t>
            </a:r>
          </a:p>
        </p:txBody>
      </p:sp>
      <p:sp>
        <p:nvSpPr>
          <p:cNvPr id="39" name="Kiểm thử lại-180">
            <a:extLst xmlns:a="http://schemas.openxmlformats.org/drawingml/2006/main">
              <a:ext uri="{FF2B5EF4-FFF2-40B4-BE49-F238E27FC236}">
                <a16:creationId xmlns:a16="http://schemas.microsoft.com/office/drawing/2014/main" id="{FF9EB1CA-1818-4AEF-9B91-EA5F0E47A69D}"/>
              </a:ext>
            </a:extLst>
          </p:cNvPr>
          <p:cNvSpPr>
            <a:spLocks xmlns:a="http://schemas.openxmlformats.org/drawingml/2006/main" noGrp="1"/>
          </p:cNvSpPr>
          <p:nvPr/>
        </p:nvSpPr>
        <p:spPr>
          <a:xfrm xmlns:a="http://schemas.openxmlformats.org/drawingml/2006/main">
            <a:off x="9305925" y="1666875"/>
            <a:ext cx="2476500" cy="10096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40" name="vtxt-181">
            <a:extLst xmlns:a="http://schemas.openxmlformats.org/drawingml/2006/main">
              <a:ext uri="{FF2B5EF4-FFF2-40B4-BE49-F238E27FC236}">
                <a16:creationId xmlns:a16="http://schemas.microsoft.com/office/drawing/2014/main" id="{B46D514A-EE9D-4B5D-90F5-EBD5AB0DB05E}"/>
              </a:ext>
            </a:extLst>
          </p:cNvPr>
          <p:cNvSpPr>
            <a:spLocks xmlns:a="http://schemas.openxmlformats.org/drawingml/2006/main" noGrp="1"/>
          </p:cNvSpPr>
          <p:nvPr/>
        </p:nvSpPr>
        <p:spPr>
          <a:xfrm xmlns:a="http://schemas.openxmlformats.org/drawingml/2006/main">
            <a:off x="9401175" y="1781175"/>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Kiểm thử lại</a:t>
            </a:r>
          </a:p>
        </p:txBody>
      </p:sp>
      <p:sp>
        <p:nvSpPr>
          <p:cNvPr id="41" name="vtxt-182">
            <a:extLst xmlns:a="http://schemas.openxmlformats.org/drawingml/2006/main">
              <a:ext uri="{FF2B5EF4-FFF2-40B4-BE49-F238E27FC236}">
                <a16:creationId xmlns:a16="http://schemas.microsoft.com/office/drawing/2014/main" id="{D5A3DD0F-552A-4F0B-93BD-C41D796803D0}"/>
              </a:ext>
            </a:extLst>
          </p:cNvPr>
          <p:cNvSpPr>
            <a:spLocks xmlns:a="http://schemas.openxmlformats.org/drawingml/2006/main" noGrp="1"/>
          </p:cNvSpPr>
          <p:nvPr/>
        </p:nvSpPr>
        <p:spPr>
          <a:xfrm xmlns:a="http://schemas.openxmlformats.org/drawingml/2006/main">
            <a:off x="9401175" y="2152650"/>
            <a:ext cx="228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Cùng scorer và test</a:t>
            </a:r>
          </a:p>
        </p:txBody>
      </p:sp>
      <p:sp>
        <p:nvSpPr>
          <p:cNvPr id="44" name="promote gate-183">
            <a:extLst xmlns:a="http://schemas.openxmlformats.org/drawingml/2006/main">
              <a:ext uri="{FF2B5EF4-FFF2-40B4-BE49-F238E27FC236}">
                <a16:creationId xmlns:a16="http://schemas.microsoft.com/office/drawing/2014/main" id="{729FCBD9-5B73-41E7-A938-B8C8F585711C}"/>
              </a:ext>
            </a:extLst>
          </p:cNvPr>
          <p:cNvSpPr>
            <a:spLocks xmlns:a="http://schemas.openxmlformats.org/drawingml/2006/main" noGrp="1"/>
          </p:cNvSpPr>
          <p:nvPr/>
        </p:nvSpPr>
        <p:spPr>
          <a:xfrm xmlns:a="http://schemas.openxmlformats.org/drawingml/2006/main">
            <a:off x="9601200" y="5153025"/>
            <a:ext cx="1038225" cy="1038225"/>
          </a:xfrm>
          <a:prstGeom xmlns:a="http://schemas.openxmlformats.org/drawingml/2006/main" prst="diamond">
            <a:avLst/>
          </a:prstGeom>
          <a:solidFill xmlns:a="http://schemas.openxmlformats.org/drawingml/2006/main">
            <a:srgbClr val="FFFFFF"/>
          </a:solidFill>
          <a:ln xmlns:a="http://schemas.openxmlformats.org/drawingml/2006/main" w="14288">
            <a:solidFill>
              <a:srgbClr val="00888C"/>
            </a:solidFill>
          </a:ln>
        </p:spPr>
      </p:sp>
      <p:sp>
        <p:nvSpPr>
          <p:cNvPr id="45" name="vtxt-184">
            <a:extLst xmlns:a="http://schemas.openxmlformats.org/drawingml/2006/main">
              <a:ext uri="{FF2B5EF4-FFF2-40B4-BE49-F238E27FC236}">
                <a16:creationId xmlns:a16="http://schemas.microsoft.com/office/drawing/2014/main" id="{AB36E90E-A9A2-4741-9BA2-82140B5D1EBF}"/>
              </a:ext>
            </a:extLst>
          </p:cNvPr>
          <p:cNvSpPr>
            <a:spLocks xmlns:a="http://schemas.openxmlformats.org/drawingml/2006/main" noGrp="1"/>
          </p:cNvSpPr>
          <p:nvPr/>
        </p:nvSpPr>
        <p:spPr>
          <a:xfrm xmlns:a="http://schemas.openxmlformats.org/drawingml/2006/main">
            <a:off x="9677400" y="5505450"/>
            <a:ext cx="885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00888C"/>
                </a:solidFill>
                <a:latin typeface="Arial"/>
                <a:ea typeface="Arial"/>
                <a:cs typeface="Arial"/>
              </a:defRPr>
            </a:defPPr>
          </a:lstStyle>
          <a:p xmlns:a="http://schemas.openxmlformats.org/drawingml/2006/main">
            <a:pPr algn="ctr">
              <a:defRPr sz="1575" b="1">
                <a:solidFill>
                  <a:srgbClr val="00888C"/>
                </a:solidFill>
                <a:latin typeface="Arial"/>
                <a:ea typeface="Arial"/>
                <a:cs typeface="Arial"/>
              </a:defRPr>
            </a:pPr>
            <a:r>
              <a:rPr sz="1575" b="1">
                <a:solidFill>
                  <a:srgbClr val="00888C"/>
                </a:solidFill>
                <a:latin typeface="Arial"/>
                <a:ea typeface="Arial"/>
                <a:cs typeface="Arial"/>
              </a:rPr>
              <a:t>Tốt hơn?</a:t>
            </a:r>
          </a:p>
        </p:txBody>
      </p:sp>
      <p:sp>
        <p:nvSpPr>
          <p:cNvPr id="46" name="route-anchor-185">
            <a:extLst xmlns:a="http://schemas.openxmlformats.org/drawingml/2006/main">
              <a:ext uri="{FF2B5EF4-FFF2-40B4-BE49-F238E27FC236}">
                <a16:creationId xmlns:a16="http://schemas.microsoft.com/office/drawing/2014/main" id="{4A1A9614-C7CC-47E0-8288-3FC78143FD26}"/>
              </a:ext>
            </a:extLst>
          </p:cNvPr>
          <p:cNvSpPr>
            <a:spLocks xmlns:a="http://schemas.openxmlformats.org/drawingml/2006/main" noGrp="1"/>
          </p:cNvSpPr>
          <p:nvPr/>
        </p:nvSpPr>
        <p:spPr>
          <a:xfrm xmlns:a="http://schemas.openxmlformats.org/drawingml/2006/main">
            <a:off x="11781473" y="21707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7" name="route-anchor-186">
            <a:extLst xmlns:a="http://schemas.openxmlformats.org/drawingml/2006/main">
              <a:ext uri="{FF2B5EF4-FFF2-40B4-BE49-F238E27FC236}">
                <a16:creationId xmlns:a16="http://schemas.microsoft.com/office/drawing/2014/main" id="{F2BF36C3-F530-4FA2-96EE-9C8F8A808752}"/>
              </a:ext>
            </a:extLst>
          </p:cNvPr>
          <p:cNvSpPr>
            <a:spLocks xmlns:a="http://schemas.openxmlformats.org/drawingml/2006/main" noGrp="1"/>
          </p:cNvSpPr>
          <p:nvPr/>
        </p:nvSpPr>
        <p:spPr>
          <a:xfrm xmlns:a="http://schemas.openxmlformats.org/drawingml/2006/main">
            <a:off x="11933873" y="21707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9" name="route-anchor-187">
            <a:extLst xmlns:a="http://schemas.openxmlformats.org/drawingml/2006/main">
              <a:ext uri="{FF2B5EF4-FFF2-40B4-BE49-F238E27FC236}">
                <a16:creationId xmlns:a16="http://schemas.microsoft.com/office/drawing/2014/main" id="{0FACF6D1-02EE-40F4-9082-454324EB8CCA}"/>
              </a:ext>
            </a:extLst>
          </p:cNvPr>
          <p:cNvSpPr>
            <a:spLocks xmlns:a="http://schemas.openxmlformats.org/drawingml/2006/main" noGrp="1"/>
          </p:cNvSpPr>
          <p:nvPr/>
        </p:nvSpPr>
        <p:spPr>
          <a:xfrm xmlns:a="http://schemas.openxmlformats.org/drawingml/2006/main">
            <a:off x="11933873" y="21707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0" name="route-anchor-188">
            <a:extLst xmlns:a="http://schemas.openxmlformats.org/drawingml/2006/main">
              <a:ext uri="{FF2B5EF4-FFF2-40B4-BE49-F238E27FC236}">
                <a16:creationId xmlns:a16="http://schemas.microsoft.com/office/drawing/2014/main" id="{34FF756E-C88B-44CE-AAF0-8C56CE79FB32}"/>
              </a:ext>
            </a:extLst>
          </p:cNvPr>
          <p:cNvSpPr>
            <a:spLocks xmlns:a="http://schemas.openxmlformats.org/drawingml/2006/main" noGrp="1"/>
          </p:cNvSpPr>
          <p:nvPr/>
        </p:nvSpPr>
        <p:spPr>
          <a:xfrm xmlns:a="http://schemas.openxmlformats.org/drawingml/2006/main">
            <a:off x="11933873" y="56664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2" name="route-anchor-189">
            <a:extLst xmlns:a="http://schemas.openxmlformats.org/drawingml/2006/main">
              <a:ext uri="{FF2B5EF4-FFF2-40B4-BE49-F238E27FC236}">
                <a16:creationId xmlns:a16="http://schemas.microsoft.com/office/drawing/2014/main" id="{F29503D6-F5BA-443E-ACEE-BCAC34152BD6}"/>
              </a:ext>
            </a:extLst>
          </p:cNvPr>
          <p:cNvSpPr>
            <a:spLocks xmlns:a="http://schemas.openxmlformats.org/drawingml/2006/main" noGrp="1"/>
          </p:cNvSpPr>
          <p:nvPr/>
        </p:nvSpPr>
        <p:spPr>
          <a:xfrm xmlns:a="http://schemas.openxmlformats.org/drawingml/2006/main">
            <a:off x="11933873" y="56664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3" name="route-anchor-190">
            <a:extLst xmlns:a="http://schemas.openxmlformats.org/drawingml/2006/main">
              <a:ext uri="{FF2B5EF4-FFF2-40B4-BE49-F238E27FC236}">
                <a16:creationId xmlns:a16="http://schemas.microsoft.com/office/drawing/2014/main" id="{932FEA7B-1C5D-4561-A200-95450685F4B6}"/>
              </a:ext>
            </a:extLst>
          </p:cNvPr>
          <p:cNvSpPr>
            <a:spLocks xmlns:a="http://schemas.openxmlformats.org/drawingml/2006/main" noGrp="1"/>
          </p:cNvSpPr>
          <p:nvPr/>
        </p:nvSpPr>
        <p:spPr>
          <a:xfrm xmlns:a="http://schemas.openxmlformats.org/drawingml/2006/main">
            <a:off x="10638473" y="56664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5" name="Cập nhật policy-191">
            <a:extLst xmlns:a="http://schemas.openxmlformats.org/drawingml/2006/main">
              <a:ext uri="{FF2B5EF4-FFF2-40B4-BE49-F238E27FC236}">
                <a16:creationId xmlns:a16="http://schemas.microsoft.com/office/drawing/2014/main" id="{615231BE-33A4-415B-A3FA-C7133DEECD66}"/>
              </a:ext>
            </a:extLst>
          </p:cNvPr>
          <p:cNvSpPr>
            <a:spLocks xmlns:a="http://schemas.openxmlformats.org/drawingml/2006/main" noGrp="1"/>
          </p:cNvSpPr>
          <p:nvPr/>
        </p:nvSpPr>
        <p:spPr>
          <a:xfrm xmlns:a="http://schemas.openxmlformats.org/drawingml/2006/main">
            <a:off x="6115050" y="5181600"/>
            <a:ext cx="2381250" cy="1009650"/>
          </a:xfrm>
          <a:prstGeom xmlns:a="http://schemas.openxmlformats.org/drawingml/2006/main" prst="rect">
            <a:avLst/>
          </a:prstGeom>
          <a:solidFill xmlns:a="http://schemas.openxmlformats.org/drawingml/2006/main">
            <a:srgbClr val="E7F5F3"/>
          </a:solidFill>
          <a:ln xmlns:a="http://schemas.openxmlformats.org/drawingml/2006/main" w="14288">
            <a:solidFill>
              <a:srgbClr val="00888C"/>
            </a:solidFill>
          </a:ln>
        </p:spPr>
      </p:sp>
      <p:sp>
        <p:nvSpPr>
          <p:cNvPr id="56" name="vtxt-192">
            <a:extLst xmlns:a="http://schemas.openxmlformats.org/drawingml/2006/main">
              <a:ext uri="{FF2B5EF4-FFF2-40B4-BE49-F238E27FC236}">
                <a16:creationId xmlns:a16="http://schemas.microsoft.com/office/drawing/2014/main" id="{CB9D8405-9E63-472B-8CB9-D351DF3D1F43}"/>
              </a:ext>
            </a:extLst>
          </p:cNvPr>
          <p:cNvSpPr>
            <a:spLocks xmlns:a="http://schemas.openxmlformats.org/drawingml/2006/main" noGrp="1"/>
          </p:cNvSpPr>
          <p:nvPr/>
        </p:nvSpPr>
        <p:spPr>
          <a:xfrm xmlns:a="http://schemas.openxmlformats.org/drawingml/2006/main">
            <a:off x="6210300" y="5295900"/>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00888C"/>
                </a:solidFill>
                <a:latin typeface="Arial"/>
                <a:ea typeface="Arial"/>
                <a:cs typeface="Arial"/>
              </a:defRPr>
            </a:defPPr>
          </a:lstStyle>
          <a:p xmlns:a="http://schemas.openxmlformats.org/drawingml/2006/main">
            <a:pPr algn="ctr">
              <a:defRPr sz="1875" b="1">
                <a:solidFill>
                  <a:srgbClr val="00888C"/>
                </a:solidFill>
                <a:latin typeface="Arial"/>
                <a:ea typeface="Arial"/>
                <a:cs typeface="Arial"/>
              </a:defRPr>
            </a:pPr>
            <a:r>
              <a:rPr sz="1875" b="1">
                <a:solidFill>
                  <a:srgbClr val="00888C"/>
                </a:solidFill>
                <a:latin typeface="Arial"/>
                <a:ea typeface="Arial"/>
                <a:cs typeface="Arial"/>
              </a:rPr>
              <a:t>Cập nhật policy</a:t>
            </a:r>
          </a:p>
        </p:txBody>
      </p:sp>
      <p:sp>
        <p:nvSpPr>
          <p:cNvPr id="57" name="vtxt-193">
            <a:extLst xmlns:a="http://schemas.openxmlformats.org/drawingml/2006/main">
              <a:ext uri="{FF2B5EF4-FFF2-40B4-BE49-F238E27FC236}">
                <a16:creationId xmlns:a16="http://schemas.microsoft.com/office/drawing/2014/main" id="{8D56200C-50AC-41EA-9CB6-CD5D0AF72D84}"/>
              </a:ext>
            </a:extLst>
          </p:cNvPr>
          <p:cNvSpPr>
            <a:spLocks xmlns:a="http://schemas.openxmlformats.org/drawingml/2006/main" noGrp="1"/>
          </p:cNvSpPr>
          <p:nvPr/>
        </p:nvSpPr>
        <p:spPr>
          <a:xfrm xmlns:a="http://schemas.openxmlformats.org/drawingml/2006/main">
            <a:off x="6210300" y="5667375"/>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Đạt chất lượng và chi phí</a:t>
            </a:r>
          </a:p>
        </p:txBody>
      </p:sp>
      <p:sp>
        <p:nvSpPr>
          <p:cNvPr id="59" name="vtxt-194">
            <a:extLst xmlns:a="http://schemas.openxmlformats.org/drawingml/2006/main">
              <a:ext uri="{FF2B5EF4-FFF2-40B4-BE49-F238E27FC236}">
                <a16:creationId xmlns:a16="http://schemas.microsoft.com/office/drawing/2014/main" id="{32A1A8B4-7E9A-4991-9877-EEB1E618A481}"/>
              </a:ext>
            </a:extLst>
          </p:cNvPr>
          <p:cNvSpPr>
            <a:spLocks xmlns:a="http://schemas.openxmlformats.org/drawingml/2006/main" noGrp="1"/>
          </p:cNvSpPr>
          <p:nvPr/>
        </p:nvSpPr>
        <p:spPr>
          <a:xfrm xmlns:a="http://schemas.openxmlformats.org/drawingml/2006/main">
            <a:off x="8677275" y="52578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00888C"/>
                </a:solidFill>
                <a:latin typeface="Arial"/>
                <a:ea typeface="Arial"/>
                <a:cs typeface="Arial"/>
              </a:defRPr>
            </a:defPPr>
          </a:lstStyle>
          <a:p xmlns:a="http://schemas.openxmlformats.org/drawingml/2006/main">
            <a:pPr algn="l">
              <a:defRPr sz="1500" b="1">
                <a:solidFill>
                  <a:srgbClr val="00888C"/>
                </a:solidFill>
                <a:latin typeface="Arial"/>
                <a:ea typeface="Arial"/>
                <a:cs typeface="Arial"/>
              </a:defRPr>
            </a:pPr>
            <a:r>
              <a:rPr sz="1500" b="1">
                <a:solidFill>
                  <a:srgbClr val="00888C"/>
                </a:solidFill>
                <a:latin typeface="Arial"/>
                <a:ea typeface="Arial"/>
                <a:cs typeface="Arial"/>
              </a:rPr>
              <a:t>Có</a:t>
            </a:r>
          </a:p>
        </p:txBody>
      </p:sp>
      <p:sp>
        <p:nvSpPr>
          <p:cNvPr id="60" name="route-anchor-195">
            <a:extLst xmlns:a="http://schemas.openxmlformats.org/drawingml/2006/main">
              <a:ext uri="{FF2B5EF4-FFF2-40B4-BE49-F238E27FC236}">
                <a16:creationId xmlns:a16="http://schemas.microsoft.com/office/drawing/2014/main" id="{C3C62503-8BAF-4F12-B426-B049CCB8CE0D}"/>
              </a:ext>
            </a:extLst>
          </p:cNvPr>
          <p:cNvSpPr>
            <a:spLocks xmlns:a="http://schemas.openxmlformats.org/drawingml/2006/main" noGrp="1"/>
          </p:cNvSpPr>
          <p:nvPr/>
        </p:nvSpPr>
        <p:spPr>
          <a:xfrm xmlns:a="http://schemas.openxmlformats.org/drawingml/2006/main">
            <a:off x="6114098" y="56854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1" name="route-anchor-196">
            <a:extLst xmlns:a="http://schemas.openxmlformats.org/drawingml/2006/main">
              <a:ext uri="{FF2B5EF4-FFF2-40B4-BE49-F238E27FC236}">
                <a16:creationId xmlns:a16="http://schemas.microsoft.com/office/drawing/2014/main" id="{C01F04D1-392B-4E85-8016-ABD001F9795A}"/>
              </a:ext>
            </a:extLst>
          </p:cNvPr>
          <p:cNvSpPr>
            <a:spLocks xmlns:a="http://schemas.openxmlformats.org/drawingml/2006/main" noGrp="1"/>
          </p:cNvSpPr>
          <p:nvPr/>
        </p:nvSpPr>
        <p:spPr>
          <a:xfrm xmlns:a="http://schemas.openxmlformats.org/drawingml/2006/main">
            <a:off x="2237423" y="56854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3" name="route-anchor-197">
            <a:extLst xmlns:a="http://schemas.openxmlformats.org/drawingml/2006/main">
              <a:ext uri="{FF2B5EF4-FFF2-40B4-BE49-F238E27FC236}">
                <a16:creationId xmlns:a16="http://schemas.microsoft.com/office/drawing/2014/main" id="{D0B591FE-7B32-4A6F-89B9-60E810B687C7}"/>
              </a:ext>
            </a:extLst>
          </p:cNvPr>
          <p:cNvSpPr>
            <a:spLocks xmlns:a="http://schemas.openxmlformats.org/drawingml/2006/main" noGrp="1"/>
          </p:cNvSpPr>
          <p:nvPr/>
        </p:nvSpPr>
        <p:spPr>
          <a:xfrm xmlns:a="http://schemas.openxmlformats.org/drawingml/2006/main">
            <a:off x="2237423" y="56854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4" name="route-anchor-198">
            <a:extLst xmlns:a="http://schemas.openxmlformats.org/drawingml/2006/main">
              <a:ext uri="{FF2B5EF4-FFF2-40B4-BE49-F238E27FC236}">
                <a16:creationId xmlns:a16="http://schemas.microsoft.com/office/drawing/2014/main" id="{05814142-2F58-4F8F-82A1-84EF9DDA7EC0}"/>
              </a:ext>
            </a:extLst>
          </p:cNvPr>
          <p:cNvSpPr>
            <a:spLocks xmlns:a="http://schemas.openxmlformats.org/drawingml/2006/main" noGrp="1"/>
          </p:cNvSpPr>
          <p:nvPr/>
        </p:nvSpPr>
        <p:spPr>
          <a:xfrm xmlns:a="http://schemas.openxmlformats.org/drawingml/2006/main">
            <a:off x="2237423" y="34185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6" name="vtxt-199">
            <a:extLst xmlns:a="http://schemas.openxmlformats.org/drawingml/2006/main">
              <a:ext uri="{FF2B5EF4-FFF2-40B4-BE49-F238E27FC236}">
                <a16:creationId xmlns:a16="http://schemas.microsoft.com/office/drawing/2014/main" id="{A80A086D-7665-4C0C-B95D-40830A6261EA}"/>
              </a:ext>
            </a:extLst>
          </p:cNvPr>
          <p:cNvSpPr>
            <a:spLocks xmlns:a="http://schemas.openxmlformats.org/drawingml/2006/main" noGrp="1"/>
          </p:cNvSpPr>
          <p:nvPr/>
        </p:nvSpPr>
        <p:spPr>
          <a:xfrm xmlns:a="http://schemas.openxmlformats.org/drawingml/2006/main">
            <a:off x="2657475" y="5743575"/>
            <a:ext cx="2800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1">
                <a:solidFill>
                  <a:srgbClr val="00888C"/>
                </a:solidFill>
                <a:latin typeface="Arial"/>
                <a:ea typeface="Arial"/>
                <a:cs typeface="Arial"/>
              </a:defRPr>
            </a:defPPr>
          </a:lstStyle>
          <a:p xmlns:a="http://schemas.openxmlformats.org/drawingml/2006/main">
            <a:pPr algn="ctr">
              <a:defRPr sz="1575" b="1">
                <a:solidFill>
                  <a:srgbClr val="00888C"/>
                </a:solidFill>
                <a:latin typeface="Arial"/>
                <a:ea typeface="Arial"/>
                <a:cs typeface="Arial"/>
              </a:defRPr>
            </a:pPr>
            <a:r>
              <a:rPr sz="1575" b="1">
                <a:solidFill>
                  <a:srgbClr val="00888C"/>
                </a:solidFill>
                <a:latin typeface="Arial"/>
                <a:ea typeface="Arial"/>
                <a:cs typeface="Arial"/>
              </a:rPr>
              <a:t>Vòng tiếp theo</a:t>
            </a:r>
          </a:p>
        </p:txBody>
      </p:sp>
      <p:sp>
        <p:nvSpPr>
          <p:cNvPr id="67" name="route-anchor-200">
            <a:extLst xmlns:a="http://schemas.openxmlformats.org/drawingml/2006/main">
              <a:ext uri="{FF2B5EF4-FFF2-40B4-BE49-F238E27FC236}">
                <a16:creationId xmlns:a16="http://schemas.microsoft.com/office/drawing/2014/main" id="{C65EF819-AEFC-423A-A3B6-6E5F578745BB}"/>
              </a:ext>
            </a:extLst>
          </p:cNvPr>
          <p:cNvSpPr>
            <a:spLocks xmlns:a="http://schemas.openxmlformats.org/drawingml/2006/main" noGrp="1"/>
          </p:cNvSpPr>
          <p:nvPr/>
        </p:nvSpPr>
        <p:spPr>
          <a:xfrm xmlns:a="http://schemas.openxmlformats.org/drawingml/2006/main">
            <a:off x="10124123" y="61902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68" name="route-anchor-201">
            <a:extLst xmlns:a="http://schemas.openxmlformats.org/drawingml/2006/main">
              <a:ext uri="{FF2B5EF4-FFF2-40B4-BE49-F238E27FC236}">
                <a16:creationId xmlns:a16="http://schemas.microsoft.com/office/drawing/2014/main" id="{C46F1DFD-4557-48EE-98F1-6438BDFABDE5}"/>
              </a:ext>
            </a:extLst>
          </p:cNvPr>
          <p:cNvSpPr>
            <a:spLocks xmlns:a="http://schemas.openxmlformats.org/drawingml/2006/main" noGrp="1"/>
          </p:cNvSpPr>
          <p:nvPr/>
        </p:nvSpPr>
        <p:spPr>
          <a:xfrm xmlns:a="http://schemas.openxmlformats.org/drawingml/2006/main">
            <a:off x="10124123" y="64569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0" name="route-anchor-202">
            <a:extLst xmlns:a="http://schemas.openxmlformats.org/drawingml/2006/main">
              <a:ext uri="{FF2B5EF4-FFF2-40B4-BE49-F238E27FC236}">
                <a16:creationId xmlns:a16="http://schemas.microsoft.com/office/drawing/2014/main" id="{B6772F28-9C4C-4F9D-BD16-216EB991CD76}"/>
              </a:ext>
            </a:extLst>
          </p:cNvPr>
          <p:cNvSpPr>
            <a:spLocks xmlns:a="http://schemas.openxmlformats.org/drawingml/2006/main" noGrp="1"/>
          </p:cNvSpPr>
          <p:nvPr/>
        </p:nvSpPr>
        <p:spPr>
          <a:xfrm xmlns:a="http://schemas.openxmlformats.org/drawingml/2006/main">
            <a:off x="10124123" y="64569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1" name="route-anchor-203">
            <a:extLst xmlns:a="http://schemas.openxmlformats.org/drawingml/2006/main">
              <a:ext uri="{FF2B5EF4-FFF2-40B4-BE49-F238E27FC236}">
                <a16:creationId xmlns:a16="http://schemas.microsoft.com/office/drawing/2014/main" id="{C498F7BB-C99D-48F8-A79D-A91ECBCB2C23}"/>
              </a:ext>
            </a:extLst>
          </p:cNvPr>
          <p:cNvSpPr>
            <a:spLocks xmlns:a="http://schemas.openxmlformats.org/drawingml/2006/main" noGrp="1"/>
          </p:cNvSpPr>
          <p:nvPr/>
        </p:nvSpPr>
        <p:spPr>
          <a:xfrm xmlns:a="http://schemas.openxmlformats.org/drawingml/2006/main">
            <a:off x="3761423" y="64569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3" name="route-anchor-204">
            <a:extLst xmlns:a="http://schemas.openxmlformats.org/drawingml/2006/main">
              <a:ext uri="{FF2B5EF4-FFF2-40B4-BE49-F238E27FC236}">
                <a16:creationId xmlns:a16="http://schemas.microsoft.com/office/drawing/2014/main" id="{5AF60D6A-4893-4705-9FC1-0BA9834E72AE}"/>
              </a:ext>
            </a:extLst>
          </p:cNvPr>
          <p:cNvSpPr>
            <a:spLocks xmlns:a="http://schemas.openxmlformats.org/drawingml/2006/main" noGrp="1"/>
          </p:cNvSpPr>
          <p:nvPr/>
        </p:nvSpPr>
        <p:spPr>
          <a:xfrm xmlns:a="http://schemas.openxmlformats.org/drawingml/2006/main">
            <a:off x="3761423" y="64569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4" name="route-anchor-205">
            <a:extLst xmlns:a="http://schemas.openxmlformats.org/drawingml/2006/main">
              <a:ext uri="{FF2B5EF4-FFF2-40B4-BE49-F238E27FC236}">
                <a16:creationId xmlns:a16="http://schemas.microsoft.com/office/drawing/2014/main" id="{8605E8A2-7D81-4A90-B8E5-895A391831EF}"/>
              </a:ext>
            </a:extLst>
          </p:cNvPr>
          <p:cNvSpPr>
            <a:spLocks xmlns:a="http://schemas.openxmlformats.org/drawingml/2006/main" noGrp="1"/>
          </p:cNvSpPr>
          <p:nvPr/>
        </p:nvSpPr>
        <p:spPr>
          <a:xfrm xmlns:a="http://schemas.openxmlformats.org/drawingml/2006/main">
            <a:off x="3761423" y="28660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6" name="route-anchor-206">
            <a:extLst xmlns:a="http://schemas.openxmlformats.org/drawingml/2006/main">
              <a:ext uri="{FF2B5EF4-FFF2-40B4-BE49-F238E27FC236}">
                <a16:creationId xmlns:a16="http://schemas.microsoft.com/office/drawing/2014/main" id="{31AB3E06-7F99-4366-A9DE-25EEE0F26366}"/>
              </a:ext>
            </a:extLst>
          </p:cNvPr>
          <p:cNvSpPr>
            <a:spLocks xmlns:a="http://schemas.openxmlformats.org/drawingml/2006/main" noGrp="1"/>
          </p:cNvSpPr>
          <p:nvPr/>
        </p:nvSpPr>
        <p:spPr>
          <a:xfrm xmlns:a="http://schemas.openxmlformats.org/drawingml/2006/main">
            <a:off x="3761423" y="28660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7" name="route-anchor-207">
            <a:extLst xmlns:a="http://schemas.openxmlformats.org/drawingml/2006/main">
              <a:ext uri="{FF2B5EF4-FFF2-40B4-BE49-F238E27FC236}">
                <a16:creationId xmlns:a16="http://schemas.microsoft.com/office/drawing/2014/main" id="{1D509AD7-B1B3-496C-9EFC-C14AC2174ABE}"/>
              </a:ext>
            </a:extLst>
          </p:cNvPr>
          <p:cNvSpPr>
            <a:spLocks xmlns:a="http://schemas.openxmlformats.org/drawingml/2006/main" noGrp="1"/>
          </p:cNvSpPr>
          <p:nvPr/>
        </p:nvSpPr>
        <p:spPr>
          <a:xfrm xmlns:a="http://schemas.openxmlformats.org/drawingml/2006/main">
            <a:off x="4009073" y="286607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79" name="vtxt-208">
            <a:extLst xmlns:a="http://schemas.openxmlformats.org/drawingml/2006/main">
              <a:ext uri="{FF2B5EF4-FFF2-40B4-BE49-F238E27FC236}">
                <a16:creationId xmlns:a16="http://schemas.microsoft.com/office/drawing/2014/main" id="{C9D8D71B-2A66-4276-A6A7-173096C4B6D4}"/>
              </a:ext>
            </a:extLst>
          </p:cNvPr>
          <p:cNvSpPr>
            <a:spLocks xmlns:a="http://schemas.openxmlformats.org/drawingml/2006/main" noGrp="1"/>
          </p:cNvSpPr>
          <p:nvPr/>
        </p:nvSpPr>
        <p:spPr>
          <a:xfrm xmlns:a="http://schemas.openxmlformats.org/drawingml/2006/main">
            <a:off x="3990975" y="6219825"/>
            <a:ext cx="52673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1">
                <a:solidFill>
                  <a:srgbClr val="B23A45"/>
                </a:solidFill>
                <a:latin typeface="Arial"/>
                <a:ea typeface="Arial"/>
                <a:cs typeface="Arial"/>
              </a:defRPr>
            </a:defPPr>
          </a:lstStyle>
          <a:p xmlns:a="http://schemas.openxmlformats.org/drawingml/2006/main">
            <a:pPr algn="ctr">
              <a:defRPr sz="1350" b="1">
                <a:solidFill>
                  <a:srgbClr val="B23A45"/>
                </a:solidFill>
                <a:latin typeface="Arial"/>
                <a:ea typeface="Arial"/>
                <a:cs typeface="Arial"/>
              </a:defRPr>
            </a:pPr>
            <a:r>
              <a:rPr sz="1350" b="1">
                <a:solidFill>
                  <a:srgbClr val="B23A45"/>
                </a:solidFill>
                <a:latin typeface="Arial"/>
                <a:ea typeface="Arial"/>
                <a:cs typeface="Arial"/>
              </a:rPr>
              <a:t>Chưa: giữ baseline và phân tích lại</a:t>
            </a:r>
          </a:p>
        </p:txBody>
      </p:sp>
    </p:spTree>
    <p:extLst>
      <p:ext uri="{BB962C8B-B14F-4D97-AF65-F5344CB8AC3E}">
        <p14:creationId xmlns:p14="http://schemas.microsoft.com/office/powerpoint/2010/main" val="419144437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0FDAA0DA-B7EF-4194-9E78-5E69A7387DDE}"/>
              </a:ext>
            </a:extLst>
          </p:cNvPr>
          <p:cNvCxnSpPr>
            <a:stCxn xmlns:a="http://schemas.openxmlformats.org/drawingml/2006/main" id="20" idx="3"/>
            <a:endCxn xmlns:a="http://schemas.openxmlformats.org/drawingml/2006/main" id="23" idx="1"/>
          </p:cNvCxnSpPr>
          <p:nvPr/>
        </p:nvCxnSpPr>
        <p:spPr>
          <a:xfrm xmlns:a="http://schemas.openxmlformats.org/drawingml/2006/main">
            <a:off x="8839200" y="5210175"/>
            <a:ext cx="40005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22" name="">
            <a:extLst xmlns:a="http://schemas.openxmlformats.org/drawingml/2006/main">
              <a:ext uri="{FF2B5EF4-FFF2-40B4-BE49-F238E27FC236}">
                <a16:creationId xmlns:a16="http://schemas.microsoft.com/office/drawing/2014/main" id="{7DA3D5B9-FC68-4219-B33E-4CD74666036C}"/>
              </a:ext>
            </a:extLst>
          </p:cNvPr>
          <p:cNvCxnSpPr>
            <a:stCxn xmlns:a="http://schemas.openxmlformats.org/drawingml/2006/main" id="17" idx="3"/>
            <a:endCxn xmlns:a="http://schemas.openxmlformats.org/drawingml/2006/main" id="20" idx="1"/>
          </p:cNvCxnSpPr>
          <p:nvPr/>
        </p:nvCxnSpPr>
        <p:spPr>
          <a:xfrm xmlns:a="http://schemas.openxmlformats.org/drawingml/2006/main">
            <a:off x="5895975" y="5210175"/>
            <a:ext cx="40005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19" name="">
            <a:extLst xmlns:a="http://schemas.openxmlformats.org/drawingml/2006/main">
              <a:ext uri="{FF2B5EF4-FFF2-40B4-BE49-F238E27FC236}">
                <a16:creationId xmlns:a16="http://schemas.microsoft.com/office/drawing/2014/main" id="{8489E8F6-063C-4CC3-B13C-D86D756402A8}"/>
              </a:ext>
            </a:extLst>
          </p:cNvPr>
          <p:cNvCxnSpPr>
            <a:stCxn xmlns:a="http://schemas.openxmlformats.org/drawingml/2006/main" id="15" idx="3"/>
            <a:endCxn xmlns:a="http://schemas.openxmlformats.org/drawingml/2006/main" id="17" idx="1"/>
          </p:cNvCxnSpPr>
          <p:nvPr/>
        </p:nvCxnSpPr>
        <p:spPr>
          <a:xfrm xmlns:a="http://schemas.openxmlformats.org/drawingml/2006/main">
            <a:off x="2952750" y="5210175"/>
            <a:ext cx="40005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35D54FA1-D87D-4858-BD0A-A7319B4447F4}"/>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29" name="vtxt-209">
            <a:extLst xmlns:a="http://schemas.openxmlformats.org/drawingml/2006/main">
              <a:ext uri="{FF2B5EF4-FFF2-40B4-BE49-F238E27FC236}">
                <a16:creationId xmlns:a16="http://schemas.microsoft.com/office/drawing/2014/main" id="{7A55F4CC-0C00-4F01-805C-ACD5D3AA58AF}"/>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Demo đề xuất: Ψ₀ + SIMPLE</a:t>
            </a:r>
          </a:p>
        </p:txBody>
      </p:sp>
      <p:sp>
        <p:nvSpPr>
          <p:cNvPr id="2" name="route-anchor-210">
            <a:extLst xmlns:a="http://schemas.openxmlformats.org/drawingml/2006/main">
              <a:ext uri="{FF2B5EF4-FFF2-40B4-BE49-F238E27FC236}">
                <a16:creationId xmlns:a16="http://schemas.microsoft.com/office/drawing/2014/main" id="{E2656FDD-B91D-4DD4-90B1-FC49B9BCEC91}"/>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211">
            <a:extLst xmlns:a="http://schemas.openxmlformats.org/drawingml/2006/main">
              <a:ext uri="{FF2B5EF4-FFF2-40B4-BE49-F238E27FC236}">
                <a16:creationId xmlns:a16="http://schemas.microsoft.com/office/drawing/2014/main" id="{699DB9DD-461A-449A-8E44-06BA9E8A1FA2}"/>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212">
            <a:extLst xmlns:a="http://schemas.openxmlformats.org/drawingml/2006/main">
              <a:ext uri="{FF2B5EF4-FFF2-40B4-BE49-F238E27FC236}">
                <a16:creationId xmlns:a16="http://schemas.microsoft.com/office/drawing/2014/main" id="{8FB64510-16AF-407F-BE8F-A71DA7FBE872}"/>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MVP mô phỏng có code, checkpoint và dataset công khai. Target cần thực nghiệm</a:t>
            </a:r>
          </a:p>
        </p:txBody>
      </p:sp>
      <p:sp>
        <p:nvSpPr>
          <p:cNvPr id="6" name="vtxt-213">
            <a:extLst xmlns:a="http://schemas.openxmlformats.org/drawingml/2006/main">
              <a:ext uri="{FF2B5EF4-FFF2-40B4-BE49-F238E27FC236}">
                <a16:creationId xmlns:a16="http://schemas.microsoft.com/office/drawing/2014/main" id="{387EB28E-DC75-41AD-B311-ABB27F17CACA}"/>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09 / 12</a:t>
            </a:r>
          </a:p>
        </p:txBody>
      </p:sp>
      <p:pic>
        <p:nvPicPr>
          <p:cNvPr id="7" name="">
            <a:extLst xmlns:a="http://schemas.openxmlformats.org/drawingml/2006/main">
              <a:ext uri="{FF2B5EF4-FFF2-40B4-BE49-F238E27FC236}">
                <a16:creationId xmlns:a16="http://schemas.microsoft.com/office/drawing/2014/main" id="{DBFBF325-8B63-43C0-8495-5F67D02A6682}"/>
              </a:ext>
            </a:extLst>
          </p:cNvPr>
          <p:cNvPicPr>
            <a:picLocks xmlns:a="http://schemas.openxmlformats.org/drawingml/2006/main" noChangeAspect="1"/>
          </p:cNvPicPr>
          <p:nvPr/>
        </p:nvPicPr>
        <p:blipFill>
          <a:blip xmlns:r="http://schemas.openxmlformats.org/officeDocument/2006/relationships" xmlns:a="http://schemas.openxmlformats.org/drawingml/2006/main" r:embed="R60beb98bbfa3466b"/>
          <a:stretch xmlns:a="http://schemas.openxmlformats.org/drawingml/2006/main"/>
        </p:blipFill>
        <p:spPr>
          <a:xfrm xmlns:a="http://schemas.openxmlformats.org/drawingml/2006/main">
            <a:off x="400050" y="1777399"/>
            <a:ext cx="6743700" cy="2703126"/>
          </a:xfrm>
          <a:prstGeom xmlns:a="http://schemas.openxmlformats.org/drawingml/2006/main" prst="rect">
            <a:avLst/>
          </a:prstGeom>
        </p:spPr>
      </p:pic>
      <p:sp>
        <p:nvSpPr>
          <p:cNvPr id="8" name="vtxt-214">
            <a:extLst xmlns:a="http://schemas.openxmlformats.org/drawingml/2006/main">
              <a:ext uri="{FF2B5EF4-FFF2-40B4-BE49-F238E27FC236}">
                <a16:creationId xmlns:a16="http://schemas.microsoft.com/office/drawing/2014/main" id="{EC05DBD0-2FD3-4F55-BFDB-DC68710FB19B}"/>
              </a:ext>
            </a:extLst>
          </p:cNvPr>
          <p:cNvSpPr>
            <a:spLocks xmlns:a="http://schemas.openxmlformats.org/drawingml/2006/main" noGrp="1"/>
          </p:cNvSpPr>
          <p:nvPr/>
        </p:nvSpPr>
        <p:spPr>
          <a:xfrm xmlns:a="http://schemas.openxmlformats.org/drawingml/2006/main">
            <a:off x="7620000" y="159067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277EC0"/>
                </a:solidFill>
                <a:latin typeface="Arial"/>
                <a:ea typeface="Arial"/>
                <a:cs typeface="Arial"/>
              </a:defRPr>
            </a:defPPr>
          </a:lstStyle>
          <a:p xmlns:a="http://schemas.openxmlformats.org/drawingml/2006/main">
            <a:pPr algn="l">
              <a:defRPr sz="2175" b="1">
                <a:solidFill>
                  <a:srgbClr val="277EC0"/>
                </a:solidFill>
                <a:latin typeface="Arial"/>
                <a:ea typeface="Arial"/>
                <a:cs typeface="Arial"/>
              </a:defRPr>
            </a:pPr>
            <a:r>
              <a:rPr sz="2175" b="1">
                <a:solidFill>
                  <a:srgbClr val="277EC0"/>
                </a:solidFill>
                <a:latin typeface="Arial"/>
                <a:ea typeface="Arial"/>
                <a:cs typeface="Arial"/>
              </a:rPr>
              <a:t>Một task gắp–đặt</a:t>
            </a:r>
          </a:p>
        </p:txBody>
      </p:sp>
      <p:sp>
        <p:nvSpPr>
          <p:cNvPr id="9" name="vtxt-215">
            <a:extLst xmlns:a="http://schemas.openxmlformats.org/drawingml/2006/main">
              <a:ext uri="{FF2B5EF4-FFF2-40B4-BE49-F238E27FC236}">
                <a16:creationId xmlns:a16="http://schemas.microsoft.com/office/drawing/2014/main" id="{A0CA56E7-E9B7-4968-B75F-388D05734511}"/>
              </a:ext>
            </a:extLst>
          </p:cNvPr>
          <p:cNvSpPr>
            <a:spLocks xmlns:a="http://schemas.openxmlformats.org/drawingml/2006/main" noGrp="1"/>
          </p:cNvSpPr>
          <p:nvPr/>
        </p:nvSpPr>
        <p:spPr>
          <a:xfrm xmlns:a="http://schemas.openxmlformats.org/drawingml/2006/main">
            <a:off x="7620000" y="20764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73451"/>
                </a:solidFill>
                <a:latin typeface="Arial"/>
                <a:ea typeface="Arial"/>
                <a:cs typeface="Arial"/>
              </a:defRPr>
            </a:defPPr>
          </a:lstStyle>
          <a:p xmlns:a="http://schemas.openxmlformats.org/drawingml/2006/main">
            <a:pPr algn="l">
              <a:defRPr sz="1875" b="1">
                <a:solidFill>
                  <a:srgbClr val="173451"/>
                </a:solidFill>
                <a:latin typeface="Arial"/>
                <a:ea typeface="Arial"/>
                <a:cs typeface="Arial"/>
              </a:defRPr>
            </a:pPr>
            <a:r>
              <a:rPr sz="1875" b="1">
                <a:solidFill>
                  <a:srgbClr val="173451"/>
                </a:solidFill>
                <a:latin typeface="Arial"/>
                <a:ea typeface="Arial"/>
                <a:cs typeface="Arial"/>
              </a:rPr>
              <a:t>G1 / SIMPLE</a:t>
            </a:r>
          </a:p>
        </p:txBody>
      </p:sp>
      <p:sp>
        <p:nvSpPr>
          <p:cNvPr id="10" name="vtxt-216">
            <a:extLst xmlns:a="http://schemas.openxmlformats.org/drawingml/2006/main">
              <a:ext uri="{FF2B5EF4-FFF2-40B4-BE49-F238E27FC236}">
                <a16:creationId xmlns:a16="http://schemas.microsoft.com/office/drawing/2014/main" id="{EE2DD796-625C-414A-8870-60B8FEDD16B4}"/>
              </a:ext>
            </a:extLst>
          </p:cNvPr>
          <p:cNvSpPr>
            <a:spLocks xmlns:a="http://schemas.openxmlformats.org/drawingml/2006/main" noGrp="1"/>
          </p:cNvSpPr>
          <p:nvPr/>
        </p:nvSpPr>
        <p:spPr>
          <a:xfrm xmlns:a="http://schemas.openxmlformats.org/drawingml/2006/main">
            <a:off x="7620000" y="2714625"/>
            <a:ext cx="1733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D87EA8"/>
                </a:solidFill>
                <a:latin typeface="Arial"/>
                <a:ea typeface="Arial"/>
                <a:cs typeface="Arial"/>
              </a:defRPr>
            </a:defPPr>
          </a:lstStyle>
          <a:p xmlns:a="http://schemas.openxmlformats.org/drawingml/2006/main">
            <a:pPr algn="l">
              <a:defRPr sz="1575" b="1">
                <a:solidFill>
                  <a:srgbClr val="D87EA8"/>
                </a:solidFill>
                <a:latin typeface="Arial"/>
                <a:ea typeface="Arial"/>
                <a:cs typeface="Arial"/>
              </a:defRPr>
            </a:pPr>
            <a:r>
              <a:rPr sz="1575" b="1">
                <a:solidFill>
                  <a:srgbClr val="D87EA8"/>
                </a:solidFill>
                <a:latin typeface="Arial"/>
                <a:ea typeface="Arial"/>
                <a:cs typeface="Arial"/>
              </a:rPr>
              <a:t>Human prior</a:t>
            </a:r>
          </a:p>
        </p:txBody>
      </p:sp>
      <p:sp>
        <p:nvSpPr>
          <p:cNvPr id="11" name="vtxt-217">
            <a:extLst xmlns:a="http://schemas.openxmlformats.org/drawingml/2006/main">
              <a:ext uri="{FF2B5EF4-FFF2-40B4-BE49-F238E27FC236}">
                <a16:creationId xmlns:a16="http://schemas.microsoft.com/office/drawing/2014/main" id="{A6FE970A-ACD6-4BB5-BFAC-87BF4237AEF0}"/>
              </a:ext>
            </a:extLst>
          </p:cNvPr>
          <p:cNvSpPr>
            <a:spLocks xmlns:a="http://schemas.openxmlformats.org/drawingml/2006/main" noGrp="1"/>
          </p:cNvSpPr>
          <p:nvPr/>
        </p:nvSpPr>
        <p:spPr>
          <a:xfrm xmlns:a="http://schemas.openxmlformats.org/drawingml/2006/main">
            <a:off x="7620000" y="3114675"/>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73451"/>
                </a:solidFill>
                <a:latin typeface="Arial"/>
                <a:ea typeface="Arial"/>
                <a:cs typeface="Arial"/>
              </a:defRPr>
            </a:defPPr>
          </a:lstStyle>
          <a:p xmlns:a="http://schemas.openxmlformats.org/drawingml/2006/main">
            <a:pPr algn="l">
              <a:defRPr sz="1725" b="0">
                <a:solidFill>
                  <a:srgbClr val="173451"/>
                </a:solidFill>
                <a:latin typeface="Arial"/>
                <a:ea typeface="Arial"/>
                <a:cs typeface="Arial"/>
              </a:defRPr>
            </a:pPr>
            <a:r>
              <a:rPr sz="1725" b="0">
                <a:solidFill>
                  <a:srgbClr val="173451"/>
                </a:solidFill>
                <a:latin typeface="Arial"/>
                <a:ea typeface="Arial"/>
                <a:cs typeface="Arial"/>
              </a:rPr>
              <a:t>Checkpoint từ EgoDex</a:t>
            </a:r>
          </a:p>
        </p:txBody>
      </p:sp>
      <p:sp>
        <p:nvSpPr>
          <p:cNvPr id="12" name="vtxt-218">
            <a:extLst xmlns:a="http://schemas.openxmlformats.org/drawingml/2006/main">
              <a:ext uri="{FF2B5EF4-FFF2-40B4-BE49-F238E27FC236}">
                <a16:creationId xmlns:a16="http://schemas.microsoft.com/office/drawing/2014/main" id="{8F0BB383-EDE4-46FB-A909-FDDE7ADF9089}"/>
              </a:ext>
            </a:extLst>
          </p:cNvPr>
          <p:cNvSpPr>
            <a:spLocks xmlns:a="http://schemas.openxmlformats.org/drawingml/2006/main" noGrp="1"/>
          </p:cNvSpPr>
          <p:nvPr/>
        </p:nvSpPr>
        <p:spPr>
          <a:xfrm xmlns:a="http://schemas.openxmlformats.org/drawingml/2006/main">
            <a:off x="7620000" y="3676650"/>
            <a:ext cx="17335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E99B25"/>
                </a:solidFill>
                <a:latin typeface="Arial"/>
                <a:ea typeface="Arial"/>
                <a:cs typeface="Arial"/>
              </a:defRPr>
            </a:defPPr>
          </a:lstStyle>
          <a:p xmlns:a="http://schemas.openxmlformats.org/drawingml/2006/main">
            <a:pPr algn="l">
              <a:defRPr sz="1575" b="1">
                <a:solidFill>
                  <a:srgbClr val="E99B25"/>
                </a:solidFill>
                <a:latin typeface="Arial"/>
                <a:ea typeface="Arial"/>
                <a:cs typeface="Arial"/>
              </a:defRPr>
            </a:pPr>
            <a:r>
              <a:rPr sz="1575" b="1">
                <a:solidFill>
                  <a:srgbClr val="E99B25"/>
                </a:solidFill>
                <a:latin typeface="Arial"/>
                <a:ea typeface="Arial"/>
                <a:cs typeface="Arial"/>
              </a:rPr>
              <a:t>Teleop task</a:t>
            </a:r>
          </a:p>
        </p:txBody>
      </p:sp>
      <p:sp>
        <p:nvSpPr>
          <p:cNvPr id="13" name="vtxt-219">
            <a:extLst xmlns:a="http://schemas.openxmlformats.org/drawingml/2006/main">
              <a:ext uri="{FF2B5EF4-FFF2-40B4-BE49-F238E27FC236}">
                <a16:creationId xmlns:a16="http://schemas.microsoft.com/office/drawing/2014/main" id="{F464AE9B-09D9-409A-9E08-75EB24B31C9E}"/>
              </a:ext>
            </a:extLst>
          </p:cNvPr>
          <p:cNvSpPr>
            <a:spLocks xmlns:a="http://schemas.openxmlformats.org/drawingml/2006/main" noGrp="1"/>
          </p:cNvSpPr>
          <p:nvPr/>
        </p:nvSpPr>
        <p:spPr>
          <a:xfrm xmlns:a="http://schemas.openxmlformats.org/drawingml/2006/main">
            <a:off x="7620000" y="407670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173451"/>
                </a:solidFill>
                <a:latin typeface="Arial"/>
                <a:ea typeface="Arial"/>
                <a:cs typeface="Arial"/>
              </a:defRPr>
            </a:defPPr>
          </a:lstStyle>
          <a:p xmlns:a="http://schemas.openxmlformats.org/drawingml/2006/main">
            <a:pPr algn="l">
              <a:defRPr sz="1725" b="0">
                <a:solidFill>
                  <a:srgbClr val="173451"/>
                </a:solidFill>
                <a:latin typeface="Arial"/>
                <a:ea typeface="Arial"/>
                <a:cs typeface="Arial"/>
              </a:defRPr>
            </a:pPr>
            <a:r>
              <a:rPr sz="1725" b="0">
                <a:solidFill>
                  <a:srgbClr val="173451"/>
                </a:solidFill>
                <a:latin typeface="Arial"/>
                <a:ea typeface="Arial"/>
                <a:cs typeface="Arial"/>
              </a:rPr>
              <a:t>RGB + state + action</a:t>
            </a:r>
          </a:p>
        </p:txBody>
      </p:sp>
      <p:sp>
        <p:nvSpPr>
          <p:cNvPr id="14" name="vtxt-220">
            <a:extLst xmlns:a="http://schemas.openxmlformats.org/drawingml/2006/main">
              <a:ext uri="{FF2B5EF4-FFF2-40B4-BE49-F238E27FC236}">
                <a16:creationId xmlns:a16="http://schemas.microsoft.com/office/drawing/2014/main" id="{22CC4C1E-D624-401F-9341-C878D920B38C}"/>
              </a:ext>
            </a:extLst>
          </p:cNvPr>
          <p:cNvSpPr>
            <a:spLocks xmlns:a="http://schemas.openxmlformats.org/drawingml/2006/main" noGrp="1"/>
          </p:cNvSpPr>
          <p:nvPr/>
        </p:nvSpPr>
        <p:spPr>
          <a:xfrm xmlns:a="http://schemas.openxmlformats.org/drawingml/2006/main">
            <a:off x="7620000" y="4514850"/>
            <a:ext cx="4095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96D7C"/>
                </a:solidFill>
                <a:latin typeface="Arial"/>
                <a:ea typeface="Arial"/>
                <a:cs typeface="Arial"/>
              </a:defRPr>
            </a:defPPr>
          </a:lstStyle>
          <a:p xmlns:a="http://schemas.openxmlformats.org/drawingml/2006/main">
            <a:pPr algn="l">
              <a:defRPr sz="1350" b="0">
                <a:solidFill>
                  <a:srgbClr val="596D7C"/>
                </a:solidFill>
                <a:latin typeface="Arial"/>
                <a:ea typeface="Arial"/>
                <a:cs typeface="Arial"/>
              </a:defRPr>
            </a:pPr>
            <a:r>
              <a:rPr sz="1350" b="0">
                <a:solidFill>
                  <a:srgbClr val="596D7C"/>
                </a:solidFill>
                <a:latin typeface="Arial"/>
                <a:ea typeface="Arial"/>
                <a:cs typeface="Arial"/>
              </a:rPr>
              <a:t>Task: BendPickAndPlaceTeleop</a:t>
            </a:r>
          </a:p>
        </p:txBody>
      </p:sp>
      <p:sp>
        <p:nvSpPr>
          <p:cNvPr id="15" name="component-221">
            <a:extLst xmlns:a="http://schemas.openxmlformats.org/drawingml/2006/main">
              <a:ext uri="{FF2B5EF4-FFF2-40B4-BE49-F238E27FC236}">
                <a16:creationId xmlns:a16="http://schemas.microsoft.com/office/drawing/2014/main" id="{9ECE1E77-856D-43C6-8DDD-561A08121AB7}"/>
              </a:ext>
            </a:extLst>
          </p:cNvPr>
          <p:cNvSpPr>
            <a:spLocks xmlns:a="http://schemas.openxmlformats.org/drawingml/2006/main" noGrp="1"/>
          </p:cNvSpPr>
          <p:nvPr/>
        </p:nvSpPr>
        <p:spPr>
          <a:xfrm xmlns:a="http://schemas.openxmlformats.org/drawingml/2006/main">
            <a:off x="409575" y="4895850"/>
            <a:ext cx="2543175" cy="6286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16" name="vtxt-222">
            <a:extLst xmlns:a="http://schemas.openxmlformats.org/drawingml/2006/main">
              <a:ext uri="{FF2B5EF4-FFF2-40B4-BE49-F238E27FC236}">
                <a16:creationId xmlns:a16="http://schemas.microsoft.com/office/drawing/2014/main" id="{DB31331A-E09C-4DBE-A383-1F729537FEAA}"/>
              </a:ext>
            </a:extLst>
          </p:cNvPr>
          <p:cNvSpPr>
            <a:spLocks xmlns:a="http://schemas.openxmlformats.org/drawingml/2006/main" noGrp="1"/>
          </p:cNvSpPr>
          <p:nvPr/>
        </p:nvSpPr>
        <p:spPr>
          <a:xfrm xmlns:a="http://schemas.openxmlformats.org/drawingml/2006/main">
            <a:off x="504825" y="5048250"/>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277EC0"/>
                </a:solidFill>
                <a:latin typeface="Arial"/>
                <a:ea typeface="Arial"/>
                <a:cs typeface="Arial"/>
              </a:defRPr>
            </a:defPPr>
          </a:lstStyle>
          <a:p xmlns:a="http://schemas.openxmlformats.org/drawingml/2006/main">
            <a:pPr algn="ctr">
              <a:defRPr sz="1725" b="1">
                <a:solidFill>
                  <a:srgbClr val="277EC0"/>
                </a:solidFill>
                <a:latin typeface="Arial"/>
                <a:ea typeface="Arial"/>
                <a:cs typeface="Arial"/>
              </a:defRPr>
            </a:pPr>
            <a:r>
              <a:rPr sz="1725" b="1">
                <a:solidFill>
                  <a:srgbClr val="277EC0"/>
                </a:solidFill>
                <a:latin typeface="Arial"/>
                <a:ea typeface="Arial"/>
                <a:cs typeface="Arial"/>
              </a:rPr>
              <a:t>Data + QA</a:t>
            </a:r>
          </a:p>
        </p:txBody>
      </p:sp>
      <p:sp>
        <p:nvSpPr>
          <p:cNvPr id="17" name="component-223">
            <a:extLst xmlns:a="http://schemas.openxmlformats.org/drawingml/2006/main">
              <a:ext uri="{FF2B5EF4-FFF2-40B4-BE49-F238E27FC236}">
                <a16:creationId xmlns:a16="http://schemas.microsoft.com/office/drawing/2014/main" id="{5FD45E9E-0310-4540-A72D-57C922F2389F}"/>
              </a:ext>
            </a:extLst>
          </p:cNvPr>
          <p:cNvSpPr>
            <a:spLocks xmlns:a="http://schemas.openxmlformats.org/drawingml/2006/main" noGrp="1"/>
          </p:cNvSpPr>
          <p:nvPr/>
        </p:nvSpPr>
        <p:spPr>
          <a:xfrm xmlns:a="http://schemas.openxmlformats.org/drawingml/2006/main">
            <a:off x="3352800" y="4895850"/>
            <a:ext cx="2543175" cy="6286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18" name="vtxt-224">
            <a:extLst xmlns:a="http://schemas.openxmlformats.org/drawingml/2006/main">
              <a:ext uri="{FF2B5EF4-FFF2-40B4-BE49-F238E27FC236}">
                <a16:creationId xmlns:a16="http://schemas.microsoft.com/office/drawing/2014/main" id="{28B13FD2-E241-434A-8921-CEEB62E0E16D}"/>
              </a:ext>
            </a:extLst>
          </p:cNvPr>
          <p:cNvSpPr>
            <a:spLocks xmlns:a="http://schemas.openxmlformats.org/drawingml/2006/main" noGrp="1"/>
          </p:cNvSpPr>
          <p:nvPr/>
        </p:nvSpPr>
        <p:spPr>
          <a:xfrm xmlns:a="http://schemas.openxmlformats.org/drawingml/2006/main">
            <a:off x="3448050" y="5048250"/>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76B900"/>
                </a:solidFill>
                <a:latin typeface="Arial"/>
                <a:ea typeface="Arial"/>
                <a:cs typeface="Arial"/>
              </a:defRPr>
            </a:defPPr>
          </a:lstStyle>
          <a:p xmlns:a="http://schemas.openxmlformats.org/drawingml/2006/main">
            <a:pPr algn="ctr">
              <a:defRPr sz="1725" b="1">
                <a:solidFill>
                  <a:srgbClr val="76B900"/>
                </a:solidFill>
                <a:latin typeface="Arial"/>
                <a:ea typeface="Arial"/>
                <a:cs typeface="Arial"/>
              </a:defRPr>
            </a:pPr>
            <a:r>
              <a:rPr sz="1725" b="1">
                <a:solidFill>
                  <a:srgbClr val="76B900"/>
                </a:solidFill>
                <a:latin typeface="Arial"/>
                <a:ea typeface="Arial"/>
                <a:cs typeface="Arial"/>
              </a:rPr>
              <a:t>Sinh trong sim</a:t>
            </a:r>
          </a:p>
        </p:txBody>
      </p:sp>
      <p:sp>
        <p:nvSpPr>
          <p:cNvPr id="20" name="component-225">
            <a:extLst xmlns:a="http://schemas.openxmlformats.org/drawingml/2006/main">
              <a:ext uri="{FF2B5EF4-FFF2-40B4-BE49-F238E27FC236}">
                <a16:creationId xmlns:a16="http://schemas.microsoft.com/office/drawing/2014/main" id="{07CCF08D-C5A9-44CA-B472-AC780D0BD91B}"/>
              </a:ext>
            </a:extLst>
          </p:cNvPr>
          <p:cNvSpPr>
            <a:spLocks xmlns:a="http://schemas.openxmlformats.org/drawingml/2006/main" noGrp="1"/>
          </p:cNvSpPr>
          <p:nvPr/>
        </p:nvSpPr>
        <p:spPr>
          <a:xfrm xmlns:a="http://schemas.openxmlformats.org/drawingml/2006/main">
            <a:off x="6296025" y="4895850"/>
            <a:ext cx="2543175" cy="6286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21" name="vtxt-226">
            <a:extLst xmlns:a="http://schemas.openxmlformats.org/drawingml/2006/main">
              <a:ext uri="{FF2B5EF4-FFF2-40B4-BE49-F238E27FC236}">
                <a16:creationId xmlns:a16="http://schemas.microsoft.com/office/drawing/2014/main" id="{4493EED5-456A-457B-BCBE-1054D44BAF38}"/>
              </a:ext>
            </a:extLst>
          </p:cNvPr>
          <p:cNvSpPr>
            <a:spLocks xmlns:a="http://schemas.openxmlformats.org/drawingml/2006/main" noGrp="1"/>
          </p:cNvSpPr>
          <p:nvPr/>
        </p:nvSpPr>
        <p:spPr>
          <a:xfrm xmlns:a="http://schemas.openxmlformats.org/drawingml/2006/main">
            <a:off x="6391275" y="5048250"/>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277EC0"/>
                </a:solidFill>
                <a:latin typeface="Arial"/>
                <a:ea typeface="Arial"/>
                <a:cs typeface="Arial"/>
              </a:defRPr>
            </a:defPPr>
          </a:lstStyle>
          <a:p xmlns:a="http://schemas.openxmlformats.org/drawingml/2006/main">
            <a:pPr algn="ctr">
              <a:defRPr sz="1725" b="1">
                <a:solidFill>
                  <a:srgbClr val="277EC0"/>
                </a:solidFill>
                <a:latin typeface="Arial"/>
                <a:ea typeface="Arial"/>
                <a:cs typeface="Arial"/>
              </a:defRPr>
            </a:pPr>
            <a:r>
              <a:rPr sz="1725" b="1">
                <a:solidFill>
                  <a:srgbClr val="277EC0"/>
                </a:solidFill>
                <a:latin typeface="Arial"/>
                <a:ea typeface="Arial"/>
                <a:cs typeface="Arial"/>
              </a:rPr>
              <a:t>Fine-tune Ψ₀</a:t>
            </a:r>
          </a:p>
        </p:txBody>
      </p:sp>
      <p:sp>
        <p:nvSpPr>
          <p:cNvPr id="23" name="component-227">
            <a:extLst xmlns:a="http://schemas.openxmlformats.org/drawingml/2006/main">
              <a:ext uri="{FF2B5EF4-FFF2-40B4-BE49-F238E27FC236}">
                <a16:creationId xmlns:a16="http://schemas.microsoft.com/office/drawing/2014/main" id="{5BF3E0A1-A51D-4E83-9B12-F00F73EE4C13}"/>
              </a:ext>
            </a:extLst>
          </p:cNvPr>
          <p:cNvSpPr>
            <a:spLocks xmlns:a="http://schemas.openxmlformats.org/drawingml/2006/main" noGrp="1"/>
          </p:cNvSpPr>
          <p:nvPr/>
        </p:nvSpPr>
        <p:spPr>
          <a:xfrm xmlns:a="http://schemas.openxmlformats.org/drawingml/2006/main">
            <a:off x="9239250" y="4895850"/>
            <a:ext cx="2543175" cy="6286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24" name="vtxt-228">
            <a:extLst xmlns:a="http://schemas.openxmlformats.org/drawingml/2006/main">
              <a:ext uri="{FF2B5EF4-FFF2-40B4-BE49-F238E27FC236}">
                <a16:creationId xmlns:a16="http://schemas.microsoft.com/office/drawing/2014/main" id="{6D92F3CA-7342-4B6A-80E0-D7CBC7339D16}"/>
              </a:ext>
            </a:extLst>
          </p:cNvPr>
          <p:cNvSpPr>
            <a:spLocks xmlns:a="http://schemas.openxmlformats.org/drawingml/2006/main" noGrp="1"/>
          </p:cNvSpPr>
          <p:nvPr/>
        </p:nvSpPr>
        <p:spPr>
          <a:xfrm xmlns:a="http://schemas.openxmlformats.org/drawingml/2006/main">
            <a:off x="9334500" y="5048250"/>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1">
                <a:solidFill>
                  <a:srgbClr val="277EC0"/>
                </a:solidFill>
                <a:latin typeface="Arial"/>
                <a:ea typeface="Arial"/>
                <a:cs typeface="Arial"/>
              </a:defRPr>
            </a:defPPr>
          </a:lstStyle>
          <a:p xmlns:a="http://schemas.openxmlformats.org/drawingml/2006/main">
            <a:pPr algn="ctr">
              <a:defRPr sz="1725" b="1">
                <a:solidFill>
                  <a:srgbClr val="277EC0"/>
                </a:solidFill>
                <a:latin typeface="Arial"/>
                <a:ea typeface="Arial"/>
                <a:cs typeface="Arial"/>
              </a:defRPr>
            </a:pPr>
            <a:r>
              <a:rPr sz="1725" b="1">
                <a:solidFill>
                  <a:srgbClr val="277EC0"/>
                </a:solidFill>
                <a:latin typeface="Arial"/>
                <a:ea typeface="Arial"/>
                <a:cs typeface="Arial"/>
              </a:rPr>
              <a:t>Test và ghi lỗi</a:t>
            </a:r>
          </a:p>
        </p:txBody>
      </p:sp>
      <p:sp>
        <p:nvSpPr>
          <p:cNvPr id="26" name="vtxt-229">
            <a:extLst xmlns:a="http://schemas.openxmlformats.org/drawingml/2006/main">
              <a:ext uri="{FF2B5EF4-FFF2-40B4-BE49-F238E27FC236}">
                <a16:creationId xmlns:a16="http://schemas.microsoft.com/office/drawing/2014/main" id="{897324B0-1FD0-455D-8210-1232A27B78E4}"/>
              </a:ext>
            </a:extLst>
          </p:cNvPr>
          <p:cNvSpPr>
            <a:spLocks xmlns:a="http://schemas.openxmlformats.org/drawingml/2006/main" noGrp="1"/>
          </p:cNvSpPr>
          <p:nvPr/>
        </p:nvSpPr>
        <p:spPr>
          <a:xfrm xmlns:a="http://schemas.openxmlformats.org/drawingml/2006/main">
            <a:off x="419100" y="5857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1">
                <a:solidFill>
                  <a:srgbClr val="00888C"/>
                </a:solidFill>
                <a:latin typeface="Arial"/>
                <a:ea typeface="Arial"/>
                <a:cs typeface="Arial"/>
              </a:defRPr>
            </a:defPPr>
          </a:lstStyle>
          <a:p xmlns:a="http://schemas.openxmlformats.org/drawingml/2006/main">
            <a:pPr algn="l">
              <a:defRPr sz="1575" b="1">
                <a:solidFill>
                  <a:srgbClr val="00888C"/>
                </a:solidFill>
                <a:latin typeface="Arial"/>
                <a:ea typeface="Arial"/>
                <a:cs typeface="Arial"/>
              </a:defRPr>
            </a:pPr>
            <a:r>
              <a:rPr sz="1575" b="1">
                <a:solidFill>
                  <a:srgbClr val="00888C"/>
                </a:solidFill>
                <a:latin typeface="Arial"/>
                <a:ea typeface="Arial"/>
                <a:cs typeface="Arial"/>
              </a:rPr>
              <a:t>TARGET</a:t>
            </a:r>
          </a:p>
        </p:txBody>
      </p:sp>
      <p:sp>
        <p:nvSpPr>
          <p:cNvPr id="27" name="vtxt-230">
            <a:extLst xmlns:a="http://schemas.openxmlformats.org/drawingml/2006/main">
              <a:ext uri="{FF2B5EF4-FFF2-40B4-BE49-F238E27FC236}">
                <a16:creationId xmlns:a16="http://schemas.microsoft.com/office/drawing/2014/main" id="{6AC7B135-F01B-47BF-8A27-92E3371AE31F}"/>
              </a:ext>
            </a:extLst>
          </p:cNvPr>
          <p:cNvSpPr>
            <a:spLocks xmlns:a="http://schemas.openxmlformats.org/drawingml/2006/main" noGrp="1"/>
          </p:cNvSpPr>
          <p:nvPr/>
        </p:nvSpPr>
        <p:spPr>
          <a:xfrm xmlns:a="http://schemas.openxmlformats.org/drawingml/2006/main">
            <a:off x="1857375" y="581025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0888C"/>
                </a:solidFill>
                <a:latin typeface="Arial"/>
                <a:ea typeface="Arial"/>
                <a:cs typeface="Arial"/>
              </a:defRPr>
            </a:defPPr>
          </a:lstStyle>
          <a:p xmlns:a="http://schemas.openxmlformats.org/drawingml/2006/main">
            <a:pPr algn="l">
              <a:defRPr sz="2025" b="1">
                <a:solidFill>
                  <a:srgbClr val="00888C"/>
                </a:solidFill>
                <a:latin typeface="Arial"/>
                <a:ea typeface="Arial"/>
                <a:cs typeface="Arial"/>
              </a:defRPr>
            </a:pPr>
            <a:r>
              <a:rPr sz="2025" b="1">
                <a:solidFill>
                  <a:srgbClr val="00888C"/>
                </a:solidFill>
                <a:latin typeface="Arial"/>
                <a:ea typeface="Arial"/>
                <a:cs typeface="Arial"/>
              </a:rPr>
              <a:t>≥80% thành công / 50 lượt test</a:t>
            </a:r>
          </a:p>
        </p:txBody>
      </p:sp>
      <p:sp>
        <p:nvSpPr>
          <p:cNvPr id="28" name="vtxt-231">
            <a:extLst xmlns:a="http://schemas.openxmlformats.org/drawingml/2006/main">
              <a:ext uri="{FF2B5EF4-FFF2-40B4-BE49-F238E27FC236}">
                <a16:creationId xmlns:a16="http://schemas.microsoft.com/office/drawing/2014/main" id="{D766CB78-2AAB-4C01-8284-EED3621ED1DE}"/>
              </a:ext>
            </a:extLst>
          </p:cNvPr>
          <p:cNvSpPr>
            <a:spLocks xmlns:a="http://schemas.openxmlformats.org/drawingml/2006/main" noGrp="1"/>
          </p:cNvSpPr>
          <p:nvPr/>
        </p:nvSpPr>
        <p:spPr>
          <a:xfrm xmlns:a="http://schemas.openxmlformats.org/drawingml/2006/main">
            <a:off x="7458075" y="5838825"/>
            <a:ext cx="430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76B900"/>
                </a:solidFill>
                <a:latin typeface="Arial"/>
                <a:ea typeface="Arial"/>
                <a:cs typeface="Arial"/>
              </a:defRPr>
            </a:defPPr>
          </a:lstStyle>
          <a:p xmlns:a="http://schemas.openxmlformats.org/drawingml/2006/main">
            <a:pPr algn="l">
              <a:defRPr sz="1725" b="1">
                <a:solidFill>
                  <a:srgbClr val="76B900"/>
                </a:solidFill>
                <a:latin typeface="Arial"/>
                <a:ea typeface="Arial"/>
                <a:cs typeface="Arial"/>
              </a:defRPr>
            </a:pPr>
            <a:r>
              <a:rPr sz="1725" b="1">
                <a:solidFill>
                  <a:srgbClr val="76B900"/>
                </a:solidFill>
                <a:latin typeface="Arial"/>
                <a:ea typeface="Arial"/>
                <a:cs typeface="Arial"/>
              </a:rPr>
              <a:t>−30% demo gốc, cùng chất lượng</a:t>
            </a:r>
          </a:p>
        </p:txBody>
      </p:sp>
    </p:spTree>
    <p:extLst>
      <p:ext uri="{BB962C8B-B14F-4D97-AF65-F5344CB8AC3E}">
        <p14:creationId xmlns:p14="http://schemas.microsoft.com/office/powerpoint/2010/main" val="41914443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11ACAED-C126-489A-BE51-7B4EBC5C4539}"/>
              </a:ext>
            </a:extLst>
          </p:cNvPr>
          <p:cNvCxnSpPr>
            <a:stCxn xmlns:a="http://schemas.openxmlformats.org/drawingml/2006/main" id="14" idx="3"/>
            <a:endCxn xmlns:a="http://schemas.openxmlformats.org/drawingml/2006/main" id="15" idx="1"/>
          </p:cNvCxnSpPr>
          <p:nvPr/>
        </p:nvCxnSpPr>
        <p:spPr>
          <a:xfrm xmlns:a="http://schemas.openxmlformats.org/drawingml/2006/main">
            <a:off x="401003" y="5181601"/>
            <a:ext cx="11361420" cy="0"/>
          </a:xfrm>
          <a:prstGeom xmlns:a="http://schemas.openxmlformats.org/drawingml/2006/main" prst="straightConnector1">
            <a:avLst/>
          </a:prstGeom>
          <a:ln xmlns:a="http://schemas.openxmlformats.org/drawingml/2006/main" w="20955">
            <a:solidFill>
              <a:srgbClr val="C5D0D7"/>
            </a:solidFill>
            <a:prstDash val="solid"/>
          </a:ln>
        </p:spPr>
      </p:cxnSp>
      <p:cxnSp>
        <p:nvCxnSpPr>
          <p:cNvPr id="4" name="">
            <a:extLst xmlns:a="http://schemas.openxmlformats.org/drawingml/2006/main">
              <a:ext uri="{FF2B5EF4-FFF2-40B4-BE49-F238E27FC236}">
                <a16:creationId xmlns:a16="http://schemas.microsoft.com/office/drawing/2014/main" id="{7D5266C3-700E-4EAA-9C2E-760E68FEDDB4}"/>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26" name="vtxt-232">
            <a:extLst xmlns:a="http://schemas.openxmlformats.org/drawingml/2006/main">
              <a:ext uri="{FF2B5EF4-FFF2-40B4-BE49-F238E27FC236}">
                <a16:creationId xmlns:a16="http://schemas.microsoft.com/office/drawing/2014/main" id="{F7BB38F4-B4A3-40F5-B4CC-394D6BEFAA11}"/>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Chi phí và hiệu quả ước lượng</a:t>
            </a:r>
          </a:p>
        </p:txBody>
      </p:sp>
      <p:sp>
        <p:nvSpPr>
          <p:cNvPr id="2" name="route-anchor-233">
            <a:extLst xmlns:a="http://schemas.openxmlformats.org/drawingml/2006/main">
              <a:ext uri="{FF2B5EF4-FFF2-40B4-BE49-F238E27FC236}">
                <a16:creationId xmlns:a16="http://schemas.microsoft.com/office/drawing/2014/main" id="{BE8B9D8C-16BB-4F86-A11F-B54D8F332DB9}"/>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234">
            <a:extLst xmlns:a="http://schemas.openxmlformats.org/drawingml/2006/main">
              <a:ext uri="{FF2B5EF4-FFF2-40B4-BE49-F238E27FC236}">
                <a16:creationId xmlns:a16="http://schemas.microsoft.com/office/drawing/2014/main" id="{F05565A4-B4DB-4B8A-B81F-DCABF1F3D601}"/>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235">
            <a:extLst xmlns:a="http://schemas.openxmlformats.org/drawingml/2006/main">
              <a:ext uri="{FF2B5EF4-FFF2-40B4-BE49-F238E27FC236}">
                <a16:creationId xmlns:a16="http://schemas.microsoft.com/office/drawing/2014/main" id="{11673520-CD8A-455E-AA8E-B7536C525FB4}"/>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Giá GPU/storage: Runpod. Khối lượng và mức giảm là giả định, chưa đo thực nghiệm</a:t>
            </a:r>
          </a:p>
        </p:txBody>
      </p:sp>
      <p:sp>
        <p:nvSpPr>
          <p:cNvPr id="6" name="vtxt-236">
            <a:extLst xmlns:a="http://schemas.openxmlformats.org/drawingml/2006/main">
              <a:ext uri="{FF2B5EF4-FFF2-40B4-BE49-F238E27FC236}">
                <a16:creationId xmlns:a16="http://schemas.microsoft.com/office/drawing/2014/main" id="{9DB1AE75-74FC-4A13-8E05-69C3AA61E8D6}"/>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10 / 12</a:t>
            </a:r>
          </a:p>
        </p:txBody>
      </p:sp>
      <p:graphicFrame>
        <p:nvGraphicFramePr>
          <p:cNvPr id="7" name="">
            <a:extLst xmlns:a="http://schemas.openxmlformats.org/drawingml/2006/main">
              <a:ext uri="{FF2B5EF4-FFF2-40B4-BE49-F238E27FC236}">
                <a16:creationId xmlns:a16="http://schemas.microsoft.com/office/drawing/2014/main" id="{43B54C16-651B-4799-8E80-D0B8774C4B4F}"/>
              </a:ext>
            </a:extLst>
          </p:cNvPr>
          <p:cNvGraphicFramePr/>
          <p:nvPr/>
        </p:nvGraphicFramePr>
        <p:xfrm>
          <a:off xmlns:a="http://schemas.openxmlformats.org/drawingml/2006/main" x="381000" y="1838325"/>
          <a:ext xmlns:a="http://schemas.openxmlformats.org/drawingml/2006/main" cx="7058025" cy="3095625"/>
        </p:xfrm>
        <a:graphic xmlns:a="http://schemas.openxmlformats.org/drawingml/2006/main">
          <a:graphicData uri="http://schemas.openxmlformats.org/drawingml/2006/table">
            <a:tbl>
              <a:tblPr/>
              <a:tblGrid>
                <a:gridCol w="3990975"/>
                <a:gridCol w="1533525"/>
                <a:gridCol w="1533525"/>
              </a:tblGrid>
              <a:tr h="409575">
                <a:tc>
                  <a:txBody>
                    <a:bodyPr/>
                    <a:lstStyle/>
                    <a:p>
                      <a:r>
                        <a:rPr sz="1575" b="1">
                          <a:solidFill>
                            <a:srgbClr val="FFFFFF"/>
                          </a:solidFill>
                          <a:latin typeface="Arial"/>
                          <a:ea typeface="Arial"/>
                          <a:cs typeface="Arial"/>
                        </a:rPr>
                        <a:t>USD / lần cải thiện task</a:t>
                      </a:r>
                    </a:p>
                  </a:txBody>
                  <a:tcPr marL="95250" marR="76200" marT="66675" marB="57150" anchor="ctr">
                    <a:solidFill>
                      <a:srgbClr val="173451"/>
                    </a:solidFill>
                  </a:tcPr>
                </a:tc>
                <a:tc>
                  <a:txBody>
                    <a:bodyPr/>
                    <a:lstStyle/>
                    <a:p>
                      <a:r>
                        <a:rPr sz="1575" b="1">
                          <a:solidFill>
                            <a:srgbClr val="FFFFFF"/>
                          </a:solidFill>
                          <a:latin typeface="Arial"/>
                          <a:ea typeface="Arial"/>
                          <a:cs typeface="Arial"/>
                        </a:rPr>
                        <a:t>Baseline</a:t>
                      </a:r>
                    </a:p>
                  </a:txBody>
                  <a:tcPr marL="95250" marR="76200" marT="66675" marB="57150" anchor="ctr">
                    <a:solidFill>
                      <a:srgbClr val="173451"/>
                    </a:solidFill>
                  </a:tcPr>
                </a:tc>
                <a:tc>
                  <a:txBody>
                    <a:bodyPr/>
                    <a:lstStyle/>
                    <a:p>
                      <a:r>
                        <a:rPr sz="1575" b="1">
                          <a:solidFill>
                            <a:srgbClr val="FFFFFF"/>
                          </a:solidFill>
                          <a:latin typeface="Arial"/>
                          <a:ea typeface="Arial"/>
                          <a:cs typeface="Arial"/>
                        </a:rPr>
                        <a:t>Đề xuất</a:t>
                      </a:r>
                    </a:p>
                  </a:txBody>
                  <a:tcPr marL="95250" marR="76200" marT="66675" marB="57150" anchor="ctr">
                    <a:solidFill>
                      <a:srgbClr val="173451"/>
                    </a:solidFill>
                  </a:tcPr>
                </a:tc>
              </a:tr>
              <a:tr h="447675">
                <a:tc>
                  <a:txBody>
                    <a:bodyPr/>
                    <a:lstStyle/>
                    <a:p>
                      <a:r>
                        <a:rPr sz="1575">
                          <a:solidFill>
                            <a:srgbClr val="173451"/>
                          </a:solidFill>
                          <a:latin typeface="Arial"/>
                          <a:ea typeface="Arial"/>
                          <a:cs typeface="Arial"/>
                        </a:rPr>
                        <a:t>Thu + QA teleop</a:t>
                      </a:r>
                    </a:p>
                  </a:txBody>
                  <a:tcPr marL="95250" marR="76200" marT="66675" marB="57150" anchor="ctr">
                    <a:solidFill>
                      <a:srgbClr val="FFFFFF"/>
                    </a:solidFill>
                  </a:tcPr>
                </a:tc>
                <a:tc>
                  <a:txBody>
                    <a:bodyPr/>
                    <a:lstStyle/>
                    <a:p>
                      <a:r>
                        <a:rPr sz="1575">
                          <a:solidFill>
                            <a:srgbClr val="173451"/>
                          </a:solidFill>
                          <a:latin typeface="Arial"/>
                          <a:ea typeface="Arial"/>
                          <a:cs typeface="Arial"/>
                        </a:rPr>
                        <a:t>500.00</a:t>
                      </a:r>
                    </a:p>
                  </a:txBody>
                  <a:tcPr marL="95250" marR="76200" marT="66675" marB="57150" anchor="ctr">
                    <a:solidFill>
                      <a:srgbClr val="FFFFFF"/>
                    </a:solidFill>
                  </a:tcPr>
                </a:tc>
                <a:tc>
                  <a:txBody>
                    <a:bodyPr/>
                    <a:lstStyle/>
                    <a:p>
                      <a:r>
                        <a:rPr sz="1575">
                          <a:solidFill>
                            <a:srgbClr val="173451"/>
                          </a:solidFill>
                          <a:latin typeface="Arial"/>
                          <a:ea typeface="Arial"/>
                          <a:cs typeface="Arial"/>
                        </a:rPr>
                        <a:t>350.00</a:t>
                      </a:r>
                    </a:p>
                  </a:txBody>
                  <a:tcPr marL="95250" marR="76200" marT="66675" marB="57150" anchor="ctr">
                    <a:solidFill>
                      <a:srgbClr val="FFFFFF"/>
                    </a:solidFill>
                  </a:tcPr>
                </a:tc>
              </a:tr>
              <a:tr h="447675">
                <a:tc>
                  <a:txBody>
                    <a:bodyPr/>
                    <a:lstStyle/>
                    <a:p>
                      <a:r>
                        <a:rPr sz="1575">
                          <a:solidFill>
                            <a:srgbClr val="173451"/>
                          </a:solidFill>
                          <a:latin typeface="Arial"/>
                          <a:ea typeface="Arial"/>
                          <a:cs typeface="Arial"/>
                        </a:rPr>
                        <a:t>Debug / phân tích lỗi</a:t>
                      </a:r>
                    </a:p>
                  </a:txBody>
                  <a:tcPr marL="95250" marR="76200" marT="66675" marB="57150" anchor="ctr">
                    <a:solidFill>
                      <a:srgbClr val="FFFFFF"/>
                    </a:solidFill>
                  </a:tcPr>
                </a:tc>
                <a:tc>
                  <a:txBody>
                    <a:bodyPr/>
                    <a:lstStyle/>
                    <a:p>
                      <a:r>
                        <a:rPr sz="1575">
                          <a:solidFill>
                            <a:srgbClr val="173451"/>
                          </a:solidFill>
                          <a:latin typeface="Arial"/>
                          <a:ea typeface="Arial"/>
                          <a:cs typeface="Arial"/>
                        </a:rPr>
                        <a:t>400.00</a:t>
                      </a:r>
                    </a:p>
                  </a:txBody>
                  <a:tcPr marL="95250" marR="76200" marT="66675" marB="57150" anchor="ctr">
                    <a:solidFill>
                      <a:srgbClr val="FFFFFF"/>
                    </a:solidFill>
                  </a:tcPr>
                </a:tc>
                <a:tc>
                  <a:txBody>
                    <a:bodyPr/>
                    <a:lstStyle/>
                    <a:p>
                      <a:r>
                        <a:rPr sz="1575">
                          <a:solidFill>
                            <a:srgbClr val="173451"/>
                          </a:solidFill>
                          <a:latin typeface="Arial"/>
                          <a:ea typeface="Arial"/>
                          <a:cs typeface="Arial"/>
                        </a:rPr>
                        <a:t>200.00</a:t>
                      </a:r>
                    </a:p>
                  </a:txBody>
                  <a:tcPr marL="95250" marR="76200" marT="66675" marB="57150" anchor="ctr">
                    <a:solidFill>
                      <a:srgbClr val="FFFFFF"/>
                    </a:solidFill>
                  </a:tcPr>
                </a:tc>
              </a:tr>
              <a:tr h="447675">
                <a:tc>
                  <a:txBody>
                    <a:bodyPr/>
                    <a:lstStyle/>
                    <a:p>
                      <a:r>
                        <a:rPr sz="1575">
                          <a:solidFill>
                            <a:srgbClr val="173451"/>
                          </a:solidFill>
                          <a:latin typeface="Arial"/>
                          <a:ea typeface="Arial"/>
                          <a:cs typeface="Arial"/>
                        </a:rPr>
                        <a:t>GPU training, eval, sinh sim</a:t>
                      </a:r>
                    </a:p>
                  </a:txBody>
                  <a:tcPr marL="95250" marR="76200" marT="66675" marB="57150" anchor="ctr">
                    <a:solidFill>
                      <a:srgbClr val="FFFFFF"/>
                    </a:solidFill>
                  </a:tcPr>
                </a:tc>
                <a:tc>
                  <a:txBody>
                    <a:bodyPr/>
                    <a:lstStyle/>
                    <a:p>
                      <a:r>
                        <a:rPr sz="1575">
                          <a:solidFill>
                            <a:srgbClr val="173451"/>
                          </a:solidFill>
                          <a:latin typeface="Arial"/>
                          <a:ea typeface="Arial"/>
                          <a:cs typeface="Arial"/>
                        </a:rPr>
                        <a:t>222.60</a:t>
                      </a:r>
                    </a:p>
                  </a:txBody>
                  <a:tcPr marL="95250" marR="76200" marT="66675" marB="57150" anchor="ctr">
                    <a:solidFill>
                      <a:srgbClr val="FFFFFF"/>
                    </a:solidFill>
                  </a:tcPr>
                </a:tc>
                <a:tc>
                  <a:txBody>
                    <a:bodyPr/>
                    <a:lstStyle/>
                    <a:p>
                      <a:r>
                        <a:rPr sz="1575">
                          <a:solidFill>
                            <a:srgbClr val="173451"/>
                          </a:solidFill>
                          <a:latin typeface="Arial"/>
                          <a:ea typeface="Arial"/>
                          <a:cs typeface="Arial"/>
                        </a:rPr>
                        <a:t>237.40</a:t>
                      </a:r>
                    </a:p>
                  </a:txBody>
                  <a:tcPr marL="95250" marR="76200" marT="66675" marB="57150" anchor="ctr">
                    <a:solidFill>
                      <a:srgbClr val="FFFFFF"/>
                    </a:solidFill>
                  </a:tcPr>
                </a:tc>
              </a:tr>
              <a:tr h="447675">
                <a:tc>
                  <a:txBody>
                    <a:bodyPr/>
                    <a:lstStyle/>
                    <a:p>
                      <a:r>
                        <a:rPr sz="1575">
                          <a:solidFill>
                            <a:srgbClr val="173451"/>
                          </a:solidFill>
                          <a:latin typeface="Arial"/>
                          <a:ea typeface="Arial"/>
                          <a:cs typeface="Arial"/>
                        </a:rPr>
                        <a:t>QA synthetic + tích hợp</a:t>
                      </a:r>
                    </a:p>
                  </a:txBody>
                  <a:tcPr marL="95250" marR="76200" marT="66675" marB="57150" anchor="ctr">
                    <a:solidFill>
                      <a:srgbClr val="FFFFFF"/>
                    </a:solidFill>
                  </a:tcPr>
                </a:tc>
                <a:tc>
                  <a:txBody>
                    <a:bodyPr/>
                    <a:lstStyle/>
                    <a:p>
                      <a:r>
                        <a:rPr sz="1575">
                          <a:solidFill>
                            <a:srgbClr val="173451"/>
                          </a:solidFill>
                          <a:latin typeface="Arial"/>
                          <a:ea typeface="Arial"/>
                          <a:cs typeface="Arial"/>
                        </a:rPr>
                        <a:t>0.00</a:t>
                      </a:r>
                    </a:p>
                  </a:txBody>
                  <a:tcPr marL="95250" marR="76200" marT="66675" marB="57150" anchor="ctr">
                    <a:solidFill>
                      <a:srgbClr val="FFFFFF"/>
                    </a:solidFill>
                  </a:tcPr>
                </a:tc>
                <a:tc>
                  <a:txBody>
                    <a:bodyPr/>
                    <a:lstStyle/>
                    <a:p>
                      <a:r>
                        <a:rPr sz="1575">
                          <a:solidFill>
                            <a:srgbClr val="173451"/>
                          </a:solidFill>
                          <a:latin typeface="Arial"/>
                          <a:ea typeface="Arial"/>
                          <a:cs typeface="Arial"/>
                        </a:rPr>
                        <a:t>160.00</a:t>
                      </a:r>
                    </a:p>
                  </a:txBody>
                  <a:tcPr marL="95250" marR="76200" marT="66675" marB="57150" anchor="ctr">
                    <a:solidFill>
                      <a:srgbClr val="FFFFFF"/>
                    </a:solidFill>
                  </a:tcPr>
                </a:tc>
              </a:tr>
              <a:tr h="447675">
                <a:tc>
                  <a:txBody>
                    <a:bodyPr/>
                    <a:lstStyle/>
                    <a:p>
                      <a:r>
                        <a:rPr sz="1575">
                          <a:solidFill>
                            <a:srgbClr val="173451"/>
                          </a:solidFill>
                          <a:latin typeface="Arial"/>
                          <a:ea typeface="Arial"/>
                          <a:cs typeface="Arial"/>
                        </a:rPr>
                        <a:t>Scratch storage</a:t>
                      </a:r>
                    </a:p>
                  </a:txBody>
                  <a:tcPr marL="95250" marR="76200" marT="66675" marB="57150" anchor="ctr">
                    <a:solidFill>
                      <a:srgbClr val="FFFFFF"/>
                    </a:solidFill>
                  </a:tcPr>
                </a:tc>
                <a:tc>
                  <a:txBody>
                    <a:bodyPr/>
                    <a:lstStyle/>
                    <a:p>
                      <a:r>
                        <a:rPr sz="1575">
                          <a:solidFill>
                            <a:srgbClr val="173451"/>
                          </a:solidFill>
                          <a:latin typeface="Arial"/>
                          <a:ea typeface="Arial"/>
                          <a:cs typeface="Arial"/>
                        </a:rPr>
                        <a:t>14.00</a:t>
                      </a:r>
                    </a:p>
                  </a:txBody>
                  <a:tcPr marL="95250" marR="76200" marT="66675" marB="57150" anchor="ctr">
                    <a:solidFill>
                      <a:srgbClr val="FFFFFF"/>
                    </a:solidFill>
                  </a:tcPr>
                </a:tc>
                <a:tc>
                  <a:txBody>
                    <a:bodyPr/>
                    <a:lstStyle/>
                    <a:p>
                      <a:r>
                        <a:rPr sz="1575">
                          <a:solidFill>
                            <a:srgbClr val="173451"/>
                          </a:solidFill>
                          <a:latin typeface="Arial"/>
                          <a:ea typeface="Arial"/>
                          <a:cs typeface="Arial"/>
                        </a:rPr>
                        <a:t>21.00</a:t>
                      </a:r>
                    </a:p>
                  </a:txBody>
                  <a:tcPr marL="95250" marR="76200" marT="66675" marB="57150" anchor="ctr">
                    <a:solidFill>
                      <a:srgbClr val="FFFFFF"/>
                    </a:solidFill>
                  </a:tcPr>
                </a:tc>
              </a:tr>
              <a:tr h="447675">
                <a:tc>
                  <a:txBody>
                    <a:bodyPr/>
                    <a:lstStyle/>
                    <a:p>
                      <a:r>
                        <a:rPr sz="1575" b="1">
                          <a:solidFill>
                            <a:srgbClr val="173451"/>
                          </a:solidFill>
                          <a:latin typeface="Arial"/>
                          <a:ea typeface="Arial"/>
                          <a:cs typeface="Arial"/>
                        </a:rPr>
                        <a:t>Tổng</a:t>
                      </a:r>
                    </a:p>
                  </a:txBody>
                  <a:tcPr marL="95250" marR="76200" marT="66675" marB="57150" anchor="ctr">
                    <a:solidFill>
                      <a:srgbClr val="F0F7E6"/>
                    </a:solidFill>
                  </a:tcPr>
                </a:tc>
                <a:tc>
                  <a:txBody>
                    <a:bodyPr/>
                    <a:lstStyle/>
                    <a:p>
                      <a:r>
                        <a:rPr sz="1575" b="1">
                          <a:solidFill>
                            <a:srgbClr val="173451"/>
                          </a:solidFill>
                          <a:latin typeface="Arial"/>
                          <a:ea typeface="Arial"/>
                          <a:cs typeface="Arial"/>
                        </a:rPr>
                        <a:t>1,136.60</a:t>
                      </a:r>
                    </a:p>
                  </a:txBody>
                  <a:tcPr marL="95250" marR="76200" marT="66675" marB="57150" anchor="ctr">
                    <a:solidFill>
                      <a:srgbClr val="F0F7E6"/>
                    </a:solidFill>
                  </a:tcPr>
                </a:tc>
                <a:tc>
                  <a:txBody>
                    <a:bodyPr/>
                    <a:lstStyle/>
                    <a:p>
                      <a:r>
                        <a:rPr sz="1575" b="1">
                          <a:solidFill>
                            <a:srgbClr val="173451"/>
                          </a:solidFill>
                          <a:latin typeface="Arial"/>
                          <a:ea typeface="Arial"/>
                          <a:cs typeface="Arial"/>
                        </a:rPr>
                        <a:t>968.40</a:t>
                      </a:r>
                    </a:p>
                  </a:txBody>
                  <a:tcPr marL="95250" marR="76200" marT="66675" marB="57150" anchor="ctr">
                    <a:solidFill>
                      <a:srgbClr val="F0F7E6"/>
                    </a:solidFill>
                  </a:tcPr>
                </a:tc>
              </a:tr>
            </a:tbl>
          </a:graphicData>
        </a:graphic>
      </p:graphicFrame>
      <p:sp>
        <p:nvSpPr>
          <p:cNvPr id="8" name="vtxt-237">
            <a:extLst xmlns:a="http://schemas.openxmlformats.org/drawingml/2006/main">
              <a:ext uri="{FF2B5EF4-FFF2-40B4-BE49-F238E27FC236}">
                <a16:creationId xmlns:a16="http://schemas.microsoft.com/office/drawing/2014/main" id="{A6651D8C-6D10-4E0F-AC04-85B3248845B1}"/>
              </a:ext>
            </a:extLst>
          </p:cNvPr>
          <p:cNvSpPr>
            <a:spLocks xmlns:a="http://schemas.openxmlformats.org/drawingml/2006/main" noGrp="1"/>
          </p:cNvSpPr>
          <p:nvPr/>
        </p:nvSpPr>
        <p:spPr>
          <a:xfrm xmlns:a="http://schemas.openxmlformats.org/drawingml/2006/main">
            <a:off x="7839075" y="1743075"/>
            <a:ext cx="3876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4500" b="1">
                <a:solidFill>
                  <a:srgbClr val="00888C"/>
                </a:solidFill>
                <a:latin typeface="Arial"/>
                <a:ea typeface="Arial"/>
                <a:cs typeface="Arial"/>
              </a:defRPr>
            </a:defPPr>
          </a:lstStyle>
          <a:p xmlns:a="http://schemas.openxmlformats.org/drawingml/2006/main">
            <a:pPr algn="ctr">
              <a:defRPr sz="4500" b="1">
                <a:solidFill>
                  <a:srgbClr val="00888C"/>
                </a:solidFill>
                <a:latin typeface="Arial"/>
                <a:ea typeface="Arial"/>
                <a:cs typeface="Arial"/>
              </a:defRPr>
            </a:pPr>
            <a:r>
              <a:rPr sz="4500" b="1">
                <a:solidFill>
                  <a:srgbClr val="00888C"/>
                </a:solidFill>
                <a:latin typeface="Arial"/>
                <a:ea typeface="Arial"/>
                <a:cs typeface="Arial"/>
              </a:rPr>
              <a:t>$168.20</a:t>
            </a:r>
          </a:p>
        </p:txBody>
      </p:sp>
      <p:sp>
        <p:nvSpPr>
          <p:cNvPr id="9" name="vtxt-238">
            <a:extLst xmlns:a="http://schemas.openxmlformats.org/drawingml/2006/main">
              <a:ext uri="{FF2B5EF4-FFF2-40B4-BE49-F238E27FC236}">
                <a16:creationId xmlns:a16="http://schemas.microsoft.com/office/drawing/2014/main" id="{007B40DC-E21B-4F24-8B47-6BA7CCF906DD}"/>
              </a:ext>
            </a:extLst>
          </p:cNvPr>
          <p:cNvSpPr>
            <a:spLocks xmlns:a="http://schemas.openxmlformats.org/drawingml/2006/main" noGrp="1"/>
          </p:cNvSpPr>
          <p:nvPr/>
        </p:nvSpPr>
        <p:spPr>
          <a:xfrm xmlns:a="http://schemas.openxmlformats.org/drawingml/2006/main">
            <a:off x="7839075" y="2581275"/>
            <a:ext cx="3876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0">
                <a:solidFill>
                  <a:srgbClr val="173451"/>
                </a:solidFill>
                <a:latin typeface="Arial"/>
                <a:ea typeface="Arial"/>
                <a:cs typeface="Arial"/>
              </a:defRPr>
            </a:defPPr>
          </a:lstStyle>
          <a:p xmlns:a="http://schemas.openxmlformats.org/drawingml/2006/main">
            <a:pPr algn="ctr">
              <a:defRPr sz="1800" b="0">
                <a:solidFill>
                  <a:srgbClr val="173451"/>
                </a:solidFill>
                <a:latin typeface="Arial"/>
                <a:ea typeface="Arial"/>
                <a:cs typeface="Arial"/>
              </a:defRPr>
            </a:pPr>
            <a:r>
              <a:rPr sz="1800" b="0">
                <a:solidFill>
                  <a:srgbClr val="173451"/>
                </a:solidFill>
                <a:latin typeface="Arial"/>
                <a:ea typeface="Arial"/>
                <a:cs typeface="Arial"/>
              </a:rPr>
              <a:t>tiết kiệm ròng / đợt</a:t>
            </a:r>
          </a:p>
        </p:txBody>
      </p:sp>
      <p:sp>
        <p:nvSpPr>
          <p:cNvPr id="10" name="vtxt-239">
            <a:extLst xmlns:a="http://schemas.openxmlformats.org/drawingml/2006/main">
              <a:ext uri="{FF2B5EF4-FFF2-40B4-BE49-F238E27FC236}">
                <a16:creationId xmlns:a16="http://schemas.microsoft.com/office/drawing/2014/main" id="{B7420542-9554-4EF3-8B68-06F12B25A490}"/>
              </a:ext>
            </a:extLst>
          </p:cNvPr>
          <p:cNvSpPr>
            <a:spLocks xmlns:a="http://schemas.openxmlformats.org/drawingml/2006/main" noGrp="1"/>
          </p:cNvSpPr>
          <p:nvPr/>
        </p:nvSpPr>
        <p:spPr>
          <a:xfrm xmlns:a="http://schemas.openxmlformats.org/drawingml/2006/main">
            <a:off x="7839075" y="3238500"/>
            <a:ext cx="3876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6B900"/>
                </a:solidFill>
                <a:latin typeface="Arial"/>
                <a:ea typeface="Arial"/>
                <a:cs typeface="Arial"/>
              </a:defRPr>
            </a:defPPr>
          </a:lstStyle>
          <a:p xmlns:a="http://schemas.openxmlformats.org/drawingml/2006/main">
            <a:pPr algn="ctr">
              <a:defRPr sz="1875" b="1">
                <a:solidFill>
                  <a:srgbClr val="76B900"/>
                </a:solidFill>
                <a:latin typeface="Arial"/>
                <a:ea typeface="Arial"/>
                <a:cs typeface="Arial"/>
              </a:defRPr>
            </a:pPr>
            <a:r>
              <a:rPr sz="1875" b="1">
                <a:solidFill>
                  <a:srgbClr val="76B900"/>
                </a:solidFill>
                <a:latin typeface="Arial"/>
                <a:ea typeface="Arial"/>
                <a:cs typeface="Arial"/>
              </a:rPr>
              <a:t>200 còn 140 demo gốc</a:t>
            </a:r>
          </a:p>
        </p:txBody>
      </p:sp>
      <p:sp>
        <p:nvSpPr>
          <p:cNvPr id="11" name="vtxt-240">
            <a:extLst xmlns:a="http://schemas.openxmlformats.org/drawingml/2006/main">
              <a:ext uri="{FF2B5EF4-FFF2-40B4-BE49-F238E27FC236}">
                <a16:creationId xmlns:a16="http://schemas.microsoft.com/office/drawing/2014/main" id="{171C2307-3E9A-4463-871D-A0711AF96AF6}"/>
              </a:ext>
            </a:extLst>
          </p:cNvPr>
          <p:cNvSpPr>
            <a:spLocks xmlns:a="http://schemas.openxmlformats.org/drawingml/2006/main" noGrp="1"/>
          </p:cNvSpPr>
          <p:nvPr/>
        </p:nvSpPr>
        <p:spPr>
          <a:xfrm xmlns:a="http://schemas.openxmlformats.org/drawingml/2006/main">
            <a:off x="7839075" y="3667125"/>
            <a:ext cx="38766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Debug 20h còn 10h</a:t>
            </a:r>
          </a:p>
        </p:txBody>
      </p:sp>
      <p:sp>
        <p:nvSpPr>
          <p:cNvPr id="12" name="vtxt-241">
            <a:extLst xmlns:a="http://schemas.openxmlformats.org/drawingml/2006/main">
              <a:ext uri="{FF2B5EF4-FFF2-40B4-BE49-F238E27FC236}">
                <a16:creationId xmlns:a16="http://schemas.microsoft.com/office/drawing/2014/main" id="{B4D632FB-05B2-47AF-B8A0-6CAB7630CDC2}"/>
              </a:ext>
            </a:extLst>
          </p:cNvPr>
          <p:cNvSpPr>
            <a:spLocks xmlns:a="http://schemas.openxmlformats.org/drawingml/2006/main" noGrp="1"/>
          </p:cNvSpPr>
          <p:nvPr/>
        </p:nvSpPr>
        <p:spPr>
          <a:xfrm xmlns:a="http://schemas.openxmlformats.org/drawingml/2006/main">
            <a:off x="7839075" y="4171950"/>
            <a:ext cx="3876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73451"/>
                </a:solidFill>
                <a:latin typeface="Arial"/>
                <a:ea typeface="Arial"/>
                <a:cs typeface="Arial"/>
              </a:defRPr>
            </a:defPPr>
          </a:lstStyle>
          <a:p xmlns:a="http://schemas.openxmlformats.org/drawingml/2006/main">
            <a:pPr algn="ctr">
              <a:defRPr sz="1650" b="1">
                <a:solidFill>
                  <a:srgbClr val="173451"/>
                </a:solidFill>
                <a:latin typeface="Arial"/>
                <a:ea typeface="Arial"/>
                <a:cs typeface="Arial"/>
              </a:defRPr>
            </a:pPr>
            <a:r>
              <a:rPr sz="1650" b="1">
                <a:solidFill>
                  <a:srgbClr val="173451"/>
                </a:solidFill>
                <a:latin typeface="Arial"/>
                <a:ea typeface="Arial"/>
                <a:cs typeface="Arial"/>
              </a:rPr>
              <a:t>Cùng chất lượng nghiệm thu</a:t>
            </a:r>
          </a:p>
        </p:txBody>
      </p:sp>
      <p:sp>
        <p:nvSpPr>
          <p:cNvPr id="13" name="vtxt-242">
            <a:extLst xmlns:a="http://schemas.openxmlformats.org/drawingml/2006/main">
              <a:ext uri="{FF2B5EF4-FFF2-40B4-BE49-F238E27FC236}">
                <a16:creationId xmlns:a16="http://schemas.microsoft.com/office/drawing/2014/main" id="{DA070DBE-DA16-44C7-A0D1-2B38A3880362}"/>
              </a:ext>
            </a:extLst>
          </p:cNvPr>
          <p:cNvSpPr>
            <a:spLocks xmlns:a="http://schemas.openxmlformats.org/drawingml/2006/main" noGrp="1"/>
          </p:cNvSpPr>
          <p:nvPr/>
        </p:nvSpPr>
        <p:spPr>
          <a:xfrm xmlns:a="http://schemas.openxmlformats.org/drawingml/2006/main">
            <a:off x="7839075" y="4572000"/>
            <a:ext cx="3876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96D7C"/>
                </a:solidFill>
                <a:latin typeface="Arial"/>
                <a:ea typeface="Arial"/>
                <a:cs typeface="Arial"/>
              </a:defRPr>
            </a:defPPr>
          </a:lstStyle>
          <a:p xmlns:a="http://schemas.openxmlformats.org/drawingml/2006/main">
            <a:pPr algn="ctr">
              <a:defRPr sz="1350" b="0">
                <a:solidFill>
                  <a:srgbClr val="596D7C"/>
                </a:solidFill>
                <a:latin typeface="Arial"/>
                <a:ea typeface="Arial"/>
                <a:cs typeface="Arial"/>
              </a:defRPr>
            </a:pPr>
            <a:r>
              <a:rPr sz="1350" b="0">
                <a:solidFill>
                  <a:srgbClr val="596D7C"/>
                </a:solidFill>
                <a:latin typeface="Arial"/>
                <a:ea typeface="Arial"/>
                <a:cs typeface="Arial"/>
              </a:rPr>
              <a:t>GPU-h: A100 $1.59 / 4090 $0.74</a:t>
            </a:r>
          </a:p>
        </p:txBody>
      </p:sp>
      <p:sp>
        <p:nvSpPr>
          <p:cNvPr id="14" name="route-anchor-243">
            <a:extLst xmlns:a="http://schemas.openxmlformats.org/drawingml/2006/main">
              <a:ext uri="{FF2B5EF4-FFF2-40B4-BE49-F238E27FC236}">
                <a16:creationId xmlns:a16="http://schemas.microsoft.com/office/drawing/2014/main" id="{25D7DCD1-10A5-4C3E-BDB7-7B0DB3EA10C0}"/>
              </a:ext>
            </a:extLst>
          </p:cNvPr>
          <p:cNvSpPr>
            <a:spLocks xmlns:a="http://schemas.openxmlformats.org/drawingml/2006/main" noGrp="1"/>
          </p:cNvSpPr>
          <p:nvPr/>
        </p:nvSpPr>
        <p:spPr>
          <a:xfrm xmlns:a="http://schemas.openxmlformats.org/drawingml/2006/main">
            <a:off x="399098" y="51806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5" name="route-anchor-244">
            <a:extLst xmlns:a="http://schemas.openxmlformats.org/drawingml/2006/main">
              <a:ext uri="{FF2B5EF4-FFF2-40B4-BE49-F238E27FC236}">
                <a16:creationId xmlns:a16="http://schemas.microsoft.com/office/drawing/2014/main" id="{911BE0F9-FBC6-4FAC-B536-22FCB2CB52E7}"/>
              </a:ext>
            </a:extLst>
          </p:cNvPr>
          <p:cNvSpPr>
            <a:spLocks xmlns:a="http://schemas.openxmlformats.org/drawingml/2006/main" noGrp="1"/>
          </p:cNvSpPr>
          <p:nvPr/>
        </p:nvSpPr>
        <p:spPr>
          <a:xfrm xmlns:a="http://schemas.openxmlformats.org/drawingml/2006/main">
            <a:off x="11762423" y="518064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17" name="vtxt-245">
            <a:extLst xmlns:a="http://schemas.openxmlformats.org/drawingml/2006/main">
              <a:ext uri="{FF2B5EF4-FFF2-40B4-BE49-F238E27FC236}">
                <a16:creationId xmlns:a16="http://schemas.microsoft.com/office/drawing/2014/main" id="{A5F261CE-397D-497D-A95D-1970367D0B1F}"/>
              </a:ext>
            </a:extLst>
          </p:cNvPr>
          <p:cNvSpPr>
            <a:spLocks xmlns:a="http://schemas.openxmlformats.org/drawingml/2006/main" noGrp="1"/>
          </p:cNvSpPr>
          <p:nvPr/>
        </p:nvSpPr>
        <p:spPr>
          <a:xfrm xmlns:a="http://schemas.openxmlformats.org/drawingml/2006/main">
            <a:off x="428625" y="5362575"/>
            <a:ext cx="2686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72 đợt/năm</a:t>
            </a:r>
          </a:p>
        </p:txBody>
      </p:sp>
      <p:sp>
        <p:nvSpPr>
          <p:cNvPr id="18" name="vtxt-246">
            <a:extLst xmlns:a="http://schemas.openxmlformats.org/drawingml/2006/main">
              <a:ext uri="{FF2B5EF4-FFF2-40B4-BE49-F238E27FC236}">
                <a16:creationId xmlns:a16="http://schemas.microsoft.com/office/drawing/2014/main" id="{5E4534F0-E20E-4BE5-A0E1-5E7C63B85670}"/>
              </a:ext>
            </a:extLst>
          </p:cNvPr>
          <p:cNvSpPr>
            <a:spLocks xmlns:a="http://schemas.openxmlformats.org/drawingml/2006/main" noGrp="1"/>
          </p:cNvSpPr>
          <p:nvPr/>
        </p:nvSpPr>
        <p:spPr>
          <a:xfrm xmlns:a="http://schemas.openxmlformats.org/drawingml/2006/main">
            <a:off x="428625" y="5724525"/>
            <a:ext cx="26860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173451"/>
                </a:solidFill>
                <a:latin typeface="Arial"/>
                <a:ea typeface="Arial"/>
                <a:cs typeface="Arial"/>
              </a:defRPr>
            </a:defPPr>
          </a:lstStyle>
          <a:p xmlns:a="http://schemas.openxmlformats.org/drawingml/2006/main">
            <a:pPr algn="ctr">
              <a:defRPr sz="2775" b="1">
                <a:solidFill>
                  <a:srgbClr val="173451"/>
                </a:solidFill>
                <a:latin typeface="Arial"/>
                <a:ea typeface="Arial"/>
                <a:cs typeface="Arial"/>
              </a:defRPr>
            </a:pPr>
            <a:r>
              <a:rPr sz="2775" b="1">
                <a:solidFill>
                  <a:srgbClr val="173451"/>
                </a:solidFill>
                <a:latin typeface="Arial"/>
                <a:ea typeface="Arial"/>
                <a:cs typeface="Arial"/>
              </a:rPr>
              <a:t>$10,730</a:t>
            </a:r>
          </a:p>
        </p:txBody>
      </p:sp>
      <p:sp>
        <p:nvSpPr>
          <p:cNvPr id="19" name="vtxt-247">
            <a:extLst xmlns:a="http://schemas.openxmlformats.org/drawingml/2006/main">
              <a:ext uri="{FF2B5EF4-FFF2-40B4-BE49-F238E27FC236}">
                <a16:creationId xmlns:a16="http://schemas.microsoft.com/office/drawing/2014/main" id="{6A8DDF39-32A6-4DAB-8650-6CD64DB051A7}"/>
              </a:ext>
            </a:extLst>
          </p:cNvPr>
          <p:cNvSpPr>
            <a:spLocks xmlns:a="http://schemas.openxmlformats.org/drawingml/2006/main" noGrp="1"/>
          </p:cNvSpPr>
          <p:nvPr/>
        </p:nvSpPr>
        <p:spPr>
          <a:xfrm xmlns:a="http://schemas.openxmlformats.org/drawingml/2006/main">
            <a:off x="3333750" y="5362575"/>
            <a:ext cx="2686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144 đợt/năm</a:t>
            </a:r>
          </a:p>
        </p:txBody>
      </p:sp>
      <p:sp>
        <p:nvSpPr>
          <p:cNvPr id="20" name="vtxt-248">
            <a:extLst xmlns:a="http://schemas.openxmlformats.org/drawingml/2006/main">
              <a:ext uri="{FF2B5EF4-FFF2-40B4-BE49-F238E27FC236}">
                <a16:creationId xmlns:a16="http://schemas.microsoft.com/office/drawing/2014/main" id="{41B495DA-6555-4111-B9C3-81C250194206}"/>
              </a:ext>
            </a:extLst>
          </p:cNvPr>
          <p:cNvSpPr>
            <a:spLocks xmlns:a="http://schemas.openxmlformats.org/drawingml/2006/main" noGrp="1"/>
          </p:cNvSpPr>
          <p:nvPr/>
        </p:nvSpPr>
        <p:spPr>
          <a:xfrm xmlns:a="http://schemas.openxmlformats.org/drawingml/2006/main">
            <a:off x="3333750" y="5724525"/>
            <a:ext cx="26860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00888C"/>
                </a:solidFill>
                <a:latin typeface="Arial"/>
                <a:ea typeface="Arial"/>
                <a:cs typeface="Arial"/>
              </a:defRPr>
            </a:defPPr>
          </a:lstStyle>
          <a:p xmlns:a="http://schemas.openxmlformats.org/drawingml/2006/main">
            <a:pPr algn="ctr">
              <a:defRPr sz="2775" b="1">
                <a:solidFill>
                  <a:srgbClr val="00888C"/>
                </a:solidFill>
                <a:latin typeface="Arial"/>
                <a:ea typeface="Arial"/>
                <a:cs typeface="Arial"/>
              </a:defRPr>
            </a:pPr>
            <a:r>
              <a:rPr sz="2775" b="1">
                <a:solidFill>
                  <a:srgbClr val="00888C"/>
                </a:solidFill>
                <a:latin typeface="Arial"/>
                <a:ea typeface="Arial"/>
                <a:cs typeface="Arial"/>
              </a:rPr>
              <a:t>$22,841</a:t>
            </a:r>
          </a:p>
        </p:txBody>
      </p:sp>
      <p:sp>
        <p:nvSpPr>
          <p:cNvPr id="21" name="vtxt-249">
            <a:extLst xmlns:a="http://schemas.openxmlformats.org/drawingml/2006/main">
              <a:ext uri="{FF2B5EF4-FFF2-40B4-BE49-F238E27FC236}">
                <a16:creationId xmlns:a16="http://schemas.microsoft.com/office/drawing/2014/main" id="{297B6AB5-58C7-4729-9043-B3572301BC22}"/>
              </a:ext>
            </a:extLst>
          </p:cNvPr>
          <p:cNvSpPr>
            <a:spLocks xmlns:a="http://schemas.openxmlformats.org/drawingml/2006/main" noGrp="1"/>
          </p:cNvSpPr>
          <p:nvPr/>
        </p:nvSpPr>
        <p:spPr>
          <a:xfrm xmlns:a="http://schemas.openxmlformats.org/drawingml/2006/main">
            <a:off x="6429375" y="5362575"/>
            <a:ext cx="2333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&gt;$20k/năm</a:t>
            </a:r>
          </a:p>
        </p:txBody>
      </p:sp>
      <p:sp>
        <p:nvSpPr>
          <p:cNvPr id="22" name="vtxt-250">
            <a:extLst xmlns:a="http://schemas.openxmlformats.org/drawingml/2006/main">
              <a:ext uri="{FF2B5EF4-FFF2-40B4-BE49-F238E27FC236}">
                <a16:creationId xmlns:a16="http://schemas.microsoft.com/office/drawing/2014/main" id="{251BC019-B095-4B1C-8A0B-B1417394AB52}"/>
              </a:ext>
            </a:extLst>
          </p:cNvPr>
          <p:cNvSpPr>
            <a:spLocks xmlns:a="http://schemas.openxmlformats.org/drawingml/2006/main" noGrp="1"/>
          </p:cNvSpPr>
          <p:nvPr/>
        </p:nvSpPr>
        <p:spPr>
          <a:xfrm xmlns:a="http://schemas.openxmlformats.org/drawingml/2006/main">
            <a:off x="6172200" y="576262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76B900"/>
                </a:solidFill>
                <a:latin typeface="Arial"/>
                <a:ea typeface="Arial"/>
                <a:cs typeface="Arial"/>
              </a:defRPr>
            </a:defPPr>
          </a:lstStyle>
          <a:p xmlns:a="http://schemas.openxmlformats.org/drawingml/2006/main">
            <a:pPr algn="ctr">
              <a:defRPr sz="2100" b="1">
                <a:solidFill>
                  <a:srgbClr val="76B900"/>
                </a:solidFill>
                <a:latin typeface="Arial"/>
                <a:ea typeface="Arial"/>
                <a:cs typeface="Arial"/>
              </a:defRPr>
            </a:pPr>
            <a:r>
              <a:rPr sz="2100" b="1">
                <a:solidFill>
                  <a:srgbClr val="76B900"/>
                </a:solidFill>
                <a:latin typeface="Arial"/>
                <a:ea typeface="Arial"/>
                <a:cs typeface="Arial"/>
              </a:rPr>
              <a:t>Cần ≥128 đợt</a:t>
            </a:r>
          </a:p>
        </p:txBody>
      </p:sp>
      <p:sp>
        <p:nvSpPr>
          <p:cNvPr id="23" name="vtxt-251">
            <a:extLst xmlns:a="http://schemas.openxmlformats.org/drawingml/2006/main">
              <a:ext uri="{FF2B5EF4-FFF2-40B4-BE49-F238E27FC236}">
                <a16:creationId xmlns:a16="http://schemas.microsoft.com/office/drawing/2014/main" id="{D08BD70F-FCFD-4C36-8C65-B7E2627E216D}"/>
              </a:ext>
            </a:extLst>
          </p:cNvPr>
          <p:cNvSpPr>
            <a:spLocks xmlns:a="http://schemas.openxmlformats.org/drawingml/2006/main" noGrp="1"/>
          </p:cNvSpPr>
          <p:nvPr/>
        </p:nvSpPr>
        <p:spPr>
          <a:xfrm xmlns:a="http://schemas.openxmlformats.org/drawingml/2006/main">
            <a:off x="9172575" y="5362575"/>
            <a:ext cx="2619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596D7C"/>
                </a:solidFill>
                <a:latin typeface="Arial"/>
                <a:ea typeface="Arial"/>
                <a:cs typeface="Arial"/>
              </a:defRPr>
            </a:defPPr>
          </a:lstStyle>
          <a:p xmlns:a="http://schemas.openxmlformats.org/drawingml/2006/main">
            <a:pPr algn="ctr">
              <a:defRPr sz="1575" b="0">
                <a:solidFill>
                  <a:srgbClr val="596D7C"/>
                </a:solidFill>
                <a:latin typeface="Arial"/>
                <a:ea typeface="Arial"/>
                <a:cs typeface="Arial"/>
              </a:defRPr>
            </a:pPr>
            <a:r>
              <a:rPr sz="1575" b="0">
                <a:solidFill>
                  <a:srgbClr val="596D7C"/>
                </a:solidFill>
                <a:latin typeface="Arial"/>
                <a:ea typeface="Arial"/>
                <a:cs typeface="Arial"/>
              </a:rPr>
              <a:t>Năm đầu / 144 đợt</a:t>
            </a:r>
          </a:p>
        </p:txBody>
      </p:sp>
      <p:sp>
        <p:nvSpPr>
          <p:cNvPr id="24" name="vtxt-252">
            <a:extLst xmlns:a="http://schemas.openxmlformats.org/drawingml/2006/main">
              <a:ext uri="{FF2B5EF4-FFF2-40B4-BE49-F238E27FC236}">
                <a16:creationId xmlns:a16="http://schemas.microsoft.com/office/drawing/2014/main" id="{73DCB9D9-073E-47F1-8AB0-01ED10594DF8}"/>
              </a:ext>
            </a:extLst>
          </p:cNvPr>
          <p:cNvSpPr>
            <a:spLocks xmlns:a="http://schemas.openxmlformats.org/drawingml/2006/main" noGrp="1"/>
          </p:cNvSpPr>
          <p:nvPr/>
        </p:nvSpPr>
        <p:spPr>
          <a:xfrm xmlns:a="http://schemas.openxmlformats.org/drawingml/2006/main">
            <a:off x="9172575" y="5724525"/>
            <a:ext cx="2619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775" b="1">
                <a:solidFill>
                  <a:srgbClr val="173451"/>
                </a:solidFill>
                <a:latin typeface="Arial"/>
                <a:ea typeface="Arial"/>
                <a:cs typeface="Arial"/>
              </a:defRPr>
            </a:defPPr>
          </a:lstStyle>
          <a:p xmlns:a="http://schemas.openxmlformats.org/drawingml/2006/main">
            <a:pPr algn="ctr">
              <a:defRPr sz="2775" b="1">
                <a:solidFill>
                  <a:srgbClr val="173451"/>
                </a:solidFill>
                <a:latin typeface="Arial"/>
                <a:ea typeface="Arial"/>
                <a:cs typeface="Arial"/>
              </a:defRPr>
            </a:pPr>
            <a:r>
              <a:rPr sz="2775" b="1">
                <a:solidFill>
                  <a:srgbClr val="173451"/>
                </a:solidFill>
                <a:latin typeface="Arial"/>
                <a:ea typeface="Arial"/>
                <a:cs typeface="Arial"/>
              </a:rPr>
              <a:t>$19,090</a:t>
            </a:r>
          </a:p>
        </p:txBody>
      </p:sp>
      <p:sp>
        <p:nvSpPr>
          <p:cNvPr id="25" name="vtxt-253">
            <a:extLst xmlns:a="http://schemas.openxmlformats.org/drawingml/2006/main">
              <a:ext uri="{FF2B5EF4-FFF2-40B4-BE49-F238E27FC236}">
                <a16:creationId xmlns:a16="http://schemas.microsoft.com/office/drawing/2014/main" id="{8B0ED1C3-5054-4CE3-95D6-BF4374708776}"/>
              </a:ext>
            </a:extLst>
          </p:cNvPr>
          <p:cNvSpPr>
            <a:spLocks xmlns:a="http://schemas.openxmlformats.org/drawingml/2006/main" noGrp="1"/>
          </p:cNvSpPr>
          <p:nvPr/>
        </p:nvSpPr>
        <p:spPr>
          <a:xfrm xmlns:a="http://schemas.openxmlformats.org/drawingml/2006/main">
            <a:off x="409575" y="6238875"/>
            <a:ext cx="113728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596D7C"/>
                </a:solidFill>
                <a:latin typeface="Arial"/>
                <a:ea typeface="Arial"/>
                <a:cs typeface="Arial"/>
              </a:defRPr>
            </a:defPPr>
          </a:lstStyle>
          <a:p xmlns:a="http://schemas.openxmlformats.org/drawingml/2006/main">
            <a:pPr algn="ctr">
              <a:defRPr sz="1350" b="0">
                <a:solidFill>
                  <a:srgbClr val="596D7C"/>
                </a:solidFill>
                <a:latin typeface="Arial"/>
                <a:ea typeface="Arial"/>
                <a:cs typeface="Arial"/>
              </a:defRPr>
            </a:pPr>
            <a:r>
              <a:rPr sz="1350" b="0">
                <a:solidFill>
                  <a:srgbClr val="596D7C"/>
                </a:solidFill>
                <a:latin typeface="Arial"/>
                <a:ea typeface="Arial"/>
                <a:cs typeface="Arial"/>
              </a:rPr>
              <a:t>OPEX chung $1,380/năm. Đầu tư + pilot $3,750.80. Quy mô là kịch bản giả định.</a:t>
            </a:r>
          </a:p>
        </p:txBody>
      </p:sp>
    </p:spTree>
    <p:extLst>
      <p:ext uri="{BB962C8B-B14F-4D97-AF65-F5344CB8AC3E}">
        <p14:creationId xmlns:p14="http://schemas.microsoft.com/office/powerpoint/2010/main" val="41914443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4523C9F6-5BD9-4D5C-A9FA-7A97693772F6}"/>
              </a:ext>
            </a:extLst>
          </p:cNvPr>
          <p:cNvCxnSpPr>
            <a:stCxn xmlns:a="http://schemas.openxmlformats.org/drawingml/2006/main" id="30" idx="1"/>
            <a:endCxn xmlns:a="http://schemas.openxmlformats.org/drawingml/2006/main" id="34" idx="3"/>
          </p:cNvCxnSpPr>
          <p:nvPr/>
        </p:nvCxnSpPr>
        <p:spPr>
          <a:xfrm xmlns:a="http://schemas.openxmlformats.org/drawingml/2006/main" flipH="1">
            <a:off x="2971800" y="4857750"/>
            <a:ext cx="38100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DC127A89-AC4C-4AA8-98B0-7FE0491587D6}"/>
              </a:ext>
            </a:extLst>
          </p:cNvPr>
          <p:cNvCxnSpPr>
            <a:stCxn xmlns:a="http://schemas.openxmlformats.org/drawingml/2006/main" id="26" idx="1"/>
            <a:endCxn xmlns:a="http://schemas.openxmlformats.org/drawingml/2006/main" id="30" idx="3"/>
          </p:cNvCxnSpPr>
          <p:nvPr/>
        </p:nvCxnSpPr>
        <p:spPr>
          <a:xfrm xmlns:a="http://schemas.openxmlformats.org/drawingml/2006/main" flipH="1">
            <a:off x="5895975" y="4857750"/>
            <a:ext cx="38100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29" name="">
            <a:extLst xmlns:a="http://schemas.openxmlformats.org/drawingml/2006/main">
              <a:ext uri="{FF2B5EF4-FFF2-40B4-BE49-F238E27FC236}">
                <a16:creationId xmlns:a16="http://schemas.microsoft.com/office/drawing/2014/main" id="{F445DFBC-2E82-48E5-A9A0-EE88DE70103A}"/>
              </a:ext>
            </a:extLst>
          </p:cNvPr>
          <p:cNvCxnSpPr>
            <a:stCxn xmlns:a="http://schemas.openxmlformats.org/drawingml/2006/main" id="22" idx="1"/>
            <a:endCxn xmlns:a="http://schemas.openxmlformats.org/drawingml/2006/main" id="26" idx="3"/>
          </p:cNvCxnSpPr>
          <p:nvPr/>
        </p:nvCxnSpPr>
        <p:spPr>
          <a:xfrm xmlns:a="http://schemas.openxmlformats.org/drawingml/2006/main" flipH="1">
            <a:off x="8820150" y="4857750"/>
            <a:ext cx="38100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B69025CE-EA0D-488B-B06A-2DE8270E5FCC}"/>
              </a:ext>
            </a:extLst>
          </p:cNvPr>
          <p:cNvCxnSpPr>
            <a:stCxn xmlns:a="http://schemas.openxmlformats.org/drawingml/2006/main" id="18" idx="2"/>
            <a:endCxn xmlns:a="http://schemas.openxmlformats.org/drawingml/2006/main" id="22" idx="0"/>
          </p:cNvCxnSpPr>
          <p:nvPr/>
        </p:nvCxnSpPr>
        <p:spPr>
          <a:xfrm xmlns:a="http://schemas.openxmlformats.org/drawingml/2006/main">
            <a:off x="10472738" y="3124200"/>
            <a:ext cx="0" cy="1209675"/>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21" name="">
            <a:extLst xmlns:a="http://schemas.openxmlformats.org/drawingml/2006/main">
              <a:ext uri="{FF2B5EF4-FFF2-40B4-BE49-F238E27FC236}">
                <a16:creationId xmlns:a16="http://schemas.microsoft.com/office/drawing/2014/main" id="{57CD508E-081C-4C20-AF5A-8AD322D58C90}"/>
              </a:ext>
            </a:extLst>
          </p:cNvPr>
          <p:cNvCxnSpPr>
            <a:stCxn xmlns:a="http://schemas.openxmlformats.org/drawingml/2006/main" id="14" idx="3"/>
            <a:endCxn xmlns:a="http://schemas.openxmlformats.org/drawingml/2006/main" id="18" idx="1"/>
          </p:cNvCxnSpPr>
          <p:nvPr/>
        </p:nvCxnSpPr>
        <p:spPr>
          <a:xfrm xmlns:a="http://schemas.openxmlformats.org/drawingml/2006/main">
            <a:off x="8820150" y="2600325"/>
            <a:ext cx="38100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FC2A0FE9-8F08-4780-81E3-598425AEA881}"/>
              </a:ext>
            </a:extLst>
          </p:cNvPr>
          <p:cNvCxnSpPr>
            <a:stCxn xmlns:a="http://schemas.openxmlformats.org/drawingml/2006/main" id="10" idx="3"/>
            <a:endCxn xmlns:a="http://schemas.openxmlformats.org/drawingml/2006/main" id="14" idx="1"/>
          </p:cNvCxnSpPr>
          <p:nvPr/>
        </p:nvCxnSpPr>
        <p:spPr>
          <a:xfrm xmlns:a="http://schemas.openxmlformats.org/drawingml/2006/main">
            <a:off x="5895975" y="2600325"/>
            <a:ext cx="38100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8A98B754-9BCC-4BCA-9C4D-3A3164D9B564}"/>
              </a:ext>
            </a:extLst>
          </p:cNvPr>
          <p:cNvCxnSpPr>
            <a:stCxn xmlns:a="http://schemas.openxmlformats.org/drawingml/2006/main" id="7" idx="3"/>
            <a:endCxn xmlns:a="http://schemas.openxmlformats.org/drawingml/2006/main" id="10" idx="1"/>
          </p:cNvCxnSpPr>
          <p:nvPr/>
        </p:nvCxnSpPr>
        <p:spPr>
          <a:xfrm xmlns:a="http://schemas.openxmlformats.org/drawingml/2006/main">
            <a:off x="2971800" y="2600325"/>
            <a:ext cx="381000" cy="0"/>
          </a:xfrm>
          <a:prstGeom xmlns:a="http://schemas.openxmlformats.org/drawingml/2006/main" prst="straightConnector1">
            <a:avLst/>
          </a:prstGeom>
          <a:ln xmlns:a="http://schemas.openxmlformats.org/drawingml/2006/main" w="21908">
            <a:solidFill>
              <a:srgbClr val="00888C"/>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5E845D6F-85EE-40D2-B205-DA124C75AA07}"/>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42" name="vtxt-254">
            <a:extLst xmlns:a="http://schemas.openxmlformats.org/drawingml/2006/main">
              <a:ext uri="{FF2B5EF4-FFF2-40B4-BE49-F238E27FC236}">
                <a16:creationId xmlns:a16="http://schemas.microsoft.com/office/drawing/2014/main" id="{2217EFF1-FF60-480C-9A41-5A29656E0209}"/>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Roadmap theo đầu ra nghiệm thu</a:t>
            </a:r>
          </a:p>
        </p:txBody>
      </p:sp>
      <p:sp>
        <p:nvSpPr>
          <p:cNvPr id="2" name="route-anchor-255">
            <a:extLst xmlns:a="http://schemas.openxmlformats.org/drawingml/2006/main">
              <a:ext uri="{FF2B5EF4-FFF2-40B4-BE49-F238E27FC236}">
                <a16:creationId xmlns:a16="http://schemas.microsoft.com/office/drawing/2014/main" id="{B65EC875-1F26-4283-BED2-ACA840339254}"/>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256">
            <a:extLst xmlns:a="http://schemas.openxmlformats.org/drawingml/2006/main">
              <a:ext uri="{FF2B5EF4-FFF2-40B4-BE49-F238E27FC236}">
                <a16:creationId xmlns:a16="http://schemas.microsoft.com/office/drawing/2014/main" id="{9CA69C17-C52F-45D9-8B89-4BFEF834D29F}"/>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257">
            <a:extLst xmlns:a="http://schemas.openxmlformats.org/drawingml/2006/main">
              <a:ext uri="{FF2B5EF4-FFF2-40B4-BE49-F238E27FC236}">
                <a16:creationId xmlns:a16="http://schemas.microsoft.com/office/drawing/2014/main" id="{7F226EC0-717F-4317-A97C-695BE799E901}"/>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Mỗi bước kết thúc bằng một bằng chứng có thể kiểm tra</a:t>
            </a:r>
          </a:p>
        </p:txBody>
      </p:sp>
      <p:sp>
        <p:nvSpPr>
          <p:cNvPr id="6" name="vtxt-258">
            <a:extLst xmlns:a="http://schemas.openxmlformats.org/drawingml/2006/main">
              <a:ext uri="{FF2B5EF4-FFF2-40B4-BE49-F238E27FC236}">
                <a16:creationId xmlns:a16="http://schemas.microsoft.com/office/drawing/2014/main" id="{AF6A8235-4E95-46B9-B7AE-AB8E36F143A9}"/>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11 / 12</a:t>
            </a:r>
          </a:p>
        </p:txBody>
      </p:sp>
      <p:sp>
        <p:nvSpPr>
          <p:cNvPr id="7" name="01  Task-259">
            <a:extLst xmlns:a="http://schemas.openxmlformats.org/drawingml/2006/main">
              <a:ext uri="{FF2B5EF4-FFF2-40B4-BE49-F238E27FC236}">
                <a16:creationId xmlns:a16="http://schemas.microsoft.com/office/drawing/2014/main" id="{89FF7492-C84D-498F-9D8D-8BBB472CEA3F}"/>
              </a:ext>
            </a:extLst>
          </p:cNvPr>
          <p:cNvSpPr>
            <a:spLocks xmlns:a="http://schemas.openxmlformats.org/drawingml/2006/main" noGrp="1"/>
          </p:cNvSpPr>
          <p:nvPr/>
        </p:nvSpPr>
        <p:spPr>
          <a:xfrm xmlns:a="http://schemas.openxmlformats.org/drawingml/2006/main">
            <a:off x="428625" y="2076450"/>
            <a:ext cx="2543175" cy="10477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8" name="vtxt-260">
            <a:extLst xmlns:a="http://schemas.openxmlformats.org/drawingml/2006/main">
              <a:ext uri="{FF2B5EF4-FFF2-40B4-BE49-F238E27FC236}">
                <a16:creationId xmlns:a16="http://schemas.microsoft.com/office/drawing/2014/main" id="{E86F7B9C-BF5C-43EE-8768-89286FBF714D}"/>
              </a:ext>
            </a:extLst>
          </p:cNvPr>
          <p:cNvSpPr>
            <a:spLocks xmlns:a="http://schemas.openxmlformats.org/drawingml/2006/main" noGrp="1"/>
          </p:cNvSpPr>
          <p:nvPr/>
        </p:nvSpPr>
        <p:spPr>
          <a:xfrm xmlns:a="http://schemas.openxmlformats.org/drawingml/2006/main">
            <a:off x="523875" y="2190750"/>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01  Task</a:t>
            </a:r>
          </a:p>
        </p:txBody>
      </p:sp>
      <p:sp>
        <p:nvSpPr>
          <p:cNvPr id="9" name="vtxt-261">
            <a:extLst xmlns:a="http://schemas.openxmlformats.org/drawingml/2006/main">
              <a:ext uri="{FF2B5EF4-FFF2-40B4-BE49-F238E27FC236}">
                <a16:creationId xmlns:a16="http://schemas.microsoft.com/office/drawing/2014/main" id="{DC184209-994A-43A4-80A6-F47B7FB061B5}"/>
              </a:ext>
            </a:extLst>
          </p:cNvPr>
          <p:cNvSpPr>
            <a:spLocks xmlns:a="http://schemas.openxmlformats.org/drawingml/2006/main" noGrp="1"/>
          </p:cNvSpPr>
          <p:nvPr/>
        </p:nvSpPr>
        <p:spPr>
          <a:xfrm xmlns:a="http://schemas.openxmlformats.org/drawingml/2006/main">
            <a:off x="523875" y="2562225"/>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Scorer và target</a:t>
            </a:r>
          </a:p>
        </p:txBody>
      </p:sp>
      <p:sp>
        <p:nvSpPr>
          <p:cNvPr id="10" name="02  Baseline-262">
            <a:extLst xmlns:a="http://schemas.openxmlformats.org/drawingml/2006/main">
              <a:ext uri="{FF2B5EF4-FFF2-40B4-BE49-F238E27FC236}">
                <a16:creationId xmlns:a16="http://schemas.microsoft.com/office/drawing/2014/main" id="{3CD840D1-2319-4CDA-AA4E-232CADD2054D}"/>
              </a:ext>
            </a:extLst>
          </p:cNvPr>
          <p:cNvSpPr>
            <a:spLocks xmlns:a="http://schemas.openxmlformats.org/drawingml/2006/main" noGrp="1"/>
          </p:cNvSpPr>
          <p:nvPr/>
        </p:nvSpPr>
        <p:spPr>
          <a:xfrm xmlns:a="http://schemas.openxmlformats.org/drawingml/2006/main">
            <a:off x="3352800" y="2076450"/>
            <a:ext cx="2543175" cy="10477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11" name="vtxt-263">
            <a:extLst xmlns:a="http://schemas.openxmlformats.org/drawingml/2006/main">
              <a:ext uri="{FF2B5EF4-FFF2-40B4-BE49-F238E27FC236}">
                <a16:creationId xmlns:a16="http://schemas.microsoft.com/office/drawing/2014/main" id="{2C88DCD0-DF56-4994-86F4-3442741BE832}"/>
              </a:ext>
            </a:extLst>
          </p:cNvPr>
          <p:cNvSpPr>
            <a:spLocks xmlns:a="http://schemas.openxmlformats.org/drawingml/2006/main" noGrp="1"/>
          </p:cNvSpPr>
          <p:nvPr/>
        </p:nvSpPr>
        <p:spPr>
          <a:xfrm xmlns:a="http://schemas.openxmlformats.org/drawingml/2006/main">
            <a:off x="3448050" y="2190750"/>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02  Baseline</a:t>
            </a:r>
          </a:p>
        </p:txBody>
      </p:sp>
      <p:sp>
        <p:nvSpPr>
          <p:cNvPr id="12" name="vtxt-264">
            <a:extLst xmlns:a="http://schemas.openxmlformats.org/drawingml/2006/main">
              <a:ext uri="{FF2B5EF4-FFF2-40B4-BE49-F238E27FC236}">
                <a16:creationId xmlns:a16="http://schemas.microsoft.com/office/drawing/2014/main" id="{1783D10D-1C2E-4816-8012-9F1B12ACF951}"/>
              </a:ext>
            </a:extLst>
          </p:cNvPr>
          <p:cNvSpPr>
            <a:spLocks xmlns:a="http://schemas.openxmlformats.org/drawingml/2006/main" noGrp="1"/>
          </p:cNvSpPr>
          <p:nvPr/>
        </p:nvSpPr>
        <p:spPr>
          <a:xfrm xmlns:a="http://schemas.openxmlformats.org/drawingml/2006/main">
            <a:off x="3448050" y="2562225"/>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Policy chạy được</a:t>
            </a:r>
          </a:p>
        </p:txBody>
      </p:sp>
      <p:sp>
        <p:nvSpPr>
          <p:cNvPr id="14" name="03  Dataset-265">
            <a:extLst xmlns:a="http://schemas.openxmlformats.org/drawingml/2006/main">
              <a:ext uri="{FF2B5EF4-FFF2-40B4-BE49-F238E27FC236}">
                <a16:creationId xmlns:a16="http://schemas.microsoft.com/office/drawing/2014/main" id="{3D0CDD31-A2CE-4DCA-A0E2-094041F918B2}"/>
              </a:ext>
            </a:extLst>
          </p:cNvPr>
          <p:cNvSpPr>
            <a:spLocks xmlns:a="http://schemas.openxmlformats.org/drawingml/2006/main" noGrp="1"/>
          </p:cNvSpPr>
          <p:nvPr/>
        </p:nvSpPr>
        <p:spPr>
          <a:xfrm xmlns:a="http://schemas.openxmlformats.org/drawingml/2006/main">
            <a:off x="6276975" y="2076450"/>
            <a:ext cx="2543175" cy="10477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15" name="vtxt-266">
            <a:extLst xmlns:a="http://schemas.openxmlformats.org/drawingml/2006/main">
              <a:ext uri="{FF2B5EF4-FFF2-40B4-BE49-F238E27FC236}">
                <a16:creationId xmlns:a16="http://schemas.microsoft.com/office/drawing/2014/main" id="{E473B491-CD9E-4197-9112-B3EE3A82378E}"/>
              </a:ext>
            </a:extLst>
          </p:cNvPr>
          <p:cNvSpPr>
            <a:spLocks xmlns:a="http://schemas.openxmlformats.org/drawingml/2006/main" noGrp="1"/>
          </p:cNvSpPr>
          <p:nvPr/>
        </p:nvSpPr>
        <p:spPr>
          <a:xfrm xmlns:a="http://schemas.openxmlformats.org/drawingml/2006/main">
            <a:off x="6372225" y="2190750"/>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03  Dataset</a:t>
            </a:r>
          </a:p>
        </p:txBody>
      </p:sp>
      <p:sp>
        <p:nvSpPr>
          <p:cNvPr id="16" name="vtxt-267">
            <a:extLst xmlns:a="http://schemas.openxmlformats.org/drawingml/2006/main">
              <a:ext uri="{FF2B5EF4-FFF2-40B4-BE49-F238E27FC236}">
                <a16:creationId xmlns:a16="http://schemas.microsoft.com/office/drawing/2014/main" id="{BB9A5C0D-419B-4C49-85A0-D6FF2ECC604F}"/>
              </a:ext>
            </a:extLst>
          </p:cNvPr>
          <p:cNvSpPr>
            <a:spLocks xmlns:a="http://schemas.openxmlformats.org/drawingml/2006/main" noGrp="1"/>
          </p:cNvSpPr>
          <p:nvPr/>
        </p:nvSpPr>
        <p:spPr>
          <a:xfrm xmlns:a="http://schemas.openxmlformats.org/drawingml/2006/main">
            <a:off x="6372225" y="2562225"/>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Release đạt QA</a:t>
            </a:r>
          </a:p>
        </p:txBody>
      </p:sp>
      <p:sp>
        <p:nvSpPr>
          <p:cNvPr id="18" name="04  Synthetic-268">
            <a:extLst xmlns:a="http://schemas.openxmlformats.org/drawingml/2006/main">
              <a:ext uri="{FF2B5EF4-FFF2-40B4-BE49-F238E27FC236}">
                <a16:creationId xmlns:a16="http://schemas.microsoft.com/office/drawing/2014/main" id="{76316A5F-6AD8-4089-B333-26D205963AE6}"/>
              </a:ext>
            </a:extLst>
          </p:cNvPr>
          <p:cNvSpPr>
            <a:spLocks xmlns:a="http://schemas.openxmlformats.org/drawingml/2006/main" noGrp="1"/>
          </p:cNvSpPr>
          <p:nvPr/>
        </p:nvSpPr>
        <p:spPr>
          <a:xfrm xmlns:a="http://schemas.openxmlformats.org/drawingml/2006/main">
            <a:off x="9201150" y="2076450"/>
            <a:ext cx="2543175" cy="10477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19" name="vtxt-269">
            <a:extLst xmlns:a="http://schemas.openxmlformats.org/drawingml/2006/main">
              <a:ext uri="{FF2B5EF4-FFF2-40B4-BE49-F238E27FC236}">
                <a16:creationId xmlns:a16="http://schemas.microsoft.com/office/drawing/2014/main" id="{2D23774E-7CF8-49C4-8042-BC814D86E81D}"/>
              </a:ext>
            </a:extLst>
          </p:cNvPr>
          <p:cNvSpPr>
            <a:spLocks xmlns:a="http://schemas.openxmlformats.org/drawingml/2006/main" noGrp="1"/>
          </p:cNvSpPr>
          <p:nvPr/>
        </p:nvSpPr>
        <p:spPr>
          <a:xfrm xmlns:a="http://schemas.openxmlformats.org/drawingml/2006/main">
            <a:off x="9296400" y="2190750"/>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6B900"/>
                </a:solidFill>
                <a:latin typeface="Arial"/>
                <a:ea typeface="Arial"/>
                <a:cs typeface="Arial"/>
              </a:defRPr>
            </a:defPPr>
          </a:lstStyle>
          <a:p xmlns:a="http://schemas.openxmlformats.org/drawingml/2006/main">
            <a:pPr algn="ctr">
              <a:defRPr sz="1875" b="1">
                <a:solidFill>
                  <a:srgbClr val="76B900"/>
                </a:solidFill>
                <a:latin typeface="Arial"/>
                <a:ea typeface="Arial"/>
                <a:cs typeface="Arial"/>
              </a:defRPr>
            </a:pPr>
            <a:r>
              <a:rPr sz="1875" b="1">
                <a:solidFill>
                  <a:srgbClr val="76B900"/>
                </a:solidFill>
                <a:latin typeface="Arial"/>
                <a:ea typeface="Arial"/>
                <a:cs typeface="Arial"/>
              </a:rPr>
              <a:t>04  Synthetic</a:t>
            </a:r>
          </a:p>
        </p:txBody>
      </p:sp>
      <p:sp>
        <p:nvSpPr>
          <p:cNvPr id="20" name="vtxt-270">
            <a:extLst xmlns:a="http://schemas.openxmlformats.org/drawingml/2006/main">
              <a:ext uri="{FF2B5EF4-FFF2-40B4-BE49-F238E27FC236}">
                <a16:creationId xmlns:a16="http://schemas.microsoft.com/office/drawing/2014/main" id="{9DDE5FAA-A0B1-4AE3-A716-0A413F3E0F66}"/>
              </a:ext>
            </a:extLst>
          </p:cNvPr>
          <p:cNvSpPr>
            <a:spLocks xmlns:a="http://schemas.openxmlformats.org/drawingml/2006/main" noGrp="1"/>
          </p:cNvSpPr>
          <p:nvPr/>
        </p:nvSpPr>
        <p:spPr>
          <a:xfrm xmlns:a="http://schemas.openxmlformats.org/drawingml/2006/main">
            <a:off x="9296400" y="2562225"/>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Rollout có nhãn</a:t>
            </a:r>
          </a:p>
        </p:txBody>
      </p:sp>
      <p:sp>
        <p:nvSpPr>
          <p:cNvPr id="22" name="05  Fine-tune-271">
            <a:extLst xmlns:a="http://schemas.openxmlformats.org/drawingml/2006/main">
              <a:ext uri="{FF2B5EF4-FFF2-40B4-BE49-F238E27FC236}">
                <a16:creationId xmlns:a16="http://schemas.microsoft.com/office/drawing/2014/main" id="{81246914-EB19-4696-A9FB-C1F4EC00B3D4}"/>
              </a:ext>
            </a:extLst>
          </p:cNvPr>
          <p:cNvSpPr>
            <a:spLocks xmlns:a="http://schemas.openxmlformats.org/drawingml/2006/main" noGrp="1"/>
          </p:cNvSpPr>
          <p:nvPr/>
        </p:nvSpPr>
        <p:spPr>
          <a:xfrm xmlns:a="http://schemas.openxmlformats.org/drawingml/2006/main">
            <a:off x="9201150" y="4333875"/>
            <a:ext cx="2543175" cy="10477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23" name="vtxt-272">
            <a:extLst xmlns:a="http://schemas.openxmlformats.org/drawingml/2006/main">
              <a:ext uri="{FF2B5EF4-FFF2-40B4-BE49-F238E27FC236}">
                <a16:creationId xmlns:a16="http://schemas.microsoft.com/office/drawing/2014/main" id="{CA285E53-AA49-44DC-A19F-F0A77F5FA48E}"/>
              </a:ext>
            </a:extLst>
          </p:cNvPr>
          <p:cNvSpPr>
            <a:spLocks xmlns:a="http://schemas.openxmlformats.org/drawingml/2006/main" noGrp="1"/>
          </p:cNvSpPr>
          <p:nvPr/>
        </p:nvSpPr>
        <p:spPr>
          <a:xfrm xmlns:a="http://schemas.openxmlformats.org/drawingml/2006/main">
            <a:off x="9296400" y="4448175"/>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05  Fine-tune</a:t>
            </a:r>
          </a:p>
        </p:txBody>
      </p:sp>
      <p:sp>
        <p:nvSpPr>
          <p:cNvPr id="24" name="vtxt-273">
            <a:extLst xmlns:a="http://schemas.openxmlformats.org/drawingml/2006/main">
              <a:ext uri="{FF2B5EF4-FFF2-40B4-BE49-F238E27FC236}">
                <a16:creationId xmlns:a16="http://schemas.microsoft.com/office/drawing/2014/main" id="{A3C35965-927E-456D-8027-FAF3FBB1FC47}"/>
              </a:ext>
            </a:extLst>
          </p:cNvPr>
          <p:cNvSpPr>
            <a:spLocks xmlns:a="http://schemas.openxmlformats.org/drawingml/2006/main" noGrp="1"/>
          </p:cNvSpPr>
          <p:nvPr/>
        </p:nvSpPr>
        <p:spPr>
          <a:xfrm xmlns:a="http://schemas.openxmlformats.org/drawingml/2006/main">
            <a:off x="9296400" y="4819650"/>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Checkpoint nạp lại</a:t>
            </a:r>
          </a:p>
        </p:txBody>
      </p:sp>
      <p:sp>
        <p:nvSpPr>
          <p:cNvPr id="26" name="06  Đối chứng-274">
            <a:extLst xmlns:a="http://schemas.openxmlformats.org/drawingml/2006/main">
              <a:ext uri="{FF2B5EF4-FFF2-40B4-BE49-F238E27FC236}">
                <a16:creationId xmlns:a16="http://schemas.microsoft.com/office/drawing/2014/main" id="{16611CA5-5E14-4F76-AEEA-9F1257D068AB}"/>
              </a:ext>
            </a:extLst>
          </p:cNvPr>
          <p:cNvSpPr>
            <a:spLocks xmlns:a="http://schemas.openxmlformats.org/drawingml/2006/main" noGrp="1"/>
          </p:cNvSpPr>
          <p:nvPr/>
        </p:nvSpPr>
        <p:spPr>
          <a:xfrm xmlns:a="http://schemas.openxmlformats.org/drawingml/2006/main">
            <a:off x="6276975" y="4333875"/>
            <a:ext cx="2543175" cy="10477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27" name="vtxt-275">
            <a:extLst xmlns:a="http://schemas.openxmlformats.org/drawingml/2006/main">
              <a:ext uri="{FF2B5EF4-FFF2-40B4-BE49-F238E27FC236}">
                <a16:creationId xmlns:a16="http://schemas.microsoft.com/office/drawing/2014/main" id="{26C1535B-F6FC-46C7-8092-A6DCA9CF17F4}"/>
              </a:ext>
            </a:extLst>
          </p:cNvPr>
          <p:cNvSpPr>
            <a:spLocks xmlns:a="http://schemas.openxmlformats.org/drawingml/2006/main" noGrp="1"/>
          </p:cNvSpPr>
          <p:nvPr/>
        </p:nvSpPr>
        <p:spPr>
          <a:xfrm xmlns:a="http://schemas.openxmlformats.org/drawingml/2006/main">
            <a:off x="6372225" y="4448175"/>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06  Đối chứng</a:t>
            </a:r>
          </a:p>
        </p:txBody>
      </p:sp>
      <p:sp>
        <p:nvSpPr>
          <p:cNvPr id="28" name="vtxt-276">
            <a:extLst xmlns:a="http://schemas.openxmlformats.org/drawingml/2006/main">
              <a:ext uri="{FF2B5EF4-FFF2-40B4-BE49-F238E27FC236}">
                <a16:creationId xmlns:a16="http://schemas.microsoft.com/office/drawing/2014/main" id="{043465B2-878D-41CF-871C-A3EF712D8DE5}"/>
              </a:ext>
            </a:extLst>
          </p:cNvPr>
          <p:cNvSpPr>
            <a:spLocks xmlns:a="http://schemas.openxmlformats.org/drawingml/2006/main" noGrp="1"/>
          </p:cNvSpPr>
          <p:nvPr/>
        </p:nvSpPr>
        <p:spPr>
          <a:xfrm xmlns:a="http://schemas.openxmlformats.org/drawingml/2006/main">
            <a:off x="6372225" y="4819650"/>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Quality và chi phí</a:t>
            </a:r>
          </a:p>
        </p:txBody>
      </p:sp>
      <p:sp>
        <p:nvSpPr>
          <p:cNvPr id="30" name="07  Flywheel-277">
            <a:extLst xmlns:a="http://schemas.openxmlformats.org/drawingml/2006/main">
              <a:ext uri="{FF2B5EF4-FFF2-40B4-BE49-F238E27FC236}">
                <a16:creationId xmlns:a16="http://schemas.microsoft.com/office/drawing/2014/main" id="{E754382B-F247-4F28-BAC3-D1FB32C0EA45}"/>
              </a:ext>
            </a:extLst>
          </p:cNvPr>
          <p:cNvSpPr>
            <a:spLocks xmlns:a="http://schemas.openxmlformats.org/drawingml/2006/main" noGrp="1"/>
          </p:cNvSpPr>
          <p:nvPr/>
        </p:nvSpPr>
        <p:spPr>
          <a:xfrm xmlns:a="http://schemas.openxmlformats.org/drawingml/2006/main">
            <a:off x="3352800" y="4333875"/>
            <a:ext cx="2543175" cy="1047750"/>
          </a:xfrm>
          <a:prstGeom xmlns:a="http://schemas.openxmlformats.org/drawingml/2006/main" prst="rect">
            <a:avLst/>
          </a:prstGeom>
          <a:solidFill xmlns:a="http://schemas.openxmlformats.org/drawingml/2006/main">
            <a:srgbClr val="F0F7E6"/>
          </a:solidFill>
          <a:ln xmlns:a="http://schemas.openxmlformats.org/drawingml/2006/main" w="14288">
            <a:solidFill>
              <a:srgbClr val="76B900"/>
            </a:solidFill>
          </a:ln>
        </p:spPr>
      </p:sp>
      <p:sp>
        <p:nvSpPr>
          <p:cNvPr id="31" name="vtxt-278">
            <a:extLst xmlns:a="http://schemas.openxmlformats.org/drawingml/2006/main">
              <a:ext uri="{FF2B5EF4-FFF2-40B4-BE49-F238E27FC236}">
                <a16:creationId xmlns:a16="http://schemas.microsoft.com/office/drawing/2014/main" id="{FA8B51DA-20F2-4274-A683-BAF337440079}"/>
              </a:ext>
            </a:extLst>
          </p:cNvPr>
          <p:cNvSpPr>
            <a:spLocks xmlns:a="http://schemas.openxmlformats.org/drawingml/2006/main" noGrp="1"/>
          </p:cNvSpPr>
          <p:nvPr/>
        </p:nvSpPr>
        <p:spPr>
          <a:xfrm xmlns:a="http://schemas.openxmlformats.org/drawingml/2006/main">
            <a:off x="3448050" y="4448175"/>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76B900"/>
                </a:solidFill>
                <a:latin typeface="Arial"/>
                <a:ea typeface="Arial"/>
                <a:cs typeface="Arial"/>
              </a:defRPr>
            </a:defPPr>
          </a:lstStyle>
          <a:p xmlns:a="http://schemas.openxmlformats.org/drawingml/2006/main">
            <a:pPr algn="ctr">
              <a:defRPr sz="1875" b="1">
                <a:solidFill>
                  <a:srgbClr val="76B900"/>
                </a:solidFill>
                <a:latin typeface="Arial"/>
                <a:ea typeface="Arial"/>
                <a:cs typeface="Arial"/>
              </a:defRPr>
            </a:pPr>
            <a:r>
              <a:rPr sz="1875" b="1">
                <a:solidFill>
                  <a:srgbClr val="76B900"/>
                </a:solidFill>
                <a:latin typeface="Arial"/>
                <a:ea typeface="Arial"/>
                <a:cs typeface="Arial"/>
              </a:rPr>
              <a:t>07  Flywheel</a:t>
            </a:r>
          </a:p>
        </p:txBody>
      </p:sp>
      <p:sp>
        <p:nvSpPr>
          <p:cNvPr id="32" name="vtxt-279">
            <a:extLst xmlns:a="http://schemas.openxmlformats.org/drawingml/2006/main">
              <a:ext uri="{FF2B5EF4-FFF2-40B4-BE49-F238E27FC236}">
                <a16:creationId xmlns:a16="http://schemas.microsoft.com/office/drawing/2014/main" id="{CD51FD0A-CDDB-4930-BD3E-A68A7CF6F4A6}"/>
              </a:ext>
            </a:extLst>
          </p:cNvPr>
          <p:cNvSpPr>
            <a:spLocks xmlns:a="http://schemas.openxmlformats.org/drawingml/2006/main" noGrp="1"/>
          </p:cNvSpPr>
          <p:nvPr/>
        </p:nvSpPr>
        <p:spPr>
          <a:xfrm xmlns:a="http://schemas.openxmlformats.org/drawingml/2006/main">
            <a:off x="3448050" y="4819650"/>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Một vòng cải thiện</a:t>
            </a:r>
          </a:p>
        </p:txBody>
      </p:sp>
      <p:sp>
        <p:nvSpPr>
          <p:cNvPr id="34" name="08  Robot thật-280">
            <a:extLst xmlns:a="http://schemas.openxmlformats.org/drawingml/2006/main">
              <a:ext uri="{FF2B5EF4-FFF2-40B4-BE49-F238E27FC236}">
                <a16:creationId xmlns:a16="http://schemas.microsoft.com/office/drawing/2014/main" id="{C72132AB-A6E3-4533-A247-C9912FD7039F}"/>
              </a:ext>
            </a:extLst>
          </p:cNvPr>
          <p:cNvSpPr>
            <a:spLocks xmlns:a="http://schemas.openxmlformats.org/drawingml/2006/main" noGrp="1"/>
          </p:cNvSpPr>
          <p:nvPr/>
        </p:nvSpPr>
        <p:spPr>
          <a:xfrm xmlns:a="http://schemas.openxmlformats.org/drawingml/2006/main">
            <a:off x="428625" y="4333875"/>
            <a:ext cx="2543175" cy="104775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35" name="vtxt-281">
            <a:extLst xmlns:a="http://schemas.openxmlformats.org/drawingml/2006/main">
              <a:ext uri="{FF2B5EF4-FFF2-40B4-BE49-F238E27FC236}">
                <a16:creationId xmlns:a16="http://schemas.microsoft.com/office/drawing/2014/main" id="{9C651290-9B61-43B7-9447-2965B447493C}"/>
              </a:ext>
            </a:extLst>
          </p:cNvPr>
          <p:cNvSpPr>
            <a:spLocks xmlns:a="http://schemas.openxmlformats.org/drawingml/2006/main" noGrp="1"/>
          </p:cNvSpPr>
          <p:nvPr/>
        </p:nvSpPr>
        <p:spPr>
          <a:xfrm xmlns:a="http://schemas.openxmlformats.org/drawingml/2006/main">
            <a:off x="523875" y="4448175"/>
            <a:ext cx="2352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08  Robot thật</a:t>
            </a:r>
          </a:p>
        </p:txBody>
      </p:sp>
      <p:sp>
        <p:nvSpPr>
          <p:cNvPr id="36" name="vtxt-282">
            <a:extLst xmlns:a="http://schemas.openxmlformats.org/drawingml/2006/main">
              <a:ext uri="{FF2B5EF4-FFF2-40B4-BE49-F238E27FC236}">
                <a16:creationId xmlns:a16="http://schemas.microsoft.com/office/drawing/2014/main" id="{1A03C3F3-A01C-4E8C-B5BF-E6F44F461BA1}"/>
              </a:ext>
            </a:extLst>
          </p:cNvPr>
          <p:cNvSpPr>
            <a:spLocks xmlns:a="http://schemas.openxmlformats.org/drawingml/2006/main" noGrp="1"/>
          </p:cNvSpPr>
          <p:nvPr/>
        </p:nvSpPr>
        <p:spPr>
          <a:xfrm xmlns:a="http://schemas.openxmlformats.org/drawingml/2006/main">
            <a:off x="523875" y="4819650"/>
            <a:ext cx="2352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Nghiệm thu thực địa</a:t>
            </a:r>
          </a:p>
        </p:txBody>
      </p:sp>
      <p:sp>
        <p:nvSpPr>
          <p:cNvPr id="38" name="vtxt-283">
            <a:extLst xmlns:a="http://schemas.openxmlformats.org/drawingml/2006/main">
              <a:ext uri="{FF2B5EF4-FFF2-40B4-BE49-F238E27FC236}">
                <a16:creationId xmlns:a16="http://schemas.microsoft.com/office/drawing/2014/main" id="{0D598C59-CB02-4503-861F-76DA15FFA4C0}"/>
              </a:ext>
            </a:extLst>
          </p:cNvPr>
          <p:cNvSpPr>
            <a:spLocks xmlns:a="http://schemas.openxmlformats.org/drawingml/2006/main" noGrp="1"/>
          </p:cNvSpPr>
          <p:nvPr/>
        </p:nvSpPr>
        <p:spPr>
          <a:xfrm xmlns:a="http://schemas.openxmlformats.org/drawingml/2006/main">
            <a:off x="428625" y="5905500"/>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Data / Platform</a:t>
            </a:r>
          </a:p>
        </p:txBody>
      </p:sp>
      <p:sp>
        <p:nvSpPr>
          <p:cNvPr id="39" name="vtxt-284">
            <a:extLst xmlns:a="http://schemas.openxmlformats.org/drawingml/2006/main">
              <a:ext uri="{FF2B5EF4-FFF2-40B4-BE49-F238E27FC236}">
                <a16:creationId xmlns:a16="http://schemas.microsoft.com/office/drawing/2014/main" id="{1D9D57D8-2876-435C-8FAF-89D30F1C001E}"/>
              </a:ext>
            </a:extLst>
          </p:cNvPr>
          <p:cNvSpPr>
            <a:spLocks xmlns:a="http://schemas.openxmlformats.org/drawingml/2006/main" noGrp="1"/>
          </p:cNvSpPr>
          <p:nvPr/>
        </p:nvSpPr>
        <p:spPr>
          <a:xfrm xmlns:a="http://schemas.openxmlformats.org/drawingml/2006/main">
            <a:off x="3352800" y="5905500"/>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Robot learning</a:t>
            </a:r>
          </a:p>
        </p:txBody>
      </p:sp>
      <p:sp>
        <p:nvSpPr>
          <p:cNvPr id="40" name="vtxt-285">
            <a:extLst xmlns:a="http://schemas.openxmlformats.org/drawingml/2006/main">
              <a:ext uri="{FF2B5EF4-FFF2-40B4-BE49-F238E27FC236}">
                <a16:creationId xmlns:a16="http://schemas.microsoft.com/office/drawing/2014/main" id="{DB8AA581-CC04-47C4-91B7-9B0D78FFA72F}"/>
              </a:ext>
            </a:extLst>
          </p:cNvPr>
          <p:cNvSpPr>
            <a:spLocks xmlns:a="http://schemas.openxmlformats.org/drawingml/2006/main" noGrp="1"/>
          </p:cNvSpPr>
          <p:nvPr/>
        </p:nvSpPr>
        <p:spPr>
          <a:xfrm xmlns:a="http://schemas.openxmlformats.org/drawingml/2006/main">
            <a:off x="6276975" y="5905500"/>
            <a:ext cx="2619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Robotics / Simulation</a:t>
            </a:r>
          </a:p>
        </p:txBody>
      </p:sp>
      <p:sp>
        <p:nvSpPr>
          <p:cNvPr id="41" name="vtxt-286">
            <a:extLst xmlns:a="http://schemas.openxmlformats.org/drawingml/2006/main">
              <a:ext uri="{FF2B5EF4-FFF2-40B4-BE49-F238E27FC236}">
                <a16:creationId xmlns:a16="http://schemas.microsoft.com/office/drawing/2014/main" id="{A4A2A3A5-D1B4-4F9F-A4D8-4453968A2109}"/>
              </a:ext>
            </a:extLst>
          </p:cNvPr>
          <p:cNvSpPr>
            <a:spLocks xmlns:a="http://schemas.openxmlformats.org/drawingml/2006/main" noGrp="1"/>
          </p:cNvSpPr>
          <p:nvPr/>
        </p:nvSpPr>
        <p:spPr>
          <a:xfrm xmlns:a="http://schemas.openxmlformats.org/drawingml/2006/main">
            <a:off x="9201150" y="5905500"/>
            <a:ext cx="2543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96D7C"/>
                </a:solidFill>
                <a:latin typeface="Arial"/>
                <a:ea typeface="Arial"/>
                <a:cs typeface="Arial"/>
              </a:defRPr>
            </a:defPPr>
          </a:lstStyle>
          <a:p xmlns:a="http://schemas.openxmlformats.org/drawingml/2006/main">
            <a:pPr algn="ctr">
              <a:defRPr sz="1650" b="0">
                <a:solidFill>
                  <a:srgbClr val="596D7C"/>
                </a:solidFill>
                <a:latin typeface="Arial"/>
                <a:ea typeface="Arial"/>
                <a:cs typeface="Arial"/>
              </a:defRPr>
            </a:pPr>
            <a:r>
              <a:rPr sz="1650" b="0">
                <a:solidFill>
                  <a:srgbClr val="596D7C"/>
                </a:solidFill>
                <a:latin typeface="Arial"/>
                <a:ea typeface="Arial"/>
                <a:cs typeface="Arial"/>
              </a:rPr>
              <a:t>Task owner</a:t>
            </a:r>
          </a:p>
        </p:txBody>
      </p:sp>
    </p:spTree>
    <p:extLst>
      <p:ext uri="{BB962C8B-B14F-4D97-AF65-F5344CB8AC3E}">
        <p14:creationId xmlns:p14="http://schemas.microsoft.com/office/powerpoint/2010/main" val="41914443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749DB12A-EB5A-4085-B680-D06B09558A78}"/>
              </a:ext>
            </a:extLst>
          </p:cNvPr>
          <p:cNvCxnSpPr>
            <a:stCxn xmlns:a="http://schemas.openxmlformats.org/drawingml/2006/main" id="43" idx="3"/>
            <a:endCxn xmlns:a="http://schemas.openxmlformats.org/drawingml/2006/main" id="44" idx="1"/>
          </p:cNvCxnSpPr>
          <p:nvPr/>
        </p:nvCxnSpPr>
        <p:spPr>
          <a:xfrm xmlns:a="http://schemas.openxmlformats.org/drawingml/2006/main" flipH="1">
            <a:off x="6095048" y="5238751"/>
            <a:ext cx="1905" cy="200025"/>
          </a:xfrm>
          <a:prstGeom xmlns:a="http://schemas.openxmlformats.org/drawingml/2006/main" prst="straightConnector1">
            <a:avLst/>
          </a:prstGeom>
          <a:ln xmlns:a="http://schemas.openxmlformats.org/drawingml/2006/main" w="20955">
            <a:solidFill>
              <a:srgbClr val="00888C"/>
            </a:solidFill>
            <a:prstDash val="solid"/>
            <a:tailEnd type="triangle" w="med" len="med"/>
          </a:ln>
        </p:spPr>
      </p:cxnSp>
      <p:cxnSp>
        <p:nvCxnSpPr>
          <p:cNvPr id="42" name="">
            <a:extLst xmlns:a="http://schemas.openxmlformats.org/drawingml/2006/main">
              <a:ext uri="{FF2B5EF4-FFF2-40B4-BE49-F238E27FC236}">
                <a16:creationId xmlns:a16="http://schemas.microsoft.com/office/drawing/2014/main" id="{5C20C554-073F-4528-93EC-AD4CD0976C80}"/>
              </a:ext>
            </a:extLst>
          </p:cNvPr>
          <p:cNvCxnSpPr>
            <a:stCxn xmlns:a="http://schemas.openxmlformats.org/drawingml/2006/main" id="40" idx="3"/>
            <a:endCxn xmlns:a="http://schemas.openxmlformats.org/drawingml/2006/main" id="41" idx="1"/>
          </p:cNvCxnSpPr>
          <p:nvPr/>
        </p:nvCxnSpPr>
        <p:spPr>
          <a:xfrm xmlns:a="http://schemas.openxmlformats.org/drawingml/2006/main" flipH="1">
            <a:off x="6095048" y="5238751"/>
            <a:ext cx="3992880" cy="0"/>
          </a:xfrm>
          <a:prstGeom xmlns:a="http://schemas.openxmlformats.org/drawingml/2006/main" prst="straightConnector1">
            <a:avLst/>
          </a:prstGeom>
          <a:ln xmlns:a="http://schemas.openxmlformats.org/drawingml/2006/main" w="20955">
            <a:solidFill>
              <a:srgbClr val="00888C"/>
            </a:solidFill>
            <a:prstDash val="solid"/>
          </a:ln>
        </p:spPr>
      </p:cxnSp>
      <p:cxnSp>
        <p:nvCxnSpPr>
          <p:cNvPr id="39" name="">
            <a:extLst xmlns:a="http://schemas.openxmlformats.org/drawingml/2006/main">
              <a:ext uri="{FF2B5EF4-FFF2-40B4-BE49-F238E27FC236}">
                <a16:creationId xmlns:a16="http://schemas.microsoft.com/office/drawing/2014/main" id="{7D304812-7127-4F6D-A9FC-6B3B8565E64F}"/>
              </a:ext>
            </a:extLst>
          </p:cNvPr>
          <p:cNvCxnSpPr>
            <a:stCxn xmlns:a="http://schemas.openxmlformats.org/drawingml/2006/main" id="37" idx="3"/>
            <a:endCxn xmlns:a="http://schemas.openxmlformats.org/drawingml/2006/main" id="38" idx="1"/>
          </p:cNvCxnSpPr>
          <p:nvPr/>
        </p:nvCxnSpPr>
        <p:spPr>
          <a:xfrm xmlns:a="http://schemas.openxmlformats.org/drawingml/2006/main" flipH="1">
            <a:off x="10086023" y="5048251"/>
            <a:ext cx="1905" cy="190500"/>
          </a:xfrm>
          <a:prstGeom xmlns:a="http://schemas.openxmlformats.org/drawingml/2006/main" prst="straightConnector1">
            <a:avLst/>
          </a:prstGeom>
          <a:ln xmlns:a="http://schemas.openxmlformats.org/drawingml/2006/main" w="20955">
            <a:solidFill>
              <a:srgbClr val="00888C"/>
            </a:solidFill>
            <a:prstDash val="solid"/>
          </a:ln>
        </p:spPr>
      </p:cxnSp>
      <p:cxnSp>
        <p:nvCxnSpPr>
          <p:cNvPr id="36" name="">
            <a:extLst xmlns:a="http://schemas.openxmlformats.org/drawingml/2006/main">
              <a:ext uri="{FF2B5EF4-FFF2-40B4-BE49-F238E27FC236}">
                <a16:creationId xmlns:a16="http://schemas.microsoft.com/office/drawing/2014/main" id="{FC532045-C1AF-4FD2-89AE-E38B43CA80F1}"/>
              </a:ext>
            </a:extLst>
          </p:cNvPr>
          <p:cNvCxnSpPr>
            <a:stCxn xmlns:a="http://schemas.openxmlformats.org/drawingml/2006/main" id="34" idx="3"/>
            <a:endCxn xmlns:a="http://schemas.openxmlformats.org/drawingml/2006/main" id="35" idx="1"/>
          </p:cNvCxnSpPr>
          <p:nvPr/>
        </p:nvCxnSpPr>
        <p:spPr>
          <a:xfrm xmlns:a="http://schemas.openxmlformats.org/drawingml/2006/main" flipH="1">
            <a:off x="6095048" y="5238751"/>
            <a:ext cx="1905" cy="200025"/>
          </a:xfrm>
          <a:prstGeom xmlns:a="http://schemas.openxmlformats.org/drawingml/2006/main" prst="straightConnector1">
            <a:avLst/>
          </a:prstGeom>
          <a:ln xmlns:a="http://schemas.openxmlformats.org/drawingml/2006/main" w="20955">
            <a:solidFill>
              <a:srgbClr val="00888C"/>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D084D854-E0FF-44FC-BAAA-A73A507C811E}"/>
              </a:ext>
            </a:extLst>
          </p:cNvPr>
          <p:cNvCxnSpPr>
            <a:stCxn xmlns:a="http://schemas.openxmlformats.org/drawingml/2006/main" id="31" idx="3"/>
            <a:endCxn xmlns:a="http://schemas.openxmlformats.org/drawingml/2006/main" id="32" idx="1"/>
          </p:cNvCxnSpPr>
          <p:nvPr/>
        </p:nvCxnSpPr>
        <p:spPr>
          <a:xfrm xmlns:a="http://schemas.openxmlformats.org/drawingml/2006/main" flipH="1">
            <a:off x="6095048" y="5238751"/>
            <a:ext cx="1905" cy="0"/>
          </a:xfrm>
          <a:prstGeom xmlns:a="http://schemas.openxmlformats.org/drawingml/2006/main" prst="straightConnector1">
            <a:avLst/>
          </a:prstGeom>
          <a:ln xmlns:a="http://schemas.openxmlformats.org/drawingml/2006/main" w="20955">
            <a:solidFill>
              <a:srgbClr val="00888C"/>
            </a:solidFill>
            <a:prstDash val="solid"/>
          </a:ln>
        </p:spPr>
      </p:cxnSp>
      <p:cxnSp>
        <p:nvCxnSpPr>
          <p:cNvPr id="30" name="">
            <a:extLst xmlns:a="http://schemas.openxmlformats.org/drawingml/2006/main">
              <a:ext uri="{FF2B5EF4-FFF2-40B4-BE49-F238E27FC236}">
                <a16:creationId xmlns:a16="http://schemas.microsoft.com/office/drawing/2014/main" id="{7BCA524A-A129-4014-8C26-19E331AF8E52}"/>
              </a:ext>
            </a:extLst>
          </p:cNvPr>
          <p:cNvCxnSpPr>
            <a:stCxn xmlns:a="http://schemas.openxmlformats.org/drawingml/2006/main" id="28" idx="3"/>
            <a:endCxn xmlns:a="http://schemas.openxmlformats.org/drawingml/2006/main" id="29" idx="1"/>
          </p:cNvCxnSpPr>
          <p:nvPr/>
        </p:nvCxnSpPr>
        <p:spPr>
          <a:xfrm xmlns:a="http://schemas.openxmlformats.org/drawingml/2006/main" flipH="1">
            <a:off x="6095048" y="5048251"/>
            <a:ext cx="1905" cy="190500"/>
          </a:xfrm>
          <a:prstGeom xmlns:a="http://schemas.openxmlformats.org/drawingml/2006/main" prst="straightConnector1">
            <a:avLst/>
          </a:prstGeom>
          <a:ln xmlns:a="http://schemas.openxmlformats.org/drawingml/2006/main" w="20955">
            <a:solidFill>
              <a:srgbClr val="00888C"/>
            </a:solidFill>
            <a:prstDash val="solid"/>
          </a:ln>
        </p:spPr>
      </p:cxnSp>
      <p:cxnSp>
        <p:nvCxnSpPr>
          <p:cNvPr id="27" name="">
            <a:extLst xmlns:a="http://schemas.openxmlformats.org/drawingml/2006/main">
              <a:ext uri="{FF2B5EF4-FFF2-40B4-BE49-F238E27FC236}">
                <a16:creationId xmlns:a16="http://schemas.microsoft.com/office/drawing/2014/main" id="{0DEB3A98-4113-402E-B819-A0DD6D633854}"/>
              </a:ext>
            </a:extLst>
          </p:cNvPr>
          <p:cNvCxnSpPr>
            <a:stCxn xmlns:a="http://schemas.openxmlformats.org/drawingml/2006/main" id="25" idx="3"/>
            <a:endCxn xmlns:a="http://schemas.openxmlformats.org/drawingml/2006/main" id="26" idx="1"/>
          </p:cNvCxnSpPr>
          <p:nvPr/>
        </p:nvCxnSpPr>
        <p:spPr>
          <a:xfrm xmlns:a="http://schemas.openxmlformats.org/drawingml/2006/main" flipH="1">
            <a:off x="6095048" y="5238751"/>
            <a:ext cx="1905" cy="200025"/>
          </a:xfrm>
          <a:prstGeom xmlns:a="http://schemas.openxmlformats.org/drawingml/2006/main" prst="straightConnector1">
            <a:avLst/>
          </a:prstGeom>
          <a:ln xmlns:a="http://schemas.openxmlformats.org/drawingml/2006/main" w="20955">
            <a:solidFill>
              <a:srgbClr val="00888C"/>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73E2A289-0E0E-4664-909D-5D04AE24770F}"/>
              </a:ext>
            </a:extLst>
          </p:cNvPr>
          <p:cNvCxnSpPr>
            <a:stCxn xmlns:a="http://schemas.openxmlformats.org/drawingml/2006/main" id="22" idx="3"/>
            <a:endCxn xmlns:a="http://schemas.openxmlformats.org/drawingml/2006/main" id="23" idx="1"/>
          </p:cNvCxnSpPr>
          <p:nvPr/>
        </p:nvCxnSpPr>
        <p:spPr>
          <a:xfrm xmlns:a="http://schemas.openxmlformats.org/drawingml/2006/main">
            <a:off x="2086928" y="5238751"/>
            <a:ext cx="4008120" cy="0"/>
          </a:xfrm>
          <a:prstGeom xmlns:a="http://schemas.openxmlformats.org/drawingml/2006/main" prst="straightConnector1">
            <a:avLst/>
          </a:prstGeom>
          <a:ln xmlns:a="http://schemas.openxmlformats.org/drawingml/2006/main" w="20955">
            <a:solidFill>
              <a:srgbClr val="00888C"/>
            </a:solidFill>
            <a:prstDash val="solid"/>
          </a:ln>
        </p:spPr>
      </p:cxnSp>
      <p:cxnSp>
        <p:nvCxnSpPr>
          <p:cNvPr id="21" name="">
            <a:extLst xmlns:a="http://schemas.openxmlformats.org/drawingml/2006/main">
              <a:ext uri="{FF2B5EF4-FFF2-40B4-BE49-F238E27FC236}">
                <a16:creationId xmlns:a16="http://schemas.microsoft.com/office/drawing/2014/main" id="{9E06F6BB-3B3D-4EEF-8BA2-25C02850DCEF}"/>
              </a:ext>
            </a:extLst>
          </p:cNvPr>
          <p:cNvCxnSpPr>
            <a:stCxn xmlns:a="http://schemas.openxmlformats.org/drawingml/2006/main" id="19" idx="3"/>
            <a:endCxn xmlns:a="http://schemas.openxmlformats.org/drawingml/2006/main" id="20" idx="1"/>
          </p:cNvCxnSpPr>
          <p:nvPr/>
        </p:nvCxnSpPr>
        <p:spPr>
          <a:xfrm xmlns:a="http://schemas.openxmlformats.org/drawingml/2006/main" flipH="1">
            <a:off x="2085023" y="5048251"/>
            <a:ext cx="1905" cy="190500"/>
          </a:xfrm>
          <a:prstGeom xmlns:a="http://schemas.openxmlformats.org/drawingml/2006/main" prst="straightConnector1">
            <a:avLst/>
          </a:prstGeom>
          <a:ln xmlns:a="http://schemas.openxmlformats.org/drawingml/2006/main" w="20955">
            <a:solidFill>
              <a:srgbClr val="00888C"/>
            </a:solidFill>
            <a:prstDash val="solid"/>
          </a:ln>
        </p:spPr>
      </p:cxnSp>
      <p:cxnSp>
        <p:nvCxnSpPr>
          <p:cNvPr id="4" name="">
            <a:extLst xmlns:a="http://schemas.openxmlformats.org/drawingml/2006/main">
              <a:ext uri="{FF2B5EF4-FFF2-40B4-BE49-F238E27FC236}">
                <a16:creationId xmlns:a16="http://schemas.microsoft.com/office/drawing/2014/main" id="{721B7A90-01BA-4768-B3AD-6B54606FAA74}"/>
              </a:ext>
            </a:extLst>
          </p:cNvPr>
          <p:cNvCxnSpPr>
            <a:stCxn xmlns:a="http://schemas.openxmlformats.org/drawingml/2006/main" id="2" idx="3"/>
            <a:endCxn xmlns:a="http://schemas.openxmlformats.org/drawingml/2006/main" id="3" idx="1"/>
          </p:cNvCxnSpPr>
          <p:nvPr/>
        </p:nvCxnSpPr>
        <p:spPr>
          <a:xfrm xmlns:a="http://schemas.openxmlformats.org/drawingml/2006/main">
            <a:off x="343853" y="6543676"/>
            <a:ext cx="11504295" cy="0"/>
          </a:xfrm>
          <a:prstGeom xmlns:a="http://schemas.openxmlformats.org/drawingml/2006/main" prst="straightConnector1">
            <a:avLst/>
          </a:prstGeom>
          <a:ln xmlns:a="http://schemas.openxmlformats.org/drawingml/2006/main" w="20955">
            <a:solidFill>
              <a:srgbClr val="C5D0D7"/>
            </a:solidFill>
            <a:prstDash val="solid"/>
          </a:ln>
        </p:spPr>
      </p:cxnSp>
      <p:sp>
        <p:nvSpPr>
          <p:cNvPr id="46" name="vtxt-287">
            <a:extLst xmlns:a="http://schemas.openxmlformats.org/drawingml/2006/main">
              <a:ext uri="{FF2B5EF4-FFF2-40B4-BE49-F238E27FC236}">
                <a16:creationId xmlns:a16="http://schemas.microsoft.com/office/drawing/2014/main" id="{B236BD4B-34C6-4654-B530-11359D6CC1B9}"/>
              </a:ext>
            </a:extLst>
          </p:cNvPr>
          <p:cNvSpPr>
            <a:spLocks xmlns:a="http://schemas.openxmlformats.org/drawingml/2006/main" noGrp="1"/>
          </p:cNvSpPr>
          <p:nvPr/>
        </p:nvSpPr>
        <p:spPr>
          <a:xfrm xmlns:a="http://schemas.openxmlformats.org/drawingml/2006/main">
            <a:off x="4000500" y="190500"/>
            <a:ext cx="7762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75" b="1">
                <a:solidFill>
                  <a:srgbClr val="FFFFFF"/>
                </a:solidFill>
                <a:latin typeface="Arial"/>
                <a:ea typeface="Arial"/>
                <a:cs typeface="Arial"/>
              </a:defRPr>
            </a:defPPr>
          </a:lstStyle>
          <a:p xmlns:a="http://schemas.openxmlformats.org/drawingml/2006/main">
            <a:pPr algn="l">
              <a:defRPr sz="2775" b="1">
                <a:solidFill>
                  <a:srgbClr val="FFFFFF"/>
                </a:solidFill>
                <a:latin typeface="Arial"/>
                <a:ea typeface="Arial"/>
                <a:cs typeface="Arial"/>
              </a:defRPr>
            </a:pPr>
            <a:r>
              <a:rPr sz="2775" b="1">
                <a:solidFill>
                  <a:srgbClr val="FFFFFF"/>
                </a:solidFill>
                <a:latin typeface="Arial"/>
                <a:ea typeface="Arial"/>
                <a:cs typeface="Arial"/>
              </a:rPr>
              <a:t>Xu hướng và khả năng mở rộng</a:t>
            </a:r>
          </a:p>
        </p:txBody>
      </p:sp>
      <p:sp>
        <p:nvSpPr>
          <p:cNvPr id="2" name="route-anchor-288">
            <a:extLst xmlns:a="http://schemas.openxmlformats.org/drawingml/2006/main">
              <a:ext uri="{FF2B5EF4-FFF2-40B4-BE49-F238E27FC236}">
                <a16:creationId xmlns:a16="http://schemas.microsoft.com/office/drawing/2014/main" id="{BE019691-9E4F-4742-9137-B0C4248169D6}"/>
              </a:ext>
            </a:extLst>
          </p:cNvPr>
          <p:cNvSpPr>
            <a:spLocks xmlns:a="http://schemas.openxmlformats.org/drawingml/2006/main" noGrp="1"/>
          </p:cNvSpPr>
          <p:nvPr/>
        </p:nvSpPr>
        <p:spPr>
          <a:xfrm xmlns:a="http://schemas.openxmlformats.org/drawingml/2006/main">
            <a:off x="3419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 name="route-anchor-289">
            <a:extLst xmlns:a="http://schemas.openxmlformats.org/drawingml/2006/main">
              <a:ext uri="{FF2B5EF4-FFF2-40B4-BE49-F238E27FC236}">
                <a16:creationId xmlns:a16="http://schemas.microsoft.com/office/drawing/2014/main" id="{A76B51A7-927F-42B1-9D37-89174B9EB317}"/>
              </a:ext>
            </a:extLst>
          </p:cNvPr>
          <p:cNvSpPr>
            <a:spLocks xmlns:a="http://schemas.openxmlformats.org/drawingml/2006/main" noGrp="1"/>
          </p:cNvSpPr>
          <p:nvPr/>
        </p:nvSpPr>
        <p:spPr>
          <a:xfrm xmlns:a="http://schemas.openxmlformats.org/drawingml/2006/main">
            <a:off x="11848148" y="65427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5" name="vtxt-290">
            <a:extLst xmlns:a="http://schemas.openxmlformats.org/drawingml/2006/main">
              <a:ext uri="{FF2B5EF4-FFF2-40B4-BE49-F238E27FC236}">
                <a16:creationId xmlns:a16="http://schemas.microsoft.com/office/drawing/2014/main" id="{8C55EF23-CAB9-45E8-88BF-15C286D6A7F6}"/>
              </a:ext>
            </a:extLst>
          </p:cNvPr>
          <p:cNvSpPr>
            <a:spLocks xmlns:a="http://schemas.openxmlformats.org/drawingml/2006/main" noGrp="1"/>
          </p:cNvSpPr>
          <p:nvPr/>
        </p:nvSpPr>
        <p:spPr>
          <a:xfrm xmlns:a="http://schemas.openxmlformats.org/drawingml/2006/main">
            <a:off x="361950" y="6600825"/>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975" b="0">
                <a:solidFill>
                  <a:srgbClr val="596D7C"/>
                </a:solidFill>
                <a:latin typeface="Arial"/>
                <a:ea typeface="Arial"/>
                <a:cs typeface="Arial"/>
              </a:defRPr>
            </a:defPPr>
          </a:lstStyle>
          <a:p xmlns:a="http://schemas.openxmlformats.org/drawingml/2006/main">
            <a:pPr algn="l">
              <a:defRPr sz="975" b="0">
                <a:solidFill>
                  <a:srgbClr val="596D7C"/>
                </a:solidFill>
                <a:latin typeface="Arial"/>
                <a:ea typeface="Arial"/>
                <a:cs typeface="Arial"/>
              </a:defRPr>
            </a:pPr>
            <a:r>
              <a:rPr sz="975" b="0">
                <a:solidFill>
                  <a:srgbClr val="596D7C"/>
                </a:solidFill>
                <a:latin typeface="Arial"/>
                <a:ea typeface="Arial"/>
                <a:cs typeface="Arial"/>
              </a:rPr>
              <a:t>Nguồn hình: DreamDojo và Ψ₀. Mỗi robot mới cần dữ liệu, adapter và controller phù hợp</a:t>
            </a:r>
          </a:p>
        </p:txBody>
      </p:sp>
      <p:sp>
        <p:nvSpPr>
          <p:cNvPr id="6" name="vtxt-291">
            <a:extLst xmlns:a="http://schemas.openxmlformats.org/drawingml/2006/main">
              <a:ext uri="{FF2B5EF4-FFF2-40B4-BE49-F238E27FC236}">
                <a16:creationId xmlns:a16="http://schemas.microsoft.com/office/drawing/2014/main" id="{BF4B873C-8656-4C09-86E8-BCC6D338E677}"/>
              </a:ext>
            </a:extLst>
          </p:cNvPr>
          <p:cNvSpPr>
            <a:spLocks xmlns:a="http://schemas.openxmlformats.org/drawingml/2006/main" noGrp="1"/>
          </p:cNvSpPr>
          <p:nvPr/>
        </p:nvSpPr>
        <p:spPr>
          <a:xfrm xmlns:a="http://schemas.openxmlformats.org/drawingml/2006/main">
            <a:off x="11049000" y="6600825"/>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975" b="0">
                <a:solidFill>
                  <a:srgbClr val="596D7C"/>
                </a:solidFill>
                <a:latin typeface="Arial"/>
                <a:ea typeface="Arial"/>
                <a:cs typeface="Arial"/>
              </a:defRPr>
            </a:defPPr>
          </a:lstStyle>
          <a:p xmlns:a="http://schemas.openxmlformats.org/drawingml/2006/main">
            <a:pPr algn="r">
              <a:defRPr sz="975" b="0">
                <a:solidFill>
                  <a:srgbClr val="596D7C"/>
                </a:solidFill>
                <a:latin typeface="Arial"/>
                <a:ea typeface="Arial"/>
                <a:cs typeface="Arial"/>
              </a:defRPr>
            </a:pPr>
            <a:r>
              <a:rPr sz="975" b="0">
                <a:solidFill>
                  <a:srgbClr val="596D7C"/>
                </a:solidFill>
                <a:latin typeface="Arial"/>
                <a:ea typeface="Arial"/>
                <a:cs typeface="Arial"/>
              </a:rPr>
              <a:t>12 / 12</a:t>
            </a:r>
          </a:p>
        </p:txBody>
      </p:sp>
      <p:sp>
        <p:nvSpPr>
          <p:cNvPr id="7" name="vtxt-292">
            <a:extLst xmlns:a="http://schemas.openxmlformats.org/drawingml/2006/main">
              <a:ext uri="{FF2B5EF4-FFF2-40B4-BE49-F238E27FC236}">
                <a16:creationId xmlns:a16="http://schemas.microsoft.com/office/drawing/2014/main" id="{FD6C5988-7E06-4950-AFF2-C4D2EFBDF4E4}"/>
              </a:ext>
            </a:extLst>
          </p:cNvPr>
          <p:cNvSpPr>
            <a:spLocks xmlns:a="http://schemas.openxmlformats.org/drawingml/2006/main" noGrp="1"/>
          </p:cNvSpPr>
          <p:nvPr/>
        </p:nvSpPr>
        <p:spPr>
          <a:xfrm xmlns:a="http://schemas.openxmlformats.org/drawingml/2006/main">
            <a:off x="419100" y="1562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277EC0"/>
                </a:solidFill>
                <a:latin typeface="Arial"/>
                <a:ea typeface="Arial"/>
                <a:cs typeface="Arial"/>
              </a:defRPr>
            </a:defPPr>
          </a:lstStyle>
          <a:p xmlns:a="http://schemas.openxmlformats.org/drawingml/2006/main">
            <a:pPr algn="ctr">
              <a:defRPr sz="2025" b="1">
                <a:solidFill>
                  <a:srgbClr val="277EC0"/>
                </a:solidFill>
                <a:latin typeface="Arial"/>
                <a:ea typeface="Arial"/>
                <a:cs typeface="Arial"/>
              </a:defRPr>
            </a:pPr>
            <a:r>
              <a:rPr sz="2025" b="1">
                <a:solidFill>
                  <a:srgbClr val="277EC0"/>
                </a:solidFill>
                <a:latin typeface="Arial"/>
                <a:ea typeface="Arial"/>
                <a:cs typeface="Arial"/>
              </a:rPr>
              <a:t>Nhiều dữ liệu người</a:t>
            </a:r>
          </a:p>
        </p:txBody>
      </p:sp>
      <p:sp>
        <p:nvSpPr>
          <p:cNvPr id="8" name="vtxt-293">
            <a:extLst xmlns:a="http://schemas.openxmlformats.org/drawingml/2006/main">
              <a:ext uri="{FF2B5EF4-FFF2-40B4-BE49-F238E27FC236}">
                <a16:creationId xmlns:a16="http://schemas.microsoft.com/office/drawing/2014/main" id="{992CA8F2-746B-4D5C-8698-2359B04A1E10}"/>
              </a:ext>
            </a:extLst>
          </p:cNvPr>
          <p:cNvSpPr>
            <a:spLocks xmlns:a="http://schemas.openxmlformats.org/drawingml/2006/main" noGrp="1"/>
          </p:cNvSpPr>
          <p:nvPr/>
        </p:nvSpPr>
        <p:spPr>
          <a:xfrm xmlns:a="http://schemas.openxmlformats.org/drawingml/2006/main">
            <a:off x="4429125" y="1562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76B900"/>
                </a:solidFill>
                <a:latin typeface="Arial"/>
                <a:ea typeface="Arial"/>
                <a:cs typeface="Arial"/>
              </a:defRPr>
            </a:defPPr>
          </a:lstStyle>
          <a:p xmlns:a="http://schemas.openxmlformats.org/drawingml/2006/main">
            <a:pPr algn="ctr">
              <a:defRPr sz="2025" b="1">
                <a:solidFill>
                  <a:srgbClr val="76B900"/>
                </a:solidFill>
                <a:latin typeface="Arial"/>
                <a:ea typeface="Arial"/>
                <a:cs typeface="Arial"/>
              </a:defRPr>
            </a:pPr>
            <a:r>
              <a:rPr sz="2025" b="1">
                <a:solidFill>
                  <a:srgbClr val="76B900"/>
                </a:solidFill>
                <a:latin typeface="Arial"/>
                <a:ea typeface="Arial"/>
                <a:cs typeface="Arial"/>
              </a:rPr>
              <a:t>Nhiều tình huống</a:t>
            </a:r>
          </a:p>
        </p:txBody>
      </p:sp>
      <p:sp>
        <p:nvSpPr>
          <p:cNvPr id="9" name="vtxt-294">
            <a:extLst xmlns:a="http://schemas.openxmlformats.org/drawingml/2006/main">
              <a:ext uri="{FF2B5EF4-FFF2-40B4-BE49-F238E27FC236}">
                <a16:creationId xmlns:a16="http://schemas.microsoft.com/office/drawing/2014/main" id="{04A3AC04-8DED-40DC-95D7-DE4DA0DD9DEC}"/>
              </a:ext>
            </a:extLst>
          </p:cNvPr>
          <p:cNvSpPr>
            <a:spLocks xmlns:a="http://schemas.openxmlformats.org/drawingml/2006/main" noGrp="1"/>
          </p:cNvSpPr>
          <p:nvPr/>
        </p:nvSpPr>
        <p:spPr>
          <a:xfrm xmlns:a="http://schemas.openxmlformats.org/drawingml/2006/main">
            <a:off x="8420100" y="15621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00888C"/>
                </a:solidFill>
                <a:latin typeface="Arial"/>
                <a:ea typeface="Arial"/>
                <a:cs typeface="Arial"/>
              </a:defRPr>
            </a:defPPr>
          </a:lstStyle>
          <a:p xmlns:a="http://schemas.openxmlformats.org/drawingml/2006/main">
            <a:pPr algn="ctr">
              <a:defRPr sz="2025" b="1">
                <a:solidFill>
                  <a:srgbClr val="00888C"/>
                </a:solidFill>
                <a:latin typeface="Arial"/>
                <a:ea typeface="Arial"/>
                <a:cs typeface="Arial"/>
              </a:defRPr>
            </a:pPr>
            <a:r>
              <a:rPr sz="2025" b="1">
                <a:solidFill>
                  <a:srgbClr val="00888C"/>
                </a:solidFill>
                <a:latin typeface="Arial"/>
                <a:ea typeface="Arial"/>
                <a:cs typeface="Arial"/>
              </a:rPr>
              <a:t>Nhiều robot</a:t>
            </a:r>
          </a:p>
        </p:txBody>
      </p:sp>
      <p:pic>
        <p:nvPicPr>
          <p:cNvPr id="10" name="">
            <a:extLst xmlns:a="http://schemas.openxmlformats.org/drawingml/2006/main">
              <a:ext uri="{FF2B5EF4-FFF2-40B4-BE49-F238E27FC236}">
                <a16:creationId xmlns:a16="http://schemas.microsoft.com/office/drawing/2014/main" id="{D21AAF08-0DD5-4F60-906A-643C05A16087}"/>
              </a:ext>
            </a:extLst>
          </p:cNvPr>
          <p:cNvPicPr>
            <a:picLocks xmlns:a="http://schemas.openxmlformats.org/drawingml/2006/main" noChangeAspect="1"/>
          </p:cNvPicPr>
          <p:nvPr/>
        </p:nvPicPr>
        <p:blipFill>
          <a:blip xmlns:r="http://schemas.openxmlformats.org/officeDocument/2006/relationships" xmlns:a="http://schemas.openxmlformats.org/drawingml/2006/main" r:embed="R857b8a7c64c244a9"/>
          <a:srcRect xmlns:a="http://schemas.openxmlformats.org/drawingml/2006/main" l="500" t="67200" r="81700" b="1200"/>
          <a:stretch xmlns:a="http://schemas.openxmlformats.org/drawingml/2006/main"/>
        </p:blipFill>
        <p:spPr>
          <a:xfrm xmlns:a="http://schemas.openxmlformats.org/drawingml/2006/main">
            <a:off x="514350" y="2181225"/>
            <a:ext cx="3143250" cy="22955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469ECC18-90EF-48CD-8C22-555D8A64349C}"/>
              </a:ext>
            </a:extLst>
          </p:cNvPr>
          <p:cNvPicPr>
            <a:picLocks xmlns:a="http://schemas.openxmlformats.org/drawingml/2006/main" noChangeAspect="1"/>
          </p:cNvPicPr>
          <p:nvPr/>
        </p:nvPicPr>
        <p:blipFill>
          <a:blip xmlns:r="http://schemas.openxmlformats.org/officeDocument/2006/relationships" xmlns:a="http://schemas.openxmlformats.org/drawingml/2006/main" r:embed="R36b71b743e9440b4"/>
          <a:srcRect xmlns:a="http://schemas.openxmlformats.org/drawingml/2006/main" l="900" t="30900" r="72400" b="6500"/>
          <a:stretch xmlns:a="http://schemas.openxmlformats.org/drawingml/2006/main"/>
        </p:blipFill>
        <p:spPr>
          <a:xfrm xmlns:a="http://schemas.openxmlformats.org/drawingml/2006/main">
            <a:off x="4438650" y="2181225"/>
            <a:ext cx="3333750" cy="22955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BF9D84B7-E57E-4A36-803D-C7C638940B76}"/>
              </a:ext>
            </a:extLst>
          </p:cNvPr>
          <p:cNvPicPr>
            <a:picLocks xmlns:a="http://schemas.openxmlformats.org/drawingml/2006/main" noChangeAspect="1"/>
          </p:cNvPicPr>
          <p:nvPr/>
        </p:nvPicPr>
        <p:blipFill>
          <a:blip xmlns:r="http://schemas.openxmlformats.org/officeDocument/2006/relationships" xmlns:a="http://schemas.openxmlformats.org/drawingml/2006/main" r:embed="R189e26f530f04a4d"/>
          <a:srcRect xmlns:a="http://schemas.openxmlformats.org/drawingml/2006/main" l="47100" t="6500" r="30100" b="51500"/>
          <a:stretch xmlns:a="http://schemas.openxmlformats.org/drawingml/2006/main"/>
        </p:blipFill>
        <p:spPr>
          <a:xfrm xmlns:a="http://schemas.openxmlformats.org/drawingml/2006/main">
            <a:off x="8439150" y="2181225"/>
            <a:ext cx="3333750" cy="2295525"/>
          </a:xfrm>
          <a:prstGeom xmlns:a="http://schemas.openxmlformats.org/drawingml/2006/main" prst="rect">
            <a:avLst/>
          </a:prstGeom>
        </p:spPr>
      </p:pic>
      <p:sp>
        <p:nvSpPr>
          <p:cNvPr id="13" name="vtxt-295">
            <a:extLst xmlns:a="http://schemas.openxmlformats.org/drawingml/2006/main">
              <a:ext uri="{FF2B5EF4-FFF2-40B4-BE49-F238E27FC236}">
                <a16:creationId xmlns:a16="http://schemas.microsoft.com/office/drawing/2014/main" id="{2F90B8C7-1465-4C78-9987-7598CA92F25C}"/>
              </a:ext>
            </a:extLst>
          </p:cNvPr>
          <p:cNvSpPr>
            <a:spLocks xmlns:a="http://schemas.openxmlformats.org/drawingml/2006/main" noGrp="1"/>
          </p:cNvSpPr>
          <p:nvPr/>
        </p:nvSpPr>
        <p:spPr>
          <a:xfrm xmlns:a="http://schemas.openxmlformats.org/drawingml/2006/main">
            <a:off x="419100" y="46767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Ego / third-person</a:t>
            </a:r>
          </a:p>
        </p:txBody>
      </p:sp>
      <p:sp>
        <p:nvSpPr>
          <p:cNvPr id="14" name="vtxt-296">
            <a:extLst xmlns:a="http://schemas.openxmlformats.org/drawingml/2006/main">
              <a:ext uri="{FF2B5EF4-FFF2-40B4-BE49-F238E27FC236}">
                <a16:creationId xmlns:a16="http://schemas.microsoft.com/office/drawing/2014/main" id="{6BB45D58-C49E-43AD-B4EA-7FF536E10FFD}"/>
              </a:ext>
            </a:extLst>
          </p:cNvPr>
          <p:cNvSpPr>
            <a:spLocks xmlns:a="http://schemas.openxmlformats.org/drawingml/2006/main" noGrp="1"/>
          </p:cNvSpPr>
          <p:nvPr/>
        </p:nvSpPr>
        <p:spPr>
          <a:xfrm xmlns:a="http://schemas.openxmlformats.org/drawingml/2006/main">
            <a:off x="4429125" y="46767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Task / vật / môi trường</a:t>
            </a:r>
          </a:p>
        </p:txBody>
      </p:sp>
      <p:sp>
        <p:nvSpPr>
          <p:cNvPr id="15" name="vtxt-297">
            <a:extLst xmlns:a="http://schemas.openxmlformats.org/drawingml/2006/main">
              <a:ext uri="{FF2B5EF4-FFF2-40B4-BE49-F238E27FC236}">
                <a16:creationId xmlns:a16="http://schemas.microsoft.com/office/drawing/2014/main" id="{25D05066-4A89-402B-8DFD-2D1AEC9C6C61}"/>
              </a:ext>
            </a:extLst>
          </p:cNvPr>
          <p:cNvSpPr>
            <a:spLocks xmlns:a="http://schemas.openxmlformats.org/drawingml/2006/main" noGrp="1"/>
          </p:cNvSpPr>
          <p:nvPr/>
        </p:nvSpPr>
        <p:spPr>
          <a:xfrm xmlns:a="http://schemas.openxmlformats.org/drawingml/2006/main">
            <a:off x="8420100" y="46767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596D7C"/>
                </a:solidFill>
                <a:latin typeface="Arial"/>
                <a:ea typeface="Arial"/>
                <a:cs typeface="Arial"/>
              </a:defRPr>
            </a:defPPr>
          </a:lstStyle>
          <a:p xmlns:a="http://schemas.openxmlformats.org/drawingml/2006/main">
            <a:pPr algn="ctr">
              <a:defRPr sz="1725" b="0">
                <a:solidFill>
                  <a:srgbClr val="596D7C"/>
                </a:solidFill>
                <a:latin typeface="Arial"/>
                <a:ea typeface="Arial"/>
                <a:cs typeface="Arial"/>
              </a:defRPr>
            </a:pPr>
            <a:r>
              <a:rPr sz="1725" b="0">
                <a:solidFill>
                  <a:srgbClr val="596D7C"/>
                </a:solidFill>
                <a:latin typeface="Arial"/>
                <a:ea typeface="Arial"/>
                <a:cs typeface="Arial"/>
              </a:rPr>
              <a:t>Embodiment và controller</a:t>
            </a:r>
          </a:p>
        </p:txBody>
      </p:sp>
      <p:sp>
        <p:nvSpPr>
          <p:cNvPr id="16" name="Platform dùng chung-298">
            <a:extLst xmlns:a="http://schemas.openxmlformats.org/drawingml/2006/main">
              <a:ext uri="{FF2B5EF4-FFF2-40B4-BE49-F238E27FC236}">
                <a16:creationId xmlns:a16="http://schemas.microsoft.com/office/drawing/2014/main" id="{A7BE4544-7201-41B7-A905-92F5EFD574EA}"/>
              </a:ext>
            </a:extLst>
          </p:cNvPr>
          <p:cNvSpPr>
            <a:spLocks xmlns:a="http://schemas.openxmlformats.org/drawingml/2006/main" noGrp="1"/>
          </p:cNvSpPr>
          <p:nvPr/>
        </p:nvSpPr>
        <p:spPr>
          <a:xfrm xmlns:a="http://schemas.openxmlformats.org/drawingml/2006/main">
            <a:off x="1905000" y="5438775"/>
            <a:ext cx="8382000" cy="876300"/>
          </a:xfrm>
          <a:prstGeom xmlns:a="http://schemas.openxmlformats.org/drawingml/2006/main" prst="rect">
            <a:avLst/>
          </a:prstGeom>
          <a:solidFill xmlns:a="http://schemas.openxmlformats.org/drawingml/2006/main">
            <a:srgbClr val="EAF4FC"/>
          </a:solidFill>
          <a:ln xmlns:a="http://schemas.openxmlformats.org/drawingml/2006/main" w="14288">
            <a:solidFill>
              <a:srgbClr val="277EC0"/>
            </a:solidFill>
          </a:ln>
        </p:spPr>
      </p:sp>
      <p:sp>
        <p:nvSpPr>
          <p:cNvPr id="17" name="vtxt-299">
            <a:extLst xmlns:a="http://schemas.openxmlformats.org/drawingml/2006/main">
              <a:ext uri="{FF2B5EF4-FFF2-40B4-BE49-F238E27FC236}">
                <a16:creationId xmlns:a16="http://schemas.microsoft.com/office/drawing/2014/main" id="{B431D571-A897-4CF8-B2A1-0D74EBA3A4FB}"/>
              </a:ext>
            </a:extLst>
          </p:cNvPr>
          <p:cNvSpPr>
            <a:spLocks xmlns:a="http://schemas.openxmlformats.org/drawingml/2006/main" noGrp="1"/>
          </p:cNvSpPr>
          <p:nvPr/>
        </p:nvSpPr>
        <p:spPr>
          <a:xfrm xmlns:a="http://schemas.openxmlformats.org/drawingml/2006/main">
            <a:off x="2000250" y="5553075"/>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277EC0"/>
                </a:solidFill>
                <a:latin typeface="Arial"/>
                <a:ea typeface="Arial"/>
                <a:cs typeface="Arial"/>
              </a:defRPr>
            </a:defPPr>
          </a:lstStyle>
          <a:p xmlns:a="http://schemas.openxmlformats.org/drawingml/2006/main">
            <a:pPr algn="ctr">
              <a:defRPr sz="1875" b="1">
                <a:solidFill>
                  <a:srgbClr val="277EC0"/>
                </a:solidFill>
                <a:latin typeface="Arial"/>
                <a:ea typeface="Arial"/>
                <a:cs typeface="Arial"/>
              </a:defRPr>
            </a:pPr>
            <a:r>
              <a:rPr sz="1875" b="1">
                <a:solidFill>
                  <a:srgbClr val="277EC0"/>
                </a:solidFill>
                <a:latin typeface="Arial"/>
                <a:ea typeface="Arial"/>
                <a:cs typeface="Arial"/>
              </a:rPr>
              <a:t>Platform dùng chung</a:t>
            </a:r>
          </a:p>
        </p:txBody>
      </p:sp>
      <p:sp>
        <p:nvSpPr>
          <p:cNvPr id="18" name="vtxt-300">
            <a:extLst xmlns:a="http://schemas.openxmlformats.org/drawingml/2006/main">
              <a:ext uri="{FF2B5EF4-FFF2-40B4-BE49-F238E27FC236}">
                <a16:creationId xmlns:a16="http://schemas.microsoft.com/office/drawing/2014/main" id="{C3965465-7F4C-4BC5-A281-94EC38CCD644}"/>
              </a:ext>
            </a:extLst>
          </p:cNvPr>
          <p:cNvSpPr>
            <a:spLocks xmlns:a="http://schemas.openxmlformats.org/drawingml/2006/main" noGrp="1"/>
          </p:cNvSpPr>
          <p:nvPr/>
        </p:nvSpPr>
        <p:spPr>
          <a:xfrm xmlns:a="http://schemas.openxmlformats.org/drawingml/2006/main">
            <a:off x="2000250" y="5924550"/>
            <a:ext cx="819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0">
                <a:solidFill>
                  <a:srgbClr val="173451"/>
                </a:solidFill>
                <a:latin typeface="Arial"/>
                <a:ea typeface="Arial"/>
                <a:cs typeface="Arial"/>
              </a:defRPr>
            </a:defPPr>
          </a:lstStyle>
          <a:p xmlns:a="http://schemas.openxmlformats.org/drawingml/2006/main">
            <a:pPr algn="ctr">
              <a:defRPr sz="1500" b="0">
                <a:solidFill>
                  <a:srgbClr val="173451"/>
                </a:solidFill>
                <a:latin typeface="Arial"/>
                <a:ea typeface="Arial"/>
                <a:cs typeface="Arial"/>
              </a:defRPr>
            </a:pPr>
            <a:r>
              <a:rPr sz="1500" b="0">
                <a:solidFill>
                  <a:srgbClr val="173451"/>
                </a:solidFill>
                <a:latin typeface="Arial"/>
                <a:ea typeface="Arial"/>
                <a:cs typeface="Arial"/>
              </a:rPr>
              <a:t>Dữ liệu có phiên bản, QA, đánh giá và chi phí</a:t>
            </a:r>
          </a:p>
        </p:txBody>
      </p:sp>
      <p:sp>
        <p:nvSpPr>
          <p:cNvPr id="19" name="route-anchor-301">
            <a:extLst xmlns:a="http://schemas.openxmlformats.org/drawingml/2006/main">
              <a:ext uri="{FF2B5EF4-FFF2-40B4-BE49-F238E27FC236}">
                <a16:creationId xmlns:a16="http://schemas.microsoft.com/office/drawing/2014/main" id="{3D828FD5-5FC6-4801-83F4-7650E22CB7C3}"/>
              </a:ext>
            </a:extLst>
          </p:cNvPr>
          <p:cNvSpPr>
            <a:spLocks xmlns:a="http://schemas.openxmlformats.org/drawingml/2006/main" noGrp="1"/>
          </p:cNvSpPr>
          <p:nvPr/>
        </p:nvSpPr>
        <p:spPr>
          <a:xfrm xmlns:a="http://schemas.openxmlformats.org/drawingml/2006/main">
            <a:off x="2085023" y="50472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0" name="route-anchor-302">
            <a:extLst xmlns:a="http://schemas.openxmlformats.org/drawingml/2006/main">
              <a:ext uri="{FF2B5EF4-FFF2-40B4-BE49-F238E27FC236}">
                <a16:creationId xmlns:a16="http://schemas.microsoft.com/office/drawing/2014/main" id="{6067631C-32D9-4769-8042-664DB9B171B1}"/>
              </a:ext>
            </a:extLst>
          </p:cNvPr>
          <p:cNvSpPr>
            <a:spLocks xmlns:a="http://schemas.openxmlformats.org/drawingml/2006/main" noGrp="1"/>
          </p:cNvSpPr>
          <p:nvPr/>
        </p:nvSpPr>
        <p:spPr>
          <a:xfrm xmlns:a="http://schemas.openxmlformats.org/drawingml/2006/main">
            <a:off x="2085023"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2" name="route-anchor-303">
            <a:extLst xmlns:a="http://schemas.openxmlformats.org/drawingml/2006/main">
              <a:ext uri="{FF2B5EF4-FFF2-40B4-BE49-F238E27FC236}">
                <a16:creationId xmlns:a16="http://schemas.microsoft.com/office/drawing/2014/main" id="{F88023FF-6D42-4C39-B6D1-DC961FB77722}"/>
              </a:ext>
            </a:extLst>
          </p:cNvPr>
          <p:cNvSpPr>
            <a:spLocks xmlns:a="http://schemas.openxmlformats.org/drawingml/2006/main" noGrp="1"/>
          </p:cNvSpPr>
          <p:nvPr/>
        </p:nvSpPr>
        <p:spPr>
          <a:xfrm xmlns:a="http://schemas.openxmlformats.org/drawingml/2006/main">
            <a:off x="2085023"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3" name="route-anchor-304">
            <a:extLst xmlns:a="http://schemas.openxmlformats.org/drawingml/2006/main">
              <a:ext uri="{FF2B5EF4-FFF2-40B4-BE49-F238E27FC236}">
                <a16:creationId xmlns:a16="http://schemas.microsoft.com/office/drawing/2014/main" id="{419EE64C-C140-429C-950B-734A7FA2463F}"/>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5" name="route-anchor-305">
            <a:extLst xmlns:a="http://schemas.openxmlformats.org/drawingml/2006/main">
              <a:ext uri="{FF2B5EF4-FFF2-40B4-BE49-F238E27FC236}">
                <a16:creationId xmlns:a16="http://schemas.microsoft.com/office/drawing/2014/main" id="{2A851E8D-6179-4CB3-872D-7FC4348D7F22}"/>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6" name="route-anchor-306">
            <a:extLst xmlns:a="http://schemas.openxmlformats.org/drawingml/2006/main">
              <a:ext uri="{FF2B5EF4-FFF2-40B4-BE49-F238E27FC236}">
                <a16:creationId xmlns:a16="http://schemas.microsoft.com/office/drawing/2014/main" id="{70CF0C2F-B7A1-4FC4-B9FB-8D4FFDC4A216}"/>
              </a:ext>
            </a:extLst>
          </p:cNvPr>
          <p:cNvSpPr>
            <a:spLocks xmlns:a="http://schemas.openxmlformats.org/drawingml/2006/main" noGrp="1"/>
          </p:cNvSpPr>
          <p:nvPr/>
        </p:nvSpPr>
        <p:spPr>
          <a:xfrm xmlns:a="http://schemas.openxmlformats.org/drawingml/2006/main">
            <a:off x="6095048" y="54378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8" name="route-anchor-307">
            <a:extLst xmlns:a="http://schemas.openxmlformats.org/drawingml/2006/main">
              <a:ext uri="{FF2B5EF4-FFF2-40B4-BE49-F238E27FC236}">
                <a16:creationId xmlns:a16="http://schemas.microsoft.com/office/drawing/2014/main" id="{454FCC49-90A7-4BF8-844B-402689F68F9B}"/>
              </a:ext>
            </a:extLst>
          </p:cNvPr>
          <p:cNvSpPr>
            <a:spLocks xmlns:a="http://schemas.openxmlformats.org/drawingml/2006/main" noGrp="1"/>
          </p:cNvSpPr>
          <p:nvPr/>
        </p:nvSpPr>
        <p:spPr>
          <a:xfrm xmlns:a="http://schemas.openxmlformats.org/drawingml/2006/main">
            <a:off x="6095048" y="50472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29" name="route-anchor-308">
            <a:extLst xmlns:a="http://schemas.openxmlformats.org/drawingml/2006/main">
              <a:ext uri="{FF2B5EF4-FFF2-40B4-BE49-F238E27FC236}">
                <a16:creationId xmlns:a16="http://schemas.microsoft.com/office/drawing/2014/main" id="{461FCFF1-4669-459B-B047-D1BA10267BF3}"/>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1" name="route-anchor-309">
            <a:extLst xmlns:a="http://schemas.openxmlformats.org/drawingml/2006/main">
              <a:ext uri="{FF2B5EF4-FFF2-40B4-BE49-F238E27FC236}">
                <a16:creationId xmlns:a16="http://schemas.microsoft.com/office/drawing/2014/main" id="{3B6A9600-DE58-45BA-8C12-A2073A76DC54}"/>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2" name="route-anchor-310">
            <a:extLst xmlns:a="http://schemas.openxmlformats.org/drawingml/2006/main">
              <a:ext uri="{FF2B5EF4-FFF2-40B4-BE49-F238E27FC236}">
                <a16:creationId xmlns:a16="http://schemas.microsoft.com/office/drawing/2014/main" id="{DA3FDF6C-CF23-4CC9-8BFC-76F7B47B5A72}"/>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4" name="route-anchor-311">
            <a:extLst xmlns:a="http://schemas.openxmlformats.org/drawingml/2006/main">
              <a:ext uri="{FF2B5EF4-FFF2-40B4-BE49-F238E27FC236}">
                <a16:creationId xmlns:a16="http://schemas.microsoft.com/office/drawing/2014/main" id="{83ADC61E-A317-403E-938D-AC40B39AAD98}"/>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5" name="route-anchor-312">
            <a:extLst xmlns:a="http://schemas.openxmlformats.org/drawingml/2006/main">
              <a:ext uri="{FF2B5EF4-FFF2-40B4-BE49-F238E27FC236}">
                <a16:creationId xmlns:a16="http://schemas.microsoft.com/office/drawing/2014/main" id="{48829E4A-611E-4448-A183-79BD799CA218}"/>
              </a:ext>
            </a:extLst>
          </p:cNvPr>
          <p:cNvSpPr>
            <a:spLocks xmlns:a="http://schemas.openxmlformats.org/drawingml/2006/main" noGrp="1"/>
          </p:cNvSpPr>
          <p:nvPr/>
        </p:nvSpPr>
        <p:spPr>
          <a:xfrm xmlns:a="http://schemas.openxmlformats.org/drawingml/2006/main">
            <a:off x="6095048" y="5437823"/>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7" name="route-anchor-313">
            <a:extLst xmlns:a="http://schemas.openxmlformats.org/drawingml/2006/main">
              <a:ext uri="{FF2B5EF4-FFF2-40B4-BE49-F238E27FC236}">
                <a16:creationId xmlns:a16="http://schemas.microsoft.com/office/drawing/2014/main" id="{43B9A837-6075-4563-8D58-F06D75D05752}"/>
              </a:ext>
            </a:extLst>
          </p:cNvPr>
          <p:cNvSpPr>
            <a:spLocks xmlns:a="http://schemas.openxmlformats.org/drawingml/2006/main" noGrp="1"/>
          </p:cNvSpPr>
          <p:nvPr/>
        </p:nvSpPr>
        <p:spPr>
          <a:xfrm xmlns:a="http://schemas.openxmlformats.org/drawingml/2006/main">
            <a:off x="10086023" y="50472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38" name="route-anchor-314">
            <a:extLst xmlns:a="http://schemas.openxmlformats.org/drawingml/2006/main">
              <a:ext uri="{FF2B5EF4-FFF2-40B4-BE49-F238E27FC236}">
                <a16:creationId xmlns:a16="http://schemas.microsoft.com/office/drawing/2014/main" id="{F962D849-F15A-422A-9F72-385A7F130711}"/>
              </a:ext>
            </a:extLst>
          </p:cNvPr>
          <p:cNvSpPr>
            <a:spLocks xmlns:a="http://schemas.openxmlformats.org/drawingml/2006/main" noGrp="1"/>
          </p:cNvSpPr>
          <p:nvPr/>
        </p:nvSpPr>
        <p:spPr>
          <a:xfrm xmlns:a="http://schemas.openxmlformats.org/drawingml/2006/main">
            <a:off x="10086023"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0" name="route-anchor-315">
            <a:extLst xmlns:a="http://schemas.openxmlformats.org/drawingml/2006/main">
              <a:ext uri="{FF2B5EF4-FFF2-40B4-BE49-F238E27FC236}">
                <a16:creationId xmlns:a16="http://schemas.microsoft.com/office/drawing/2014/main" id="{45B9363F-1A3C-4B15-9B40-259BA3D53C02}"/>
              </a:ext>
            </a:extLst>
          </p:cNvPr>
          <p:cNvSpPr>
            <a:spLocks xmlns:a="http://schemas.openxmlformats.org/drawingml/2006/main" noGrp="1"/>
          </p:cNvSpPr>
          <p:nvPr/>
        </p:nvSpPr>
        <p:spPr>
          <a:xfrm xmlns:a="http://schemas.openxmlformats.org/drawingml/2006/main">
            <a:off x="10086023"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1" name="route-anchor-316">
            <a:extLst xmlns:a="http://schemas.openxmlformats.org/drawingml/2006/main">
              <a:ext uri="{FF2B5EF4-FFF2-40B4-BE49-F238E27FC236}">
                <a16:creationId xmlns:a16="http://schemas.microsoft.com/office/drawing/2014/main" id="{FB34774B-C85F-4922-9FDC-BACB04EBAA72}"/>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3" name="route-anchor-317">
            <a:extLst xmlns:a="http://schemas.openxmlformats.org/drawingml/2006/main">
              <a:ext uri="{FF2B5EF4-FFF2-40B4-BE49-F238E27FC236}">
                <a16:creationId xmlns:a16="http://schemas.microsoft.com/office/drawing/2014/main" id="{30F50F66-E0B1-4BBF-B06C-7274FBD9D11E}"/>
              </a:ext>
            </a:extLst>
          </p:cNvPr>
          <p:cNvSpPr>
            <a:spLocks xmlns:a="http://schemas.openxmlformats.org/drawingml/2006/main" noGrp="1"/>
          </p:cNvSpPr>
          <p:nvPr/>
        </p:nvSpPr>
        <p:spPr>
          <a:xfrm xmlns:a="http://schemas.openxmlformats.org/drawingml/2006/main">
            <a:off x="6095048" y="5237798"/>
            <a:ext cx="1905" cy="1905"/>
          </a:xfrm>
          <a:prstGeom xmlns:a="http://schemas.openxmlformats.org/drawingml/2006/main" prst="rect">
            <a:avLst/>
          </a:prstGeom>
          <a:noFill xmlns:a="http://schemas.openxmlformats.org/drawingml/2006/main"/>
          <a:ln xmlns:a="http://schemas.openxmlformats.org/drawingml/2006/main" w="14288">
            <a:noFill/>
          </a:ln>
        </p:spPr>
      </p:sp>
      <p:sp>
        <p:nvSpPr>
          <p:cNvPr id="44" name="route-anchor-318">
            <a:extLst xmlns:a="http://schemas.openxmlformats.org/drawingml/2006/main">
              <a:ext uri="{FF2B5EF4-FFF2-40B4-BE49-F238E27FC236}">
                <a16:creationId xmlns:a16="http://schemas.microsoft.com/office/drawing/2014/main" id="{EE72D77D-71E4-4EB3-BD06-100338D51201}"/>
              </a:ext>
            </a:extLst>
          </p:cNvPr>
          <p:cNvSpPr>
            <a:spLocks xmlns:a="http://schemas.openxmlformats.org/drawingml/2006/main" noGrp="1"/>
          </p:cNvSpPr>
          <p:nvPr/>
        </p:nvSpPr>
        <p:spPr>
          <a:xfrm xmlns:a="http://schemas.openxmlformats.org/drawingml/2006/main">
            <a:off x="6095048" y="5437823"/>
            <a:ext cx="1905" cy="1905"/>
          </a:xfrm>
          <a:prstGeom xmlns:a="http://schemas.openxmlformats.org/drawingml/2006/main" prst="rect">
            <a:avLst/>
          </a:prstGeom>
          <a:noFill xmlns:a="http://schemas.openxmlformats.org/drawingml/2006/main"/>
          <a:ln xmlns:a="http://schemas.openxmlformats.org/drawingml/2006/main" w="14288">
            <a:noFill/>
          </a:ln>
        </p:spPr>
      </p:sp>
    </p:spTree>
    <p:extLst>
      <p:ext uri="{BB962C8B-B14F-4D97-AF65-F5344CB8AC3E}">
        <p14:creationId xmlns:p14="http://schemas.microsoft.com/office/powerpoint/2010/main" val="4191444374"/>
      </p:ext>
    </p:extLst>
  </p:cSld>
</p:sld>
</file>

<file path=ppt/theme/theme1.xml><?xml version="1.0" encoding="utf-8"?>
<a:theme xmlns:a="http://schemas.openxmlformats.org/drawingml/2006/main" name="DENSO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2026-10-08T05:12:05.4860000Z</dcterms:created>
  <dcterms:modified xsi:type="dcterms:W3CDTF">2026-10-08T05:12:05.4860000Z</dcterms:modified>
</coreProperties>
</file>