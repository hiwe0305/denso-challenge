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3516b6af0e4c03" /><Relationship Type="http://schemas.openxmlformats.org/officeDocument/2006/relationships/extended-properties" Target="/docProps/app.xml" Id="R8303ab4ccfef4abe" /><Relationship Type="http://schemas.openxmlformats.org/officeDocument/2006/relationships/officeDocument" Target="/ppt/presentation.xml" Id="R3212ff57d8b54c8f" /></Relationships>
</file>

<file path=ppt/presentation.xml><?xml version="1.0" encoding="utf-8"?>
<p:presentation xmlns:p="http://schemas.openxmlformats.org/presentationml/2006/main">
  <p:sldMasterIdLst>
    <p:sldMasterId xmlns:r="http://schemas.openxmlformats.org/officeDocument/2006/relationships" id="2147483648" r:id="Rd4daf737c4744df0"/>
  </p:sldMasterIdLst>
  <p:notesMasterIdLst>
    <p:notesMasterId xmlns:r="http://schemas.openxmlformats.org/officeDocument/2006/relationships" r:id="Ra61a0f79ada64c3c"/>
  </p:notesMasterIdLst>
  <p:sldIdLst>
    <p:sldId xmlns:r="http://schemas.openxmlformats.org/officeDocument/2006/relationships" id="256" r:id="R18a70e605ae34f99"/>
    <p:sldId xmlns:r="http://schemas.openxmlformats.org/officeDocument/2006/relationships" id="257" r:id="Re5fafae798984ba9"/>
    <p:sldId xmlns:r="http://schemas.openxmlformats.org/officeDocument/2006/relationships" id="258" r:id="R53ccc69e119b42f0"/>
    <p:sldId xmlns:r="http://schemas.openxmlformats.org/officeDocument/2006/relationships" id="259" r:id="Rf41097894b914b98"/>
    <p:sldId xmlns:r="http://schemas.openxmlformats.org/officeDocument/2006/relationships" id="260" r:id="R12551650f4134323"/>
    <p:sldId xmlns:r="http://schemas.openxmlformats.org/officeDocument/2006/relationships" id="261" r:id="R8be01bf78d4942b9"/>
    <p:sldId xmlns:r="http://schemas.openxmlformats.org/officeDocument/2006/relationships" id="262" r:id="R73a5b6f9074846fb"/>
    <p:sldId xmlns:r="http://schemas.openxmlformats.org/officeDocument/2006/relationships" id="263" r:id="R971a5c329db54e60"/>
    <p:sldId xmlns:r="http://schemas.openxmlformats.org/officeDocument/2006/relationships" id="264" r:id="Re5aa9b087bb64471"/>
    <p:sldId xmlns:r="http://schemas.openxmlformats.org/officeDocument/2006/relationships" id="265" r:id="Ra1d334a5e925423c"/>
    <p:sldId xmlns:r="http://schemas.openxmlformats.org/officeDocument/2006/relationships" id="266" r:id="R8a083f2efedf4683"/>
    <p:sldId xmlns:r="http://schemas.openxmlformats.org/officeDocument/2006/relationships" id="267" r:id="Rd5696023825549b1"/>
    <p:sldId xmlns:r="http://schemas.openxmlformats.org/officeDocument/2006/relationships" id="268" r:id="Rce2f69eb123146b3"/>
    <p:sldId xmlns:r="http://schemas.openxmlformats.org/officeDocument/2006/relationships" id="269" r:id="Rabbbb0c2d6eb411b"/>
    <p:sldId xmlns:r="http://schemas.openxmlformats.org/officeDocument/2006/relationships" id="270" r:id="R95f20e2f86fd41c9"/>
    <p:sldId xmlns:r="http://schemas.openxmlformats.org/officeDocument/2006/relationships" id="271" r:id="Rbf4e4604d5cb49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69cef52b79943a7" /><Relationship Type="http://schemas.openxmlformats.org/officeDocument/2006/relationships/slideMaster" Target="/ppt/slideMasters/slideMaster1.xml" Id="Rd4daf737c4744df0" /><Relationship Type="http://schemas.openxmlformats.org/officeDocument/2006/relationships/notesMaster" Target="/ppt/notesMasters/notesMaster1.xml" Id="Ra61a0f79ada64c3c" /><Relationship Type="http://schemas.openxmlformats.org/officeDocument/2006/relationships/presProps" Target="/ppt/presProps.xml" Id="R91193de444c74fb6" /><Relationship Type="http://schemas.openxmlformats.org/officeDocument/2006/relationships/viewProps" Target="/ppt/viewProps.xml" Id="R426a829921f74cd1" /><Relationship Type="http://schemas.openxmlformats.org/officeDocument/2006/relationships/tableStyles" Target="/ppt/tableStyles.xml" Id="R66fb887830194dc4" /><Relationship Type="http://schemas.openxmlformats.org/officeDocument/2006/relationships/slide" Target="/ppt/slides/slide1.xml" Id="R18a70e605ae34f99" /><Relationship Type="http://schemas.openxmlformats.org/officeDocument/2006/relationships/slide" Target="/ppt/slides/slide2.xml" Id="Re5fafae798984ba9" /><Relationship Type="http://schemas.openxmlformats.org/officeDocument/2006/relationships/slide" Target="/ppt/slides/slide3.xml" Id="R53ccc69e119b42f0" /><Relationship Type="http://schemas.openxmlformats.org/officeDocument/2006/relationships/slide" Target="/ppt/slides/slide4.xml" Id="Rf41097894b914b98" /><Relationship Type="http://schemas.openxmlformats.org/officeDocument/2006/relationships/slide" Target="/ppt/slides/slide5.xml" Id="R12551650f4134323" /><Relationship Type="http://schemas.openxmlformats.org/officeDocument/2006/relationships/slide" Target="/ppt/slides/slide6.xml" Id="R8be01bf78d4942b9" /><Relationship Type="http://schemas.openxmlformats.org/officeDocument/2006/relationships/slide" Target="/ppt/slides/slide7.xml" Id="R73a5b6f9074846fb" /><Relationship Type="http://schemas.openxmlformats.org/officeDocument/2006/relationships/slide" Target="/ppt/slides/slide8.xml" Id="R971a5c329db54e60" /><Relationship Type="http://schemas.openxmlformats.org/officeDocument/2006/relationships/slide" Target="/ppt/slides/slide9.xml" Id="Re5aa9b087bb64471" /><Relationship Type="http://schemas.openxmlformats.org/officeDocument/2006/relationships/slide" Target="/ppt/slides/slide10.xml" Id="Ra1d334a5e925423c" /><Relationship Type="http://schemas.openxmlformats.org/officeDocument/2006/relationships/slide" Target="/ppt/slides/slide11.xml" Id="R8a083f2efedf4683" /><Relationship Type="http://schemas.openxmlformats.org/officeDocument/2006/relationships/slide" Target="/ppt/slides/slide12.xml" Id="Rd5696023825549b1" /><Relationship Type="http://schemas.openxmlformats.org/officeDocument/2006/relationships/slide" Target="/ppt/slides/slide13.xml" Id="Rce2f69eb123146b3" /><Relationship Type="http://schemas.openxmlformats.org/officeDocument/2006/relationships/slide" Target="/ppt/slides/slide14.xml" Id="Rabbbb0c2d6eb411b" /><Relationship Type="http://schemas.openxmlformats.org/officeDocument/2006/relationships/slide" Target="/ppt/slides/slide15.xml" Id="R95f20e2f86fd41c9" /><Relationship Type="http://schemas.openxmlformats.org/officeDocument/2006/relationships/slide" Target="/ppt/slides/slide16.xml" Id="Rbf4e4604d5cb49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b40d42d5e446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NSO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5539c6bead4e0c" /><Relationship Type="http://schemas.openxmlformats.org/officeDocument/2006/relationships/notesMaster" Target="/ppt/notesMasters/notesMaster1.xml" Id="Ra113c63e12f74f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5a64e850094826" /><Relationship Type="http://schemas.openxmlformats.org/officeDocument/2006/relationships/notesMaster" Target="/ppt/notesMasters/notesMaster1.xml" Id="R6e5ed28759084b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6a0122a3ea42b9" /><Relationship Type="http://schemas.openxmlformats.org/officeDocument/2006/relationships/notesMaster" Target="/ppt/notesMasters/notesMaster1.xml" Id="Rd5ad5aceb37b48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68ae0b24514002" /><Relationship Type="http://schemas.openxmlformats.org/officeDocument/2006/relationships/notesMaster" Target="/ppt/notesMasters/notesMaster1.xml" Id="Rb7167ced3e444b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883597f3df45da" /><Relationship Type="http://schemas.openxmlformats.org/officeDocument/2006/relationships/notesMaster" Target="/ppt/notesMasters/notesMaster1.xml" Id="Rda57f17a998040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508578303f45d5" /><Relationship Type="http://schemas.openxmlformats.org/officeDocument/2006/relationships/notesMaster" Target="/ppt/notesMasters/notesMaster1.xml" Id="R9c0900090b5e4c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9c452c0aed45a7" /><Relationship Type="http://schemas.openxmlformats.org/officeDocument/2006/relationships/notesMaster" Target="/ppt/notesMasters/notesMaster1.xml" Id="R59138422b4dc4a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5243e2f5834b28" /><Relationship Type="http://schemas.openxmlformats.org/officeDocument/2006/relationships/notesMaster" Target="/ppt/notesMasters/notesMaster1.xml" Id="R52a565125c9446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af813f7a134af2" /><Relationship Type="http://schemas.openxmlformats.org/officeDocument/2006/relationships/notesMaster" Target="/ppt/notesMasters/notesMaster1.xml" Id="Rd53c75d2a88343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bf0daa918447bb" /><Relationship Type="http://schemas.openxmlformats.org/officeDocument/2006/relationships/notesMaster" Target="/ppt/notesMasters/notesMaster1.xml" Id="R34bdf150f64641a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2565d1485c4ad2" /><Relationship Type="http://schemas.openxmlformats.org/officeDocument/2006/relationships/notesMaster" Target="/ppt/notesMasters/notesMaster1.xml" Id="R3d255f3bcbcf4e9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930be8dd65466c" /><Relationship Type="http://schemas.openxmlformats.org/officeDocument/2006/relationships/notesMaster" Target="/ppt/notesMasters/notesMaster1.xml" Id="Rdd42def0501040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1ea14c103164c42" /><Relationship Type="http://schemas.openxmlformats.org/officeDocument/2006/relationships/notesMaster" Target="/ppt/notesMasters/notesMaster1.xml" Id="Ra78f0df3669948c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758474fe9cc4ce1" /><Relationship Type="http://schemas.openxmlformats.org/officeDocument/2006/relationships/notesMaster" Target="/ppt/notesMasters/notesMaster1.xml" Id="R79110938a16843f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aa6af10c4f4441" /><Relationship Type="http://schemas.openxmlformats.org/officeDocument/2006/relationships/notesMaster" Target="/ppt/notesMasters/notesMaster1.xml" Id="Rae8a297f993f477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8e422de8d4548d9" /><Relationship Type="http://schemas.openxmlformats.org/officeDocument/2006/relationships/notesMaster" Target="/ppt/notesMasters/notesMaster1.xml" Id="R5517cb8eb5774e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là giảm tổng công phát triển kỹ năng ở cùng tiêu chuẩn task. Tận dụng pretrained VLA, không nhận thuật toán foundation model mới. Đây là bản review đề xuất, không bản công bố kết quả native.</a:t>
            </a:r>
          </a:p>
          <a:p xmlns:a="http://schemas.openxmlformats.org/drawingml/2006/main">
            <a:r>
              <a:t/>
            </a:r>
          </a:p>
          <a:p xmlns:a="http://schemas.openxmlformats.org/drawingml/2006/main">
            <a:r>
              <a:t>Nguồn:</a:t>
            </a:r>
          </a:p>
          <a:p xmlns:a="http://schemas.openxmlformats.org/drawingml/2006/main">
            <a:r>
              <a:t>docs/implementation-plan/skill-a1/README.md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Checklist giữ câu hỏi của template. Ngưỡng90% là draft cho MVP sim. Chưa có số đo native, chi phí hay ROI. Kinh nghiệm đội chưa được cung cấp. Visual template được user cung cấp; notes gốc ghi Microsoft Copilot.</a:t>
            </a:r>
          </a:p>
          <a:p xmlns:a="http://schemas.openxmlformats.org/drawingml/2006/main">
            <a:r>
              <a:t/>
            </a:r>
          </a:p>
          <a:p xmlns:a="http://schemas.openxmlformats.org/drawingml/2006/main">
            <a:r>
              <a:t>Nguồn:</a:t>
            </a:r>
          </a:p>
          <a:p xmlns:a="http://schemas.openxmlformats.org/drawingml/2006/main">
            <a:r>
              <a:t>/home/hiwe/Downloads/Denso-Hack_Presentation-Template-2026.pptx</a:t>
            </a:r>
          </a:p>
          <a:p xmlns:a="http://schemas.openxmlformats.org/drawingml/2006/main">
            <a:r>
              <a:t>docs/implementation-plan/skill-a1/README.md</a:t>
            </a:r>
          </a:p>
          <a:p xmlns:a="http://schemas.openxmlformats.org/drawingml/2006/main">
            <a:r>
              <a:t>docs/implementation-plan/skill-a1/04-evaluation-and-cost.md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Giữ mục giới thiệu team của template. Không giả định người dùng có 10 năm kinh nghiệm hoặc tự tạo tên thành viên. Bảng này mô tả các vai trò cần có, không nhân sự đã xác nhận.</a:t>
            </a:r>
          </a:p>
          <a:p xmlns:a="http://schemas.openxmlformats.org/drawingml/2006/main">
            <a:r>
              <a:t/>
            </a:r>
          </a:p>
          <a:p xmlns:a="http://schemas.openxmlformats.org/drawingml/2006/main">
            <a:r>
              <a:t>Nguồn:</a:t>
            </a:r>
          </a:p>
          <a:p xmlns:a="http://schemas.openxmlformats.org/drawingml/2006/main">
            <a:r>
              <a:t>docs/implementation-plan/skill-a1/README.md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 thuyết nghiệp vụ: giảm công phát triển skill mới hoặc thay đổi điều kiện trên robot có pretrained policy. Thu mẫu ít hơn phải tính cả công bổ sung cho human/synthetic và debugging. Không claim tiết kiệm từ số clips.</a:t>
            </a:r>
          </a:p>
          <a:p xmlns:a="http://schemas.openxmlformats.org/drawingml/2006/main">
            <a:r>
              <a:t/>
            </a:r>
          </a:p>
          <a:p xmlns:a="http://schemas.openxmlformats.org/drawingml/2006/main">
            <a:r>
              <a:t>Nguồn:</a:t>
            </a:r>
          </a:p>
          <a:p xmlns:a="http://schemas.openxmlformats.org/drawingml/2006/main">
            <a:r>
              <a:t>docs/implementation-plan/skill-a1/README.md</a:t>
            </a:r>
          </a:p>
          <a:p xmlns:a="http://schemas.openxmlformats.org/drawingml/2006/main">
            <a:r>
              <a:t>docs/implementation-plan/skill-a1/04-evaluation-and-cost.md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minh họa AI từ presentation-site/dist/assets/story/, không phải episode native hoặc ảnh GR1 chính xác. Đội chưa rollout native VLA/GR1.</a:t>
            </a:r>
          </a:p>
          <a:p xmlns:a="http://schemas.openxmlformats.org/drawingml/2006/main">
            <a:r>
              <a:t>Scorer dùng privileged sim state độc lập: footprint, support, object/hand/contact và timing. Không cấp ngầm geometry/contact scorer cho policy. lift20mm, holding0.3s, speed≤5mm/s, withdraw50mm đều draft chưa owner duyệt.</a:t>
            </a:r>
          </a:p>
          <a:p xmlns:a="http://schemas.openxmlformats.org/drawingml/2006/main">
            <a:r>
              <a:t/>
            </a:r>
          </a:p>
          <a:p xmlns:a="http://schemas.openxmlformats.org/drawingml/2006/main">
            <a:r>
              <a:t>Nguồn:</a:t>
            </a:r>
          </a:p>
          <a:p xmlns:a="http://schemas.openxmlformats.org/drawingml/2006/main">
            <a:r>
              <a:t>docs/implementation-plan/skill-a1/01-native-task.md</a:t>
            </a:r>
          </a:p>
          <a:p xmlns:a="http://schemas.openxmlformats.org/drawingml/2006/main">
            <a:r>
              <a:t>docs/implementation-plan/skill-a1/task-spec.proposed.json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kiến trúc do imagegen tạo cho slide này. Sơ đồ trình bày offline training và runtime riêng. Human bridge là candidate motor pilot. Model có VLM encoder và Action Expert; features là output representation thật của encoder, không semantic JSON giả. Robot state vào Action Expert. Scorer độc lập tạo outcomes, trace gồm input/features/action/command/response. Engineer kiểm trước decision, feedback data có điều kiện. VLM có thể frozen theo recipe H.</a:t>
            </a:r>
          </a:p>
          <a:p xmlns:a="http://schemas.openxmlformats.org/drawingml/2006/main">
            <a:r>
              <a:t/>
            </a:r>
          </a:p>
          <a:p xmlns:a="http://schemas.openxmlformats.org/drawingml/2006/main">
            <a:r>
              <a:t>Nguồn:</a:t>
            </a:r>
          </a:p>
          <a:p xmlns:a="http://schemas.openxmlformats.org/drawingml/2006/main">
            <a:r>
              <a:t>docs/implementation-plan/skill-a1/README.md</a:t>
            </a:r>
          </a:p>
          <a:p xmlns:a="http://schemas.openxmlformats.org/drawingml/2006/main">
            <a:r>
              <a:t>docs/implementation-plan/skill-a1/02-recipes-and-data.md</a:t>
            </a:r>
          </a:p>
          <a:p xmlns:a="http://schemas.openxmlformats.org/drawingml/2006/main">
            <a:r>
              <a:t>docs/implementation-plan/skill-a1/03-example-failure-and-recovery.md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reference profile: action29D, chunk16, padded head32. Cần pin units, order, absolute/delta, normalization, rate và camera. Không padding4D reference thành29D hay đặt các joints còn lại0. Upstream smoke: gr1_unified/PosttrainPnPNovelFromTrayToPlateSplitA_GR1ArmsAndWaistFourierHands_Env. Reference CPU đang chạy chỉ kiểm plumbing, dùng idealized state, scripted sequencer và weld grasp. Không thay native baseline. Nếu native chưa usable không mở source contrast.</a:t>
            </a:r>
          </a:p>
          <a:p xmlns:a="http://schemas.openxmlformats.org/drawingml/2006/main">
            <a:r>
              <a:t/>
            </a:r>
          </a:p>
          <a:p xmlns:a="http://schemas.openxmlformats.org/drawingml/2006/main">
            <a:r>
              <a:t>Nguồn:</a:t>
            </a:r>
          </a:p>
          <a:p xmlns:a="http://schemas.openxmlformats.org/drawingml/2006/main">
            <a:r>
              <a:t>docs/implementation-plan/skill-a1/01-native-task.md</a:t>
            </a:r>
          </a:p>
          <a:p xmlns:a="http://schemas.openxmlformats.org/drawingml/2006/main">
            <a:r>
              <a:t>docs/implementation-plan/skill-a1/native-preflight.json</a:t>
            </a:r>
          </a:p>
          <a:p xmlns:a="http://schemas.openxmlformats.org/drawingml/2006/main">
            <a:r>
              <a:t>https://github.com/FluxVLA/FluxVLA/blob/main/configs/gr00tn15/gr00tn15_eagle_3b_robocasa_30_eps_full_finetune.py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minh họa AI từ presentation-site/dist/assets/story/, không phải episode native hoặc ảnh GR1 chính xác. Đội chưa rollout native VLA/GR1.</a:t>
            </a:r>
          </a:p>
          <a:p xmlns:a="http://schemas.openxmlformats.org/drawingml/2006/main">
            <a:r>
              <a:t>R là dataset robot đích. Transform chỉ lấy từ train seed, phải execute native controller và kiểm geometry/contact/outcome. Failed actions không tự positive targets. Split roots/session/scenario trước variants. Các descendants của cùng seed không là independent roots. R vsR+S same parent/budget/profile/dev rules, countgeneration/rejects/QA/train. Draft20trainingroots chưa khẳng định đủ. Sourcegain attribution cần compute control; demo saving cần budgetcurve.</a:t>
            </a:r>
          </a:p>
          <a:p xmlns:a="http://schemas.openxmlformats.org/drawingml/2006/main">
            <a:r>
              <a:t/>
            </a:r>
          </a:p>
          <a:p xmlns:a="http://schemas.openxmlformats.org/drawingml/2006/main">
            <a:r>
              <a:t>Nguồn:</a:t>
            </a:r>
          </a:p>
          <a:p xmlns:a="http://schemas.openxmlformats.org/drawingml/2006/main">
            <a:r>
              <a:t>docs/implementation-plan/skill-a1/02-recipes-and-data.md</a:t>
            </a:r>
          </a:p>
          <a:p xmlns:a="http://schemas.openxmlformats.org/drawingml/2006/main">
            <a:r>
              <a:t>https://mimicgen.github.io/docs/modules/task_spec.html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minh họa AI từ presentation-site/dist/assets/story/, không phải episode native hoặc ảnh GR1 chính xác. Đội chưa rollout native VLA/GR1.</a:t>
            </a:r>
          </a:p>
          <a:p xmlns:a="http://schemas.openxmlformats.org/drawingml/2006/main">
            <a:r>
              <a:t>Common targets: inv(T_world_camera(t))*T_world_wrist(t+k), translation3 + rotation6D each wrist ≤18D plusmasks. Human pose tracking geometry valid; robot labels from future measured FK/readback not desiredcommand. Physicalunits/sharednormalization fromrobottrain/development, noHlabelstatschangingRcontrolnorm. Humanstateadapter + commonmotionencoder/decoder + sharedACTtrunk beside nativerobothead. Loss L_robot_action + lambda_RW L_robot_wrist + lambda_H L_human_wrist. Both Hpilot comparator arms freezeVLM/featuresdetached. Check gradients, updatedparams, checkpointload/nativeconditioning. Shape match or wristlossdrop doesnotprove motortransfer. Nohuman targets padded into robot29D or inventedcontactlabels. Missinggeometry/gatefail not_integrated. EgoScale is related work, does not validate this FluxVLA custom route.</a:t>
            </a:r>
          </a:p>
          <a:p xmlns:a="http://schemas.openxmlformats.org/drawingml/2006/main">
            <a:r>
              <a:t/>
            </a:r>
          </a:p>
          <a:p xmlns:a="http://schemas.openxmlformats.org/drawingml/2006/main">
            <a:r>
              <a:t>Nguồn:</a:t>
            </a:r>
          </a:p>
          <a:p xmlns:a="http://schemas.openxmlformats.org/drawingml/2006/main">
            <a:r>
              <a:t>docs/implementation-plan/skill-a1/02-recipes-and-data.md</a:t>
            </a:r>
          </a:p>
          <a:p xmlns:a="http://schemas.openxmlformats.org/drawingml/2006/main">
            <a:r>
              <a:t>https://research.nvidia.com/labs/gear/egoscale/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minh họa AI từ presentation-site/dist/assets/story/, không phải episode native hoặc ảnh GR1 chính xác. Đội chưa rollout native VLA/GR1.</a:t>
            </a:r>
          </a:p>
          <a:p xmlns:a="http://schemas.openxmlformats.org/drawingml/2006/main">
            <a:r>
              <a:t>E0 là scenario giả định không phải episode đãquan sát native. Lưu cùngtask/profile/episode/model/releaseIDs từinputđếnoutcome. Không coi rơi ởtransport là bằng chứng chỉtraintransition. Video chỉ giúp đặtgiảthuyết; không tựxác định VLM hay actionhead lỗi.</a:t>
            </a:r>
          </a:p>
          <a:p xmlns:a="http://schemas.openxmlformats.org/drawingml/2006/main">
            <a:r>
              <a:t/>
            </a:r>
          </a:p>
          <a:p xmlns:a="http://schemas.openxmlformats.org/drawingml/2006/main">
            <a:r>
              <a:t>Nguồn:</a:t>
            </a:r>
          </a:p>
          <a:p xmlns:a="http://schemas.openxmlformats.org/drawingml/2006/main">
            <a:r>
              <a:t>docs/implementation-plan/skill-a1/03-example-failure-and-recovery.md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Flow matching vector field trongtrainingkhácfinalactionchunk inference; không so nhưsamecommand. Logsamplingseed/time/noiseconfig. Input/features/action/runtime cầndebugparity. Checkfinite,masks,distribution and independentlabels/interventionsondev. Attention/tensor/probe không làcausalexplanation. Outputnotaccessible ghiunobserved. Scorerprivilegedstate không feedngầm policy. Needcorrectreadback vscommand distinguish.</a:t>
            </a:r>
          </a:p>
          <a:p xmlns:a="http://schemas.openxmlformats.org/drawingml/2006/main">
            <a:r>
              <a:t/>
            </a:r>
          </a:p>
          <a:p xmlns:a="http://schemas.openxmlformats.org/drawingml/2006/main">
            <a:r>
              <a:t>Nguồn:</a:t>
            </a:r>
          </a:p>
          <a:p xmlns:a="http://schemas.openxmlformats.org/drawingml/2006/main">
            <a:r>
              <a:t>docs/implementation-plan/skill-a1/03-example-failure-and-recovery.md</a:t>
            </a:r>
          </a:p>
          <a:p xmlns:a="http://schemas.openxmlformats.org/drawingml/2006/main">
            <a:r>
              <a:t>idea-v3-2026-10-05/04-bang-chung-vla-va-loi.md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Clean-grip staged eval làdiagnostic, không thaynatural-start full-task. EngineerEvidenceCard chứaobservedfacts/hypotheses/testrefs/decision/collectionmode. Healthfail sửa ngoàidata contrast; correctionchangsourcestudyquestionversionnew khôngsilently R+Sclaimsourceeffect. Ifexpertunfeasible repairbinding/rescope/defer. No usefulgainorcap stopnoretraininginfinite. Finalfailreportno-promote, next roundfreshfinal.</a:t>
            </a:r>
          </a:p>
          <a:p xmlns:a="http://schemas.openxmlformats.org/drawingml/2006/main">
            <a:r>
              <a:t/>
            </a:r>
          </a:p>
          <a:p xmlns:a="http://schemas.openxmlformats.org/drawingml/2006/main">
            <a:r>
              <a:t>Nguồn:</a:t>
            </a:r>
          </a:p>
          <a:p xmlns:a="http://schemas.openxmlformats.org/drawingml/2006/main">
            <a:r>
              <a:t>docs/implementation-plan/skill-a1/03-example-failure-and-recovery.md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Qualityacceptanceone-sided95%exactbinomiallowerbound&gt;=qmin onlyif samplingassumptionsholdandpreregister. Coverage/cycle/regressionmustpassindependentthresholds. Bothpolicies samefinalscenarios paired. Fixed/stratifieddesign need appropriateanalysisbeforereadingfinal. Sameacceptancethreshold≠statisticalequivalence. Countsetup,capture/reset,processing/generation/rejects,QA,training/retries,probes/correction,eval; blankunknownnot0, uniquecostIDsnotdoublecount. C_baseline-C_candidateperskill saving conditionalpassboth. Annualsavingneedsnumberofactualskillchanges andsetupallocation; noROIfiguresinvented.</a:t>
            </a:r>
          </a:p>
          <a:p xmlns:a="http://schemas.openxmlformats.org/drawingml/2006/main">
            <a:r>
              <a:t/>
            </a:r>
          </a:p>
          <a:p xmlns:a="http://schemas.openxmlformats.org/drawingml/2006/main">
            <a:r>
              <a:t>Nguồn:</a:t>
            </a:r>
          </a:p>
          <a:p xmlns:a="http://schemas.openxmlformats.org/drawingml/2006/main">
            <a:r>
              <a:t>docs/implementation-plan/skill-a1/04-evaluation-and-cost.md</a:t>
            </a:r>
          </a:p>
          <a:p xmlns:a="http://schemas.openxmlformats.org/drawingml/2006/main">
            <a:r>
              <a:t>docs/implementation-plan/skill-a1/cost-ledger.template.csv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mangtimeline12tuần hoặcgrid27jobs từbảncũ vào commitmenthiệnhành. Dependency-aware artifacts/gates theo currentv3.1 vàskillA1. Khôngmởhumanbefore sourcevalidity/nativebaseline; khôngtriểnkhai distributedplatform,worldvideo/RL/fullbody branchtrướcgates. Currentpreflight noCUDA/Fluxcheckpoint; nativeenvironmentnextstepneedsresourceallocation.</a:t>
            </a:r>
          </a:p>
          <a:p xmlns:a="http://schemas.openxmlformats.org/drawingml/2006/main">
            <a:r>
              <a:t/>
            </a:r>
          </a:p>
          <a:p xmlns:a="http://schemas.openxmlformats.org/drawingml/2006/main">
            <a:r>
              <a:t>Nguồn:</a:t>
            </a:r>
          </a:p>
          <a:p xmlns:a="http://schemas.openxmlformats.org/drawingml/2006/main">
            <a:r>
              <a:t>docs/implementation-plan/skill-a1/native-preflight.json</a:t>
            </a:r>
          </a:p>
          <a:p xmlns:a="http://schemas.openxmlformats.org/drawingml/2006/main">
            <a:r>
              <a:t>idea-v3-2026-10-05/08-ke-hoach-trien-khai.md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chạy actualdataset/training/reload/physics/gates nhưngidealizedstate/scriptedsequencer/weldgrasp/action4D. Khôngclaimperception/languagegrounding/nativehumantransfer hayeconomics. Gói nativeđềxuấtneedsreceipts/versionedbundle; realcellacceptance riêng. Nghiêncứu/thuyếtminhkhôngtăngđiểmkiểmđịnh.</a:t>
            </a:r>
          </a:p>
          <a:p xmlns:a="http://schemas.openxmlformats.org/drawingml/2006/main">
            <a:r>
              <a:t/>
            </a:r>
          </a:p>
          <a:p xmlns:a="http://schemas.openxmlformats.org/drawingml/2006/main">
            <a:r>
              <a:t>Nguồn:</a:t>
            </a:r>
          </a:p>
          <a:p xmlns:a="http://schemas.openxmlformats.org/drawingml/2006/main">
            <a:r>
              <a:t>docs/implementation-plan/skill-a1/README.md</a:t>
            </a:r>
          </a:p>
          <a:p xmlns:a="http://schemas.openxmlformats.org/drawingml/2006/main">
            <a:r>
              <a:t>idea-v3-2026-10-05/10-example-chay-toan-he-thong.md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BảnreviewtheocontentA1. Chưa cóactualnativepolicyresults,savings,teamnames. Source artwork giữ từtemplateuser.</a:t>
            </a:r>
          </a:p>
          <a:p xmlns:a="http://schemas.openxmlformats.org/drawingml/2006/main">
            <a:r>
              <a:t/>
            </a:r>
          </a:p>
          <a:p xmlns:a="http://schemas.openxmlformats.org/drawingml/2006/main">
            <a:r>
              <a:t>Nguồn:</a:t>
            </a:r>
          </a:p>
          <a:p xmlns:a="http://schemas.openxmlformats.org/drawingml/2006/main">
            <a:r>
              <a:t>/home/hiwe/Downloads/Denso-Hack_Presentation-Template-2026.pptx</a:t>
            </a:r>
          </a:p>
          <a:p xmlns:a="http://schemas.openxmlformats.org/drawingml/2006/main">
            <a:r>
              <a:t>docs/implementation-plan/skill-a1/README.md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7e14fce3b5488a" /><Relationship Type="http://schemas.openxmlformats.org/officeDocument/2006/relationships/image" Target="/ppt/media/image2.png" Id="R5402d28010bf4032" /><Relationship Type="http://schemas.openxmlformats.org/officeDocument/2006/relationships/image" Target="/ppt/media/image3.png" Id="Rcefbb75d66b84b1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856f63e522e4bbb" /><Relationship Type="http://schemas.openxmlformats.org/officeDocument/2006/relationships/image" Target="/ppt/media/image.png" Id="R578ea37a900e43b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3a546b7f2284e97" /><Relationship Type="http://schemas.openxmlformats.org/officeDocument/2006/relationships/image" Target="/ppt/media/image4.png" Id="R9a345d5cd7db417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021bda0e299417e" /><Relationship Type="http://schemas.openxmlformats.org/officeDocument/2006/relationships/image" Target="/ppt/media/image5.png" Id="Rdde7164c863d4b8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d13b48772144f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aa07d7908fe487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744d10becd44c9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5a374e7c6a046d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d7805c58d4347b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82c9f4a74aa44d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29479c4209841d7" /><Relationship Type="http://schemas.openxmlformats.org/officeDocument/2006/relationships/image" Target="/ppt/media/image4.png" Id="Rad66870056294c36"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0b6154429af34cbd" /><Relationship Type="http://schemas.openxmlformats.org/officeDocument/2006/relationships/image" Target="/ppt/media/image5.png" Id="R9f394989dd554592"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0b4ebb642a6e4d09"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c29d84bc230e4f2f" /><Relationship Type="http://schemas.openxmlformats.org/officeDocument/2006/relationships/image" Target="/ppt/media/image.jpeg" Id="Rfb5523d2ff804a0c"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6f832a90485c4c02" /><Relationship Type="http://schemas.openxmlformats.org/officeDocument/2006/relationships/image" Target="/ppt/media/image6.png" Id="R3ea28e14194541af"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9ecde1bcddec4608"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ead00dc471f548c4" /><Relationship Type="http://schemas.openxmlformats.org/officeDocument/2006/relationships/image" Target="/ppt/media/image.png" Id="Rdf5d85df4cc14a8d"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93d30f9db8a2413f" /><Relationship Type="http://schemas.openxmlformats.org/officeDocument/2006/relationships/image" Target="/ppt/media/image2.jpeg" Id="R261939894f61411f"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b8664870505d43d1"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c272a9e9558b4bac"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488425e4c4864ac0"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39c742bbeb3f4a39" /><Relationship Type="http://schemas.openxmlformats.org/officeDocument/2006/relationships/image" Target="/ppt/media/image7.png" Id="R002598a1bac34374"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20c9c8700b364931" /></Relationships>
</file>

<file path=ppt/slideLayouts/slideLayout1.xml><?xml version="1.0" encoding="utf-8"?>
<p:sldLayout xmlns:p="http://schemas.openxmlformats.org/presentationml/2006/main" preserve="1">
  <p:cSld name="Title Slide">
    <p:bg>
      <p:bgPr>
        <a:blipFill xmlns:a="http://schemas.openxmlformats.org/drawingml/2006/main" rotWithShape="1">
          <a:blip xmlns:r="http://schemas.openxmlformats.org/officeDocument/2006/relationships" r:embed="R5402d28010bf4032">
            <a:lum/>
          </a:blip>
          <a:srcRect l="0" t="0" r="0" b="0"/>
          <a:stretch>
            <a:fillRect l="0" t="0" r="0" b="0"/>
          </a:stretch>
        </a:blipFill>
      </p:bgPr>
    </p:bg>
    <p:spTree>
      <p:nvGrpSpPr>
        <p:cNvPr id="1" name=""/>
        <p:cNvGrpSpPr/>
        <p:nvPr/>
      </p:nvGrpSpPr>
      <p:grpSpPr>
        <a:xfrm xmlns:a="http://schemas.openxmlformats.org/drawingml/2006/main"/>
      </p:grpSpPr>
      <p:sp>
        <p:nvSpPr>
          <p:cNvPr id="3" name="Subtitle 2">
            <a:extLst xmlns:a="http://schemas.openxmlformats.org/drawingml/2006/main">
              <a:ext uri="{FF2B5EF4-FFF2-40B4-BE49-F238E27FC236}">
                <a16:creationId xmlns:a16="http://schemas.microsoft.com/office/drawing/2014/main" id="{DD476EAB-5135-4168-A526-1281A15F2E54}"/>
              </a:ext>
            </a:extLst>
          </p:cNvPr>
          <p:cNvSpPr>
            <a:spLocks xmlns:a="http://schemas.openxmlformats.org/drawingml/2006/main" noGrp="1"/>
          </p:cNvSpPr>
          <p:nvPr>
            <p:ph type="subTitle" idx="1"/>
          </p:nvPr>
        </p:nvSpPr>
        <p:spPr>
          <a:xfrm xmlns:a="http://schemas.openxmlformats.org/drawingml/2006/main">
            <a:off x="1685925" y="4306888"/>
            <a:ext cx="9144000" cy="788987"/>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3CD26953-F69F-42C2-A54B-F5973306724E}"/>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6B744D73-302D-4A28-90DE-C5E45A7C1A5A}"/>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057E0E6-AABA-4ACA-8BEA-B428EC9A8A3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pic>
        <p:nvPicPr>
          <p:cNvPr id="12" name="Picture 1"/>
          <p:cNvPicPr>
            <a:picLocks xmlns:a="http://schemas.openxmlformats.org/drawingml/2006/main" noChangeAspect="1"/>
          </p:cNvPicPr>
          <p:nvPr/>
        </p:nvPicPr>
        <p:blipFill>
          <a:blip xmlns:r="http://schemas.openxmlformats.org/officeDocument/2006/relationships" xmlns:a="http://schemas.openxmlformats.org/drawingml/2006/main" r:embed="Rcefbb75d66b84b10">
            <a:duotone>
              <a:schemeClr val="bg2">
                <a:shade val="45000"/>
                <a:satMod val="135000"/>
              </a:schemeClr>
              <a:prstClr val="white"/>
            </a:duotone>
          </a:blip>
          <a:stretch xmlns:a="http://schemas.openxmlformats.org/drawingml/2006/main">
            <a:fillRect l="0" t="0" r="0" b="0"/>
          </a:stretch>
        </p:blipFill>
        <p:spPr>
          <a:xfrm xmlns:a="http://schemas.openxmlformats.org/drawingml/2006/main">
            <a:off x="5815113" y="1164887"/>
            <a:ext cx="5770529" cy="2308212"/>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Title and Content">
    <p:bg>
      <p:bgPr>
        <a:blipFill xmlns:a="http://schemas.openxmlformats.org/drawingml/2006/main" rotWithShape="1">
          <a:blip xmlns:r="http://schemas.openxmlformats.org/officeDocument/2006/relationships" r:embed="R578ea37a900e43b6">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0885E91C-B279-4771-A6D6-01AFC370A44D}"/>
              </a:ext>
            </a:extLst>
          </p:cNvPr>
          <p:cNvSpPr>
            <a:spLocks xmlns:a="http://schemas.openxmlformats.org/drawingml/2006/main" noGrp="1"/>
          </p:cNvSpPr>
          <p:nvPr>
            <p:ph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1B1BF17-92F7-4792-899A-1F2D73C4454E}"/>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97F976D0-EE37-4B31-87EA-7820D621EFCF}"/>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9F7B01B-9930-4C02-B383-AC141BAF993C}"/>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
        <p:nvSpPr>
          <p:cNvPr id="7" name="Straight Connector 6">
            <a:extLst xmlns:a="http://schemas.openxmlformats.org/drawingml/2006/main">
              <a:ext uri="{FF2B5EF4-FFF2-40B4-BE49-F238E27FC236}">
                <a16:creationId xmlns:a16="http://schemas.microsoft.com/office/drawing/2014/main" id="{6F02C4A0-0C71-49A5-8AAA-D9E10FC4DBEE}"/>
              </a:ext>
            </a:extLst>
          </p:cNvPr>
          <p:cNvSpPr>
            <a:spLocks xmlns:a="http://schemas.openxmlformats.org/drawingml/2006/main" noGrp="1"/>
          </p:cNvSpPr>
          <p:nvPr/>
        </p:nvSpPr>
        <p:spPr>
          <a:xfrm xmlns:a="http://schemas.openxmlformats.org/drawingml/2006/main">
            <a:off x="4168877" y="1110586"/>
            <a:ext cx="3903407" cy="0"/>
          </a:xfrm>
          <a:prstGeom xmlns:a="http://schemas.openxmlformats.org/drawingml/2006/main" prst="line">
            <a:avLst/>
          </a:prstGeom>
          <a:ln xmlns:a="http://schemas.openxmlformats.org/drawingml/2006/main" w="19050">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3.xml><?xml version="1.0" encoding="utf-8"?>
<p:sldLayout xmlns:p="http://schemas.openxmlformats.org/presentationml/2006/main" type="secHead" preserve="1">
  <p:cSld name="Section Header">
    <p:bg>
      <p:bgPr>
        <a:blipFill xmlns:a="http://schemas.openxmlformats.org/drawingml/2006/main" rotWithShape="1">
          <a:blip xmlns:r="http://schemas.openxmlformats.org/officeDocument/2006/relationships" r:embed="R9a345d5cd7db4177">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1B0906D-35BC-4927-92F8-905C043059E6}"/>
              </a:ext>
            </a:extLst>
          </p:cNvPr>
          <p:cNvSpPr>
            <a:spLocks xmlns:a="http://schemas.openxmlformats.org/drawingml/2006/main" noGrp="1"/>
          </p:cNvSpPr>
          <p:nvPr>
            <p:ph type="title" idx="0"/>
          </p:nvPr>
        </p:nvSpPr>
        <p:spPr>
          <a:xfrm xmlns:a="http://schemas.openxmlformats.org/drawingml/2006/main">
            <a:off x="831850" y="1709738"/>
            <a:ext cx="10515600" cy="2852737"/>
          </a:xfrm>
          <a:prstGeom xmlns:a="http://schemas.openxmlformats.org/drawingml/2006/main" prst="rect">
            <a:avLst/>
          </a:prstGeo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C8699B3-7648-4820-9323-C443BD59035B}"/>
              </a:ext>
            </a:extLst>
          </p:cNvPr>
          <p:cNvSpPr>
            <a:spLocks xmlns:a="http://schemas.openxmlformats.org/drawingml/2006/main" noGrp="1"/>
          </p:cNvSpPr>
          <p:nvPr>
            <p:ph type="body" idx="1"/>
          </p:nvPr>
        </p:nvSpPr>
        <p:spPr>
          <a:xfrm xmlns:a="http://schemas.openxmlformats.org/drawingml/2006/main">
            <a:off x="831850" y="4589463"/>
            <a:ext cx="10515600" cy="1500187"/>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Edit Master text styles</a:t>
            </a:r>
          </a:p>
        </p:txBody>
      </p:sp>
      <p:sp>
        <p:nvSpPr>
          <p:cNvPr id="4" name="Date Placeholder 3">
            <a:extLst xmlns:a="http://schemas.openxmlformats.org/drawingml/2006/main">
              <a:ext uri="{FF2B5EF4-FFF2-40B4-BE49-F238E27FC236}">
                <a16:creationId xmlns:a16="http://schemas.microsoft.com/office/drawing/2014/main" id="{82630805-DDF8-4EF7-A3AB-8C678FE2761D}"/>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30D1CF93-1484-4C82-8055-C750BCE2DB2F}"/>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96BD413-0DD9-48B2-9BF9-7F0162A354EB}"/>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4.xml><?xml version="1.0" encoding="utf-8"?>
<p:sldLayout xmlns:p="http://schemas.openxmlformats.org/presentationml/2006/main" type="twoObj" preserve="1">
  <p:cSld name="Two Content">
    <p:bg>
      <p:bgPr>
        <a:blipFill xmlns:a="http://schemas.openxmlformats.org/drawingml/2006/main" rotWithShape="1">
          <a:blip xmlns:r="http://schemas.openxmlformats.org/officeDocument/2006/relationships" r:embed="Rdde7164c863d4b85">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FF9477B-8FA0-4E2E-A411-CEC74214AA98}"/>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565F1BA-8F75-4BED-97D1-C251B77DEC27}"/>
              </a:ext>
            </a:extLst>
          </p:cNvPr>
          <p:cNvSpPr>
            <a:spLocks xmlns:a="http://schemas.openxmlformats.org/drawingml/2006/main" noGrp="1"/>
          </p:cNvSpPr>
          <p:nvPr>
            <p:ph idx="1"/>
          </p:nvPr>
        </p:nvSpPr>
        <p:spPr>
          <a:xfrm xmlns:a="http://schemas.openxmlformats.org/drawingml/2006/main">
            <a:off x="838200" y="1825625"/>
            <a:ext cx="5181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0B5CA33D-41D7-40DC-A274-8FC51B8212FC}"/>
              </a:ext>
            </a:extLst>
          </p:cNvPr>
          <p:cNvSpPr>
            <a:spLocks xmlns:a="http://schemas.openxmlformats.org/drawingml/2006/main" noGrp="1"/>
          </p:cNvSpPr>
          <p:nvPr>
            <p:ph idx="2"/>
          </p:nvPr>
        </p:nvSpPr>
        <p:spPr>
          <a:xfrm xmlns:a="http://schemas.openxmlformats.org/drawingml/2006/main">
            <a:off x="6172200" y="1825625"/>
            <a:ext cx="5181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3AD8451D-EDDF-4006-9B3A-830C2DE1A606}"/>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AD79FCCC-B709-4F98-9C0A-BFADD1048C20}"/>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E9937E2-6B2D-496B-AD46-366C8AB48D3C}"/>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5.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223868D-1D5E-4FB3-B9FE-4C5AEA810C2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9BA2360F-8409-4B7C-A1BA-23F94EC04AE9}"/>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4" name="Footer Placeholder 3">
            <a:extLst xmlns:a="http://schemas.openxmlformats.org/drawingml/2006/main">
              <a:ext uri="{FF2B5EF4-FFF2-40B4-BE49-F238E27FC236}">
                <a16:creationId xmlns:a16="http://schemas.microsoft.com/office/drawing/2014/main" id="{8F2CC6F3-6DFE-4EE5-9764-0A5BDB6A113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D0BF3DB0-DA2D-4F21-9AEA-32AB9CEEAB9A}"/>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6.xml><?xml version="1.0" encoding="utf-8"?>
<p:sldLayout xmlns:p="http://schemas.openxmlformats.org/presentationml/2006/main"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7735B704-75BC-42AD-B346-4C42C2A14A9B}"/>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3" name="Footer Placeholder 2">
            <a:extLst xmlns:a="http://schemas.openxmlformats.org/drawingml/2006/main">
              <a:ext uri="{FF2B5EF4-FFF2-40B4-BE49-F238E27FC236}">
                <a16:creationId xmlns:a16="http://schemas.microsoft.com/office/drawing/2014/main" id="{CC3AE045-0DF1-4911-98B6-B7D2A3779593}"/>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913BC8A-5FD7-4283-A9EC-B9084264E18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7.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A87D74A-B972-4C78-B025-F598CD59A409}"/>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0064ED1-440E-41DD-80C2-5A260F32D936}"/>
              </a:ext>
            </a:extLst>
          </p:cNvPr>
          <p:cNvSpPr>
            <a:spLocks xmlns:a="http://schemas.openxmlformats.org/drawingml/2006/main" noGrp="1"/>
          </p:cNvSpPr>
          <p:nvPr>
            <p:ph idx="1"/>
          </p:nvPr>
        </p:nvSpPr>
        <p:spPr>
          <a:xfrm xmlns:a="http://schemas.openxmlformats.org/drawingml/2006/main">
            <a:off x="5183188" y="987425"/>
            <a:ext cx="617220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2DFCF4AA-6B43-4D37-869F-726FE35BC881}"/>
              </a:ext>
            </a:extLst>
          </p:cNvPr>
          <p:cNvSpPr>
            <a:spLocks xmlns:a="http://schemas.openxmlformats.org/drawingml/2006/main" noGrp="1"/>
          </p:cNvSpPr>
          <p:nvPr>
            <p:ph type="body" idx="2"/>
          </p:nvPr>
        </p:nvSpPr>
        <p:spPr>
          <a:xfrm xmlns:a="http://schemas.openxmlformats.org/drawingml/2006/main">
            <a:off x="839788" y="2057400"/>
            <a:ext cx="3932237" cy="3811588"/>
          </a:xfrm>
          <a:prstGeom xmlns:a="http://schemas.openxmlformats.org/drawingml/2006/main" prst="rect">
            <a:avLst/>
          </a:prstGeo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73BB77D6-496C-4B12-8E6A-7F9AD8C4A680}"/>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A0F75702-FB53-48E4-A4F7-4FE3F5EFB045}"/>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235C7EA-54A0-485D-9B98-80FBABA0055A}"/>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8.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AE029DB-84DD-4499-8643-849CF0ABD2B3}"/>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07BECDC3-4C71-4F83-B92A-EE0E8443A808}"/>
              </a:ext>
            </a:extLst>
          </p:cNvPr>
          <p:cNvSpPr>
            <a:spLocks xmlns:a="http://schemas.openxmlformats.org/drawingml/2006/main" noGrp="1"/>
          </p:cNvSpPr>
          <p:nvPr>
            <p:ph type="pic" idx="1"/>
          </p:nvPr>
        </p:nvSpPr>
        <p:spPr>
          <a:xfrm xmlns:a="http://schemas.openxmlformats.org/drawingml/2006/main">
            <a:off x="5183188" y="987425"/>
            <a:ext cx="6172200" cy="4873625"/>
          </a:xfrm>
          <a:prstGeom xmlns:a="http://schemas.openxmlformats.org/drawingml/2006/main" prst="rect">
            <a:avLst/>
          </a:prstGeo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EE44B493-DE98-432C-A8D0-B319DCF088D6}"/>
              </a:ext>
            </a:extLst>
          </p:cNvPr>
          <p:cNvSpPr>
            <a:spLocks xmlns:a="http://schemas.openxmlformats.org/drawingml/2006/main" noGrp="1"/>
          </p:cNvSpPr>
          <p:nvPr>
            <p:ph type="body" idx="2"/>
          </p:nvPr>
        </p:nvSpPr>
        <p:spPr>
          <a:xfrm xmlns:a="http://schemas.openxmlformats.org/drawingml/2006/main">
            <a:off x="839788" y="2057400"/>
            <a:ext cx="3932237" cy="3811588"/>
          </a:xfrm>
          <a:prstGeom xmlns:a="http://schemas.openxmlformats.org/drawingml/2006/main" prst="rect">
            <a:avLst/>
          </a:prstGeo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04A26AD4-6475-4AAF-A74D-BDE08160083D}"/>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865FF541-011C-415E-988A-7E0FCAD5D780}"/>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5AE6748-3AE2-4F8D-9126-E7640F1FEDDA}"/>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9.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DD1A92D-AC44-49A7-9BF6-6AD60256CE32}"/>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FD0966E-7D30-406A-8EAB-1F2F2A0966B6}"/>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F52D9B5-3042-405B-87AA-60D30995EACC}"/>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834EED6B-86B8-4FB0-8663-DB3BC67054F2}"/>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0CC2184-4DBC-454D-9C7B-828A9D44E2A0}"/>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10.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FD053A5-0BBB-43F5-B10F-91FEA6C7ACEF}"/>
              </a:ext>
            </a:extLst>
          </p:cNvPr>
          <p:cNvSpPr>
            <a:spLocks xmlns:a="http://schemas.openxmlformats.org/drawingml/2006/main" noGrp="1"/>
          </p:cNvSpPr>
          <p:nvPr>
            <p:ph type="title" idx="0"/>
          </p:nvPr>
        </p:nvSpPr>
        <p:spPr>
          <a:xfrm xmlns:a="http://schemas.openxmlformats.org/drawingml/2006/main">
            <a:off x="8724900" y="365125"/>
            <a:ext cx="2628900" cy="58118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D0E8C3B-B826-4987-8FD1-E44A4150069D}"/>
              </a:ext>
            </a:extLst>
          </p:cNvPr>
          <p:cNvSpPr>
            <a:spLocks xmlns:a="http://schemas.openxmlformats.org/drawingml/2006/main" noGrp="1"/>
          </p:cNvSpPr>
          <p:nvPr>
            <p:ph type="body" idx="1"/>
          </p:nvPr>
        </p:nvSpPr>
        <p:spPr>
          <a:xfrm xmlns:a="http://schemas.openxmlformats.org/drawingml/2006/main">
            <a:off x="838200" y="365125"/>
            <a:ext cx="7734300" cy="58118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6DA0FD5-0058-4319-864D-46A863D791E6}"/>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04B44F6C-6464-41A7-AF8E-F94E0E93AB9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66304FC-4637-47E2-86A8-2B63B60D13D0}"/>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11.xml><?xml version="1.0" encoding="utf-8"?>
<p:sldLayout xmlns:p="http://schemas.openxmlformats.org/presentationml/2006/main" preserve="1">
  <p:cSld name="2_Content with Caption">
    <p:bg>
      <p:bgPr>
        <a:blipFill xmlns:a="http://schemas.openxmlformats.org/drawingml/2006/main" rotWithShape="1">
          <a:blip xmlns:r="http://schemas.openxmlformats.org/officeDocument/2006/relationships" r:embed="Rad66870056294c36">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F46F9509-30BC-4B1E-AB26-4D6575FF7C13}"/>
              </a:ext>
            </a:extLst>
          </p:cNvPr>
          <p:cNvSpPr>
            <a:spLocks xmlns:a="http://schemas.openxmlformats.org/drawingml/2006/main" noGrp="1"/>
          </p:cNvSpPr>
          <p:nvPr>
            <p:ph idx="1"/>
          </p:nvPr>
        </p:nvSpPr>
        <p:spPr>
          <a:xfrm xmlns:a="http://schemas.openxmlformats.org/drawingml/2006/main">
            <a:off x="4779390" y="987424"/>
            <a:ext cx="689651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3321C82D-046B-4F75-A935-16BA527BB455}"/>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C4331828-D716-48E2-B6F2-6910EEF7EB63}"/>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95B2B34-A3F0-4BD7-99E1-421064E7BB19}"/>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
        <p:nvSpPr>
          <p:cNvPr id="16" name="Picture Placeholder 15">
            <a:extLst xmlns:a="http://schemas.openxmlformats.org/drawingml/2006/main">
              <a:ext uri="{FF2B5EF4-FFF2-40B4-BE49-F238E27FC236}">
                <a16:creationId xmlns:a16="http://schemas.microsoft.com/office/drawing/2014/main" id="{A82D4EB4-8C3F-4B6D-8BF9-EA7BA03E7E04}"/>
              </a:ext>
            </a:extLst>
          </p:cNvPr>
          <p:cNvSpPr>
            <a:spLocks xmlns:a="http://schemas.openxmlformats.org/drawingml/2006/main" noGrp="1"/>
          </p:cNvSpPr>
          <p:nvPr>
            <p:ph type="pic" idx="13"/>
          </p:nvPr>
        </p:nvSpPr>
        <p:spPr>
          <a:xfrm xmlns:a="http://schemas.openxmlformats.org/drawingml/2006/main">
            <a:off x="0" y="987424"/>
            <a:ext cx="5183188" cy="4873625"/>
          </a:xfrm>
          <a:custGeom xmlns:a="http://schemas.openxmlformats.org/drawingml/2006/main">
            <a:gdLst>
              <a:gd name="connsiteX0" fmla="*/ 976445 w 5183188"/>
              <a:gd name="connsiteY0" fmla="*/ 0 h 4873625"/>
              <a:gd name="connsiteX1" fmla="*/ 2746376 w 5183188"/>
              <a:gd name="connsiteY1" fmla="*/ 0 h 4873625"/>
              <a:gd name="connsiteX2" fmla="*/ 5170608 w 5183188"/>
              <a:gd name="connsiteY2" fmla="*/ 2187663 h 4873625"/>
              <a:gd name="connsiteX3" fmla="*/ 5183188 w 5183188"/>
              <a:gd name="connsiteY3" fmla="*/ 2436794 h 4873625"/>
              <a:gd name="connsiteX4" fmla="*/ 5183188 w 5183188"/>
              <a:gd name="connsiteY4" fmla="*/ 2436813 h 4873625"/>
              <a:gd name="connsiteX5" fmla="*/ 2995525 w 5183188"/>
              <a:gd name="connsiteY5" fmla="*/ 4861045 h 4873625"/>
              <a:gd name="connsiteX6" fmla="*/ 2746395 w 5183188"/>
              <a:gd name="connsiteY6" fmla="*/ 4873625 h 4873625"/>
              <a:gd name="connsiteX7" fmla="*/ 976445 w 5183188"/>
              <a:gd name="connsiteY7" fmla="*/ 4873625 h 4873625"/>
              <a:gd name="connsiteX8" fmla="*/ 27927 w 5183188"/>
              <a:gd name="connsiteY8" fmla="*/ 4682128 h 4873625"/>
              <a:gd name="connsiteX9" fmla="*/ 0 w 5183188"/>
              <a:gd name="connsiteY9" fmla="*/ 4668675 h 4873625"/>
              <a:gd name="connsiteX10" fmla="*/ 0 w 5183188"/>
              <a:gd name="connsiteY10" fmla="*/ 204950 h 4873625"/>
              <a:gd name="connsiteX11" fmla="*/ 27927 w 5183188"/>
              <a:gd name="connsiteY11" fmla="*/ 191497 h 4873625"/>
              <a:gd name="connsiteX12" fmla="*/ 976445 w 5183188"/>
              <a:gd name="connsiteY12" fmla="*/ 0 h 4873625"/>
            </a:gdLst>
            <a:rect l="l" t="t" r="r" b="b"/>
            <a:pathLst>
              <a:path w="5183188" h="4873625">
                <a:moveTo>
                  <a:pt x="976445" y="0"/>
                </a:moveTo>
                <a:lnTo>
                  <a:pt x="2746376" y="0"/>
                </a:lnTo>
                <a:cubicBezTo>
                  <a:pt x="4008078" y="0"/>
                  <a:pt x="5045819" y="958885"/>
                  <a:pt x="5170608" y="2187663"/>
                </a:cubicBezTo>
                <a:lnTo>
                  <a:pt x="5183188" y="2436794"/>
                </a:lnTo>
                <a:lnTo>
                  <a:pt x="5183188" y="2436813"/>
                </a:lnTo>
                <a:cubicBezTo>
                  <a:pt x="5183188" y="3698515"/>
                  <a:pt x="4224303" y="4736256"/>
                  <a:pt x="2995525" y="4861045"/>
                </a:cubicBezTo>
                <a:lnTo>
                  <a:pt x="2746395" y="4873625"/>
                </a:lnTo>
                <a:lnTo>
                  <a:pt x="976445" y="4873625"/>
                </a:lnTo>
                <a:cubicBezTo>
                  <a:pt x="639991" y="4873625"/>
                  <a:pt x="319464" y="4805438"/>
                  <a:pt x="27927" y="4682128"/>
                </a:cubicBezTo>
                <a:lnTo>
                  <a:pt x="0" y="4668675"/>
                </a:lnTo>
                <a:lnTo>
                  <a:pt x="0" y="204950"/>
                </a:lnTo>
                <a:lnTo>
                  <a:pt x="27927" y="191497"/>
                </a:lnTo>
                <a:cubicBezTo>
                  <a:pt x="319464" y="68188"/>
                  <a:pt x="639991" y="0"/>
                  <a:pt x="976445" y="0"/>
                </a:cubicBezTo>
                <a:close/>
              </a:path>
            </a:pathLst>
          </a:custGeom>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9" name="Title 1">
            <a:extLst xmlns:a="http://schemas.openxmlformats.org/drawingml/2006/main">
              <a:ext uri="{FF2B5EF4-FFF2-40B4-BE49-F238E27FC236}">
                <a16:creationId xmlns:a16="http://schemas.microsoft.com/office/drawing/2014/main" id="{34F31488-1555-49F3-82E1-EA4271F890A4}"/>
              </a:ext>
            </a:extLst>
          </p:cNvPr>
          <p:cNvSpPr>
            <a:spLocks xmlns:a="http://schemas.openxmlformats.org/drawingml/2006/main" noGrp="1"/>
          </p:cNvSpPr>
          <p:nvPr>
            <p:ph type="title" idx="0"/>
          </p:nvPr>
        </p:nvSpPr>
        <p:spPr>
          <a:xfrm xmlns:a="http://schemas.openxmlformats.org/drawingml/2006/main">
            <a:off x="838200" y="22009"/>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12.xml><?xml version="1.0" encoding="utf-8"?>
<p:sldLayout xmlns:p="http://schemas.openxmlformats.org/presentationml/2006/main" preserve="1">
  <p:cSld name="3_Content with Caption">
    <p:bg>
      <p:bgPr>
        <a:blipFill xmlns:a="http://schemas.openxmlformats.org/drawingml/2006/main" rotWithShape="1">
          <a:blip xmlns:r="http://schemas.openxmlformats.org/officeDocument/2006/relationships" r:embed="R9f394989dd554592">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FA34909E-DA60-4937-9B3C-7EA971D96B0B}"/>
              </a:ext>
            </a:extLst>
          </p:cNvPr>
          <p:cNvSpPr>
            <a:spLocks xmlns:a="http://schemas.openxmlformats.org/drawingml/2006/main" noGrp="1"/>
          </p:cNvSpPr>
          <p:nvPr>
            <p:ph idx="1"/>
          </p:nvPr>
        </p:nvSpPr>
        <p:spPr>
          <a:xfrm xmlns:a="http://schemas.openxmlformats.org/drawingml/2006/main">
            <a:off x="4779390" y="987424"/>
            <a:ext cx="689651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E7A90903-4F05-4E4E-B136-237F76306186}"/>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A7AE810D-9F46-4331-96BF-4958EC4E103E}"/>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5B6C0DB-065F-4CDD-943C-D9FF8788BC18}"/>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
        <p:nvSpPr>
          <p:cNvPr id="16" name="Picture Placeholder 15">
            <a:extLst xmlns:a="http://schemas.openxmlformats.org/drawingml/2006/main">
              <a:ext uri="{FF2B5EF4-FFF2-40B4-BE49-F238E27FC236}">
                <a16:creationId xmlns:a16="http://schemas.microsoft.com/office/drawing/2014/main" id="{009DE2FE-42C5-4634-9725-3F525B22B8B5}"/>
              </a:ext>
            </a:extLst>
          </p:cNvPr>
          <p:cNvSpPr>
            <a:spLocks xmlns:a="http://schemas.openxmlformats.org/drawingml/2006/main" noGrp="1"/>
          </p:cNvSpPr>
          <p:nvPr>
            <p:ph type="pic" idx="13"/>
          </p:nvPr>
        </p:nvSpPr>
        <p:spPr>
          <a:xfrm xmlns:a="http://schemas.openxmlformats.org/drawingml/2006/main">
            <a:off x="0" y="987424"/>
            <a:ext cx="5183188" cy="4873625"/>
          </a:xfrm>
          <a:custGeom xmlns:a="http://schemas.openxmlformats.org/drawingml/2006/main">
            <a:gdLst>
              <a:gd name="connsiteX0" fmla="*/ 976445 w 5183188"/>
              <a:gd name="connsiteY0" fmla="*/ 0 h 4873625"/>
              <a:gd name="connsiteX1" fmla="*/ 2746376 w 5183188"/>
              <a:gd name="connsiteY1" fmla="*/ 0 h 4873625"/>
              <a:gd name="connsiteX2" fmla="*/ 5170608 w 5183188"/>
              <a:gd name="connsiteY2" fmla="*/ 2187663 h 4873625"/>
              <a:gd name="connsiteX3" fmla="*/ 5183188 w 5183188"/>
              <a:gd name="connsiteY3" fmla="*/ 2436794 h 4873625"/>
              <a:gd name="connsiteX4" fmla="*/ 5183188 w 5183188"/>
              <a:gd name="connsiteY4" fmla="*/ 2436813 h 4873625"/>
              <a:gd name="connsiteX5" fmla="*/ 2995525 w 5183188"/>
              <a:gd name="connsiteY5" fmla="*/ 4861045 h 4873625"/>
              <a:gd name="connsiteX6" fmla="*/ 2746395 w 5183188"/>
              <a:gd name="connsiteY6" fmla="*/ 4873625 h 4873625"/>
              <a:gd name="connsiteX7" fmla="*/ 976445 w 5183188"/>
              <a:gd name="connsiteY7" fmla="*/ 4873625 h 4873625"/>
              <a:gd name="connsiteX8" fmla="*/ 27927 w 5183188"/>
              <a:gd name="connsiteY8" fmla="*/ 4682128 h 4873625"/>
              <a:gd name="connsiteX9" fmla="*/ 0 w 5183188"/>
              <a:gd name="connsiteY9" fmla="*/ 4668675 h 4873625"/>
              <a:gd name="connsiteX10" fmla="*/ 0 w 5183188"/>
              <a:gd name="connsiteY10" fmla="*/ 204950 h 4873625"/>
              <a:gd name="connsiteX11" fmla="*/ 27927 w 5183188"/>
              <a:gd name="connsiteY11" fmla="*/ 191497 h 4873625"/>
              <a:gd name="connsiteX12" fmla="*/ 976445 w 5183188"/>
              <a:gd name="connsiteY12" fmla="*/ 0 h 4873625"/>
            </a:gdLst>
            <a:rect l="l" t="t" r="r" b="b"/>
            <a:pathLst>
              <a:path w="5183188" h="4873625">
                <a:moveTo>
                  <a:pt x="976445" y="0"/>
                </a:moveTo>
                <a:lnTo>
                  <a:pt x="2746376" y="0"/>
                </a:lnTo>
                <a:cubicBezTo>
                  <a:pt x="4008078" y="0"/>
                  <a:pt x="5045819" y="958885"/>
                  <a:pt x="5170608" y="2187663"/>
                </a:cubicBezTo>
                <a:lnTo>
                  <a:pt x="5183188" y="2436794"/>
                </a:lnTo>
                <a:lnTo>
                  <a:pt x="5183188" y="2436813"/>
                </a:lnTo>
                <a:cubicBezTo>
                  <a:pt x="5183188" y="3698515"/>
                  <a:pt x="4224303" y="4736256"/>
                  <a:pt x="2995525" y="4861045"/>
                </a:cubicBezTo>
                <a:lnTo>
                  <a:pt x="2746395" y="4873625"/>
                </a:lnTo>
                <a:lnTo>
                  <a:pt x="976445" y="4873625"/>
                </a:lnTo>
                <a:cubicBezTo>
                  <a:pt x="639991" y="4873625"/>
                  <a:pt x="319464" y="4805438"/>
                  <a:pt x="27927" y="4682128"/>
                </a:cubicBezTo>
                <a:lnTo>
                  <a:pt x="0" y="4668675"/>
                </a:lnTo>
                <a:lnTo>
                  <a:pt x="0" y="204950"/>
                </a:lnTo>
                <a:lnTo>
                  <a:pt x="27927" y="191497"/>
                </a:lnTo>
                <a:cubicBezTo>
                  <a:pt x="319464" y="68188"/>
                  <a:pt x="639991" y="0"/>
                  <a:pt x="976445" y="0"/>
                </a:cubicBezTo>
                <a:close/>
              </a:path>
            </a:pathLst>
          </a:custGeom>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9" name="Title 1">
            <a:extLst xmlns:a="http://schemas.openxmlformats.org/drawingml/2006/main">
              <a:ext uri="{FF2B5EF4-FFF2-40B4-BE49-F238E27FC236}">
                <a16:creationId xmlns:a16="http://schemas.microsoft.com/office/drawing/2014/main" id="{10C268A3-DF84-4F52-8726-DE9F389CEA06}"/>
              </a:ext>
            </a:extLst>
          </p:cNvPr>
          <p:cNvSpPr>
            <a:spLocks xmlns:a="http://schemas.openxmlformats.org/drawingml/2006/main" noGrp="1"/>
          </p:cNvSpPr>
          <p:nvPr>
            <p:ph type="title" idx="0"/>
          </p:nvPr>
        </p:nvSpPr>
        <p:spPr>
          <a:xfrm xmlns:a="http://schemas.openxmlformats.org/drawingml/2006/main">
            <a:off x="838200" y="22009"/>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13.xml><?xml version="1.0" encoding="utf-8"?>
<p:sldLayout xmlns:p="http://schemas.openxmlformats.org/presentationml/2006/main" matchingName="Title.Content Slide">
  <p:cSld name="Title.Content Slide">
    <p:spTree>
      <p:nvGrpSpPr>
        <p:cNvPr id="1" name=""/>
        <p:cNvGrpSpPr/>
        <p:nvPr/>
      </p:nvGrpSpPr>
      <p:grpSpPr>
        <a:xfrm xmlns:a="http://schemas.openxmlformats.org/drawingml/2006/main"/>
      </p:grpSpPr>
      <p:sp>
        <p:nvSpPr>
          <p:cNvPr id="85" name="Google Shape;85;g2893b70371c_0_647">
            <a:extLst xmlns:a="http://schemas.openxmlformats.org/drawingml/2006/main">
              <a:ext uri="{FF2B5EF4-FFF2-40B4-BE49-F238E27FC236}">
                <a16:creationId xmlns:a16="http://schemas.microsoft.com/office/drawing/2014/main" id="{6402517A-AE40-46CB-83E3-257A504B9F9A}"/>
              </a:ext>
            </a:extLst>
          </p:cNvPr>
          <p:cNvSpPr>
            <a:spLocks xmlns:a="http://schemas.openxmlformats.org/drawingml/2006/main" noGrp="1"/>
          </p:cNvSpPr>
          <p:nvPr>
            <p:ph type="title" idx="0"/>
          </p:nvPr>
        </p:nvSpPr>
        <p:spPr>
          <a:xfrm xmlns:a="http://schemas.openxmlformats.org/drawingml/2006/main">
            <a:off x="60359" y="198323"/>
            <a:ext cx="12071100" cy="3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60000" tIns="0" rIns="1440000" bIns="0" anchor="t">
            <a:noAutofit/>
          </a:bodyPr>
          <a:lstStyle xmlns:a="http://schemas.openxmlformats.org/drawingml/2006/main">
            <a:lvl1pPr algn="l">
              <a:spcBef>
                <a:spcPts val="0"/>
              </a:spcBef>
              <a:spcAft>
                <a:spcPts val="0"/>
              </a:spcAft>
              <a:buSzPts val="44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r>
              <a:t>Click to edit Master title style</a:t>
            </a:r>
            <a:endParaRPr/>
          </a:p>
        </p:txBody>
      </p:sp>
      <p:sp>
        <p:nvSpPr>
          <p:cNvPr id="86" name="Google Shape;86;g2893b70371c_0_647">
            <a:extLst xmlns:a="http://schemas.openxmlformats.org/drawingml/2006/main">
              <a:ext uri="{FF2B5EF4-FFF2-40B4-BE49-F238E27FC236}">
                <a16:creationId xmlns:a16="http://schemas.microsoft.com/office/drawing/2014/main" id="{1EC34D21-2348-4A83-9CBD-617A7D6F5AE3}"/>
              </a:ext>
            </a:extLst>
          </p:cNvPr>
          <p:cNvSpPr>
            <a:spLocks xmlns:a="http://schemas.openxmlformats.org/drawingml/2006/main" noGrp="1"/>
          </p:cNvSpPr>
          <p:nvPr>
            <p:ph type="body" idx="1"/>
          </p:nvPr>
        </p:nvSpPr>
        <p:spPr>
          <a:xfrm xmlns:a="http://schemas.openxmlformats.org/drawingml/2006/main">
            <a:off x="1" y="789405"/>
            <a:ext cx="12192000" cy="528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20000" tIns="45700" rIns="648000" bIns="45700" anchor="t">
            <a:normAutofit/>
          </a:bodyPr>
          <a:lstStyle xmlns:a="http://schemas.openxmlformats.org/drawingml/2006/main">
            <a:lvl1pPr marL="457200" indent="-323786" algn="l">
              <a:lnSpc>
                <a:spcPct val="100000"/>
              </a:lnSpc>
              <a:spcBef>
                <a:spcPts val="300"/>
              </a:spcBef>
              <a:spcAft>
                <a:spcPts val="0"/>
              </a:spcAft>
              <a:buSzPts val="1499"/>
              <a:buChar char="•"/>
              <a:defRPr sz="1499">
                <a:latin typeface="Verdana"/>
                <a:ea typeface="Verdana"/>
                <a:cs typeface="Verdana"/>
              </a:defRPr>
            </a:lvl1pPr>
            <a:lvl2pPr marL="914400" indent="-323786" algn="l">
              <a:lnSpc>
                <a:spcPct val="100000"/>
              </a:lnSpc>
              <a:spcBef>
                <a:spcPts val="449"/>
              </a:spcBef>
              <a:spcAft>
                <a:spcPts val="0"/>
              </a:spcAft>
              <a:buSzPts val="1499"/>
              <a:buChar char="•"/>
              <a:defRPr sz="1499">
                <a:latin typeface="Verdana"/>
                <a:ea typeface="Verdana"/>
                <a:cs typeface="Verdana"/>
              </a:defRPr>
            </a:lvl2pPr>
            <a:lvl3pPr marL="1371600" indent="-314261" algn="l">
              <a:lnSpc>
                <a:spcPct val="100000"/>
              </a:lnSpc>
              <a:spcBef>
                <a:spcPts val="449"/>
              </a:spcBef>
              <a:spcAft>
                <a:spcPts val="0"/>
              </a:spcAft>
              <a:buSzPts val="1349"/>
              <a:buChar char="•"/>
              <a:defRPr sz="1349">
                <a:latin typeface="Verdana"/>
                <a:ea typeface="Verdana"/>
                <a:cs typeface="Verdana"/>
              </a:defRPr>
            </a:lvl3pPr>
            <a:lvl4pPr marL="1828800" indent="-304736" algn="l">
              <a:lnSpc>
                <a:spcPct val="100000"/>
              </a:lnSpc>
              <a:spcBef>
                <a:spcPts val="449"/>
              </a:spcBef>
              <a:spcAft>
                <a:spcPts val="0"/>
              </a:spcAft>
              <a:buSzPts val="1199"/>
              <a:buChar char="•"/>
              <a:defRPr sz="1199">
                <a:latin typeface="Verdana"/>
                <a:ea typeface="Verdana"/>
                <a:cs typeface="Verdana"/>
              </a:defRPr>
            </a:lvl4pPr>
            <a:lvl5pPr marL="2286000" indent="-266636" algn="l">
              <a:lnSpc>
                <a:spcPct val="100000"/>
              </a:lnSpc>
              <a:spcBef>
                <a:spcPts val="449"/>
              </a:spcBef>
              <a:spcAft>
                <a:spcPts val="0"/>
              </a:spcAft>
              <a:buSzPts val="599"/>
              <a:buChar char="•"/>
              <a:defRPr sz="599">
                <a:latin typeface="Verdana"/>
                <a:ea typeface="Verdana"/>
                <a:cs typeface="Verdana"/>
              </a:defRPr>
            </a:lvl5pPr>
            <a:lvl6pPr marL="2743200" indent="-228600" algn="l">
              <a:spcBef>
                <a:spcPts val="500"/>
              </a:spcBef>
              <a:spcAft>
                <a:spcPts val="0"/>
              </a:spcAft>
              <a:buSzPts val="1800"/>
              <a:buNone/>
              <a:defRPr/>
            </a:lvl6pPr>
            <a:lvl7pPr marL="3200400" indent="-228600" algn="l">
              <a:spcBef>
                <a:spcPts val="500"/>
              </a:spcBef>
              <a:spcAft>
                <a:spcPts val="0"/>
              </a:spcAft>
              <a:buSzPts val="1800"/>
              <a:buNone/>
              <a:defRPr/>
            </a:lvl7pPr>
            <a:lvl8pPr marL="3657600" indent="-228600" algn="l">
              <a:spcBef>
                <a:spcPts val="500"/>
              </a:spcBef>
              <a:spcAft>
                <a:spcPts val="0"/>
              </a:spcAft>
              <a:buSzPts val="1800"/>
              <a:buNone/>
              <a:defRPr/>
            </a:lvl8pPr>
            <a:lvl9pPr marL="4114800" indent="-228600" algn="l">
              <a:spcBef>
                <a:spcPts val="500"/>
              </a:spcBef>
              <a:spcAft>
                <a:spcPts val="0"/>
              </a:spcAft>
              <a:buSzPts val="1800"/>
              <a:buNone/>
              <a:defRPr/>
            </a:lvl9pPr>
          </a:lstStyle>
          <a:p xmlns:a="http://schemas.openxmlformats.org/drawingml/2006/main">
            <a:pPr lvl="0">
              <a:buNone/>
            </a:pPr>
            <a:r>
              <a:t>Edit Master text styles</a:t>
            </a:r>
          </a:p>
        </p:txBody>
      </p:sp>
      <p:sp>
        <p:nvSpPr>
          <p:cNvPr id="87" name="Google Shape;87;g2893b70371c_0_647">
            <a:extLst xmlns:a="http://schemas.openxmlformats.org/drawingml/2006/main">
              <a:ext uri="{FF2B5EF4-FFF2-40B4-BE49-F238E27FC236}">
                <a16:creationId xmlns:a16="http://schemas.microsoft.com/office/drawing/2014/main" id="{6ED3A0E9-C29A-4837-B2B7-1A538248CE8C}"/>
              </a:ext>
            </a:extLst>
          </p:cNvPr>
          <p:cNvSpPr>
            <a:spLocks xmlns:a="http://schemas.openxmlformats.org/drawingml/2006/main" noGrp="1"/>
          </p:cNvSpPr>
          <p:nvPr>
            <p:ph type="sldNum" idx="12"/>
          </p:nvPr>
        </p:nvSpPr>
        <p:spPr>
          <a:xfrm xmlns:a="http://schemas.openxmlformats.org/drawingml/2006/main">
            <a:off x="10872225" y="18168"/>
            <a:ext cx="1316700" cy="35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fld id="{A74DB8E4-0DF9-4658-8AF8-1D74F81145F2}" type="slidenum">
              <a:t>‹#›</a:t>
            </a:fld>
            <a:endParaRPr/>
          </a:p>
        </p:txBody>
      </p:sp>
    </p:spTree>
  </p:cSld>
</p:sldLayout>
</file>

<file path=ppt/slideLayouts/slideLayout14.xml><?xml version="1.0" encoding="utf-8"?>
<p:sldLayout xmlns:p="http://schemas.openxmlformats.org/presentationml/2006/main" preserve="1">
  <p:cSld name="Custom Layout">
    <p:spTree>
      <p:nvGrpSpPr>
        <p:cNvPr id="1" name=""/>
        <p:cNvGrpSpPr/>
        <p:nvPr/>
      </p:nvGrpSpPr>
      <p:grpSpPr>
        <a:xfrm xmlns:a="http://schemas.openxmlformats.org/drawingml/2006/main"/>
      </p:grpSpPr>
      <p:pic>
        <p:nvPicPr>
          <p:cNvPr id="5" name="Picture 3"/>
          <p:cNvPicPr>
            <a:picLocks xmlns:a="http://schemas.openxmlformats.org/drawingml/2006/main" noChangeAspect="1"/>
          </p:cNvPicPr>
          <p:nvPr/>
        </p:nvPicPr>
        <p:blipFill>
          <a:blip xmlns:r="http://schemas.openxmlformats.org/officeDocument/2006/relationships" xmlns:a="http://schemas.openxmlformats.org/drawingml/2006/main" r:embed="Rfb5523d2ff804a0c"/>
          <a:stretch xmlns:a="http://schemas.openxmlformats.org/drawingml/2006/main">
            <a:fillRect l="0" t="0" r="0" b="0"/>
          </a:stretch>
        </p:blipFill>
        <p:spPr>
          <a:xfrm xmlns:a="http://schemas.openxmlformats.org/drawingml/2006/main">
            <a:off x="68090" y="1411497"/>
            <a:ext cx="12036357" cy="5342089"/>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4E62F9C0-FC99-427B-BB04-CD2171584D6E}"/>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正方形/長方形 5">
            <a:extLst xmlns:a="http://schemas.openxmlformats.org/drawingml/2006/main">
              <a:ext uri="{FF2B5EF4-FFF2-40B4-BE49-F238E27FC236}">
                <a16:creationId xmlns:a16="http://schemas.microsoft.com/office/drawing/2014/main" id="{2E7483FB-6091-4DAF-9AEE-C7FA49D6313B}"/>
              </a:ext>
            </a:extLst>
          </p:cNvPr>
          <p:cNvSpPr>
            <a:spLocks xmlns:a="http://schemas.openxmlformats.org/drawingml/2006/main" noGrp="1"/>
          </p:cNvSpPr>
          <p:nvPr/>
        </p:nvSpPr>
        <p:spPr>
          <a:xfrm xmlns:a="http://schemas.openxmlformats.org/drawingml/2006/main">
            <a:off x="-18943" y="1303507"/>
            <a:ext cx="12304976" cy="5564221"/>
          </a:xfrm>
          <a:prstGeom xmlns:a="http://schemas.openxmlformats.org/drawingml/2006/main" prst="rect">
            <a:avLst/>
          </a:prstGeom>
          <a:solidFill xmlns:a="http://schemas.openxmlformats.org/drawingml/2006/main">
            <a:schemeClr val="bg1">
              <a:alpha val="3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defTabSz="684543">
              <a:buNone/>
            </a:pPr>
            <a:endParaRPr sz="1348">
              <a:solidFill>
                <a:prstClr val="white"/>
              </a:solidFill>
              <a:latin typeface="Calibri"/>
              <a:ea typeface="Calibri"/>
              <a:cs typeface="Calibri"/>
            </a:endParaRPr>
          </a:p>
        </p:txBody>
      </p:sp>
    </p:spTree>
  </p:cSld>
</p:sldLayout>
</file>

<file path=ppt/slideLayouts/slideLayout15.xml><?xml version="1.0" encoding="utf-8"?>
<p:sldLayout xmlns:p="http://schemas.openxmlformats.org/presentationml/2006/main" matchingName="フッターなし">
  <p:cSld name="フッターなし">
    <p:spTree>
      <p:nvGrpSpPr>
        <p:cNvPr id="1" name=""/>
        <p:cNvGrpSpPr/>
        <p:nvPr/>
      </p:nvGrpSpPr>
      <p:grpSpPr>
        <a:xfrm xmlns:a="http://schemas.openxmlformats.org/drawingml/2006/main"/>
      </p:grpSpPr>
      <p:sp>
        <p:nvSpPr>
          <p:cNvPr id="89" name="Google Shape;89;g2893b70371c_0_712">
            <a:extLst xmlns:a="http://schemas.openxmlformats.org/drawingml/2006/main">
              <a:ext uri="{FF2B5EF4-FFF2-40B4-BE49-F238E27FC236}">
                <a16:creationId xmlns:a16="http://schemas.microsoft.com/office/drawing/2014/main" id="{923DDDB2-505E-4FF7-B1B7-0743890AB5FB}"/>
              </a:ext>
            </a:extLst>
          </p:cNvPr>
          <p:cNvSpPr>
            <a:spLocks xmlns:a="http://schemas.openxmlformats.org/drawingml/2006/main" noGrp="1"/>
          </p:cNvSpPr>
          <p:nvPr>
            <p:ph type="sldNum" idx="12"/>
          </p:nvPr>
        </p:nvSpPr>
        <p:spPr>
          <a:xfrm xmlns:a="http://schemas.openxmlformats.org/drawingml/2006/main">
            <a:off x="10872225" y="18168"/>
            <a:ext cx="1316700" cy="35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sz="1050" b="0" i="0" u="none" cap="none">
                <a:solidFill>
                  <a:srgbClr val="828282"/>
                </a:solidFill>
                <a:latin typeface="Verdana"/>
                <a:ea typeface="Verdana"/>
                <a:cs typeface="Verdana"/>
              </a:defRPr>
            </a:lvl1pPr>
            <a:lvl2pPr marL="0" indent="0" algn="r">
              <a:spcBef>
                <a:spcPts val="0"/>
              </a:spcBef>
              <a:buNone/>
              <a:defRPr sz="1050" b="0" i="0" u="none" cap="none">
                <a:solidFill>
                  <a:srgbClr val="828282"/>
                </a:solidFill>
                <a:latin typeface="Verdana"/>
                <a:ea typeface="Verdana"/>
                <a:cs typeface="Verdana"/>
              </a:defRPr>
            </a:lvl2pPr>
            <a:lvl3pPr marL="0" indent="0" algn="r">
              <a:spcBef>
                <a:spcPts val="0"/>
              </a:spcBef>
              <a:buNone/>
              <a:defRPr sz="1050" b="0" i="0" u="none" cap="none">
                <a:solidFill>
                  <a:srgbClr val="828282"/>
                </a:solidFill>
                <a:latin typeface="Verdana"/>
                <a:ea typeface="Verdana"/>
                <a:cs typeface="Verdana"/>
              </a:defRPr>
            </a:lvl3pPr>
            <a:lvl4pPr marL="0" indent="0" algn="r">
              <a:spcBef>
                <a:spcPts val="0"/>
              </a:spcBef>
              <a:buNone/>
              <a:defRPr sz="1050" b="0" i="0" u="none" cap="none">
                <a:solidFill>
                  <a:srgbClr val="828282"/>
                </a:solidFill>
                <a:latin typeface="Verdana"/>
                <a:ea typeface="Verdana"/>
                <a:cs typeface="Verdana"/>
              </a:defRPr>
            </a:lvl4pPr>
            <a:lvl5pPr marL="0" indent="0" algn="r">
              <a:spcBef>
                <a:spcPts val="0"/>
              </a:spcBef>
              <a:buNone/>
              <a:defRPr sz="1050" b="0" i="0" u="none" cap="none">
                <a:solidFill>
                  <a:srgbClr val="828282"/>
                </a:solidFill>
                <a:latin typeface="Verdana"/>
                <a:ea typeface="Verdana"/>
                <a:cs typeface="Verdana"/>
              </a:defRPr>
            </a:lvl5pPr>
            <a:lvl6pPr marL="0" indent="0" algn="r">
              <a:spcBef>
                <a:spcPts val="0"/>
              </a:spcBef>
              <a:buNone/>
              <a:defRPr sz="1050" b="0" i="0" u="none" cap="none">
                <a:solidFill>
                  <a:srgbClr val="828282"/>
                </a:solidFill>
                <a:latin typeface="Verdana"/>
                <a:ea typeface="Verdana"/>
                <a:cs typeface="Verdana"/>
              </a:defRPr>
            </a:lvl6pPr>
            <a:lvl7pPr marL="0" indent="0" algn="r">
              <a:spcBef>
                <a:spcPts val="0"/>
              </a:spcBef>
              <a:buNone/>
              <a:defRPr sz="1050" b="0" i="0" u="none" cap="none">
                <a:solidFill>
                  <a:srgbClr val="828282"/>
                </a:solidFill>
                <a:latin typeface="Verdana"/>
                <a:ea typeface="Verdana"/>
                <a:cs typeface="Verdana"/>
              </a:defRPr>
            </a:lvl7pPr>
            <a:lvl8pPr marL="0" indent="0" algn="r">
              <a:spcBef>
                <a:spcPts val="0"/>
              </a:spcBef>
              <a:buNone/>
              <a:defRPr sz="1050" b="0" i="0" u="none" cap="none">
                <a:solidFill>
                  <a:srgbClr val="828282"/>
                </a:solidFill>
                <a:latin typeface="Verdana"/>
                <a:ea typeface="Verdana"/>
                <a:cs typeface="Verdana"/>
              </a:defRPr>
            </a:lvl8pPr>
            <a:lvl9pPr marL="0" indent="0" algn="r">
              <a:spcBef>
                <a:spcPts val="0"/>
              </a:spcBef>
              <a:buNone/>
              <a:defRPr sz="1050" b="0" i="0" u="none" cap="none">
                <a:solidFill>
                  <a:srgbClr val="828282"/>
                </a:solidFill>
                <a:latin typeface="Verdana"/>
                <a:ea typeface="Verdana"/>
                <a:cs typeface="Verdana"/>
              </a:defRPr>
            </a:lvl9pPr>
          </a:lstStyle>
          <a:p xmlns:a="http://schemas.openxmlformats.org/drawingml/2006/main">
            <a:fld id="{A74DB8E4-0DF9-4658-8AF8-1D74F81145F2}" type="slidenum">
              <a:t>‹#›</a:t>
            </a:fld>
            <a:endParaRPr/>
          </a:p>
        </p:txBody>
      </p:sp>
      <p:pic>
        <p:nvPicPr>
          <p:cNvPr id="92" name="Google Shape;405;g2893b70371c_0_1188"/>
          <p:cNvPicPr>
            <a:picLocks xmlns:a="http://schemas.openxmlformats.org/drawingml/2006/main" noChangeAspect="1"/>
          </p:cNvPicPr>
          <p:nvPr/>
        </p:nvPicPr>
        <p:blipFill rotWithShape="1">
          <a:blip xmlns:r="http://schemas.openxmlformats.org/officeDocument/2006/relationships" xmlns:a="http://schemas.openxmlformats.org/drawingml/2006/main" r:embed="R3ea28e14194541af">
            <a:alphaModFix/>
          </a:blip>
          <a:srcRect xmlns:a="http://schemas.openxmlformats.org/drawingml/2006/main" l="0" t="0" r="0" b="0"/>
          <a:stretch xmlns:a="http://schemas.openxmlformats.org/drawingml/2006/main"/>
        </p:blipFill>
        <p:spPr>
          <a:xfrm xmlns:a="http://schemas.openxmlformats.org/drawingml/2006/main">
            <a:off x="0" y="1361872"/>
            <a:ext cx="12192000" cy="5555878"/>
          </a:xfrm>
          <a:prstGeom xmlns:a="http://schemas.openxmlformats.org/drawingml/2006/main" prst="rect">
            <a:avLst/>
          </a:prstGeom>
          <a:ln xmlns:a="http://schemas.openxmlformats.org/drawingml/2006/main">
            <a:noFill/>
          </a:ln>
        </p:spPr>
      </p:pic>
    </p:spTree>
  </p:cSld>
</p:sldLayout>
</file>

<file path=ppt/slideLayouts/slideLayout16.xml><?xml version="1.0" encoding="utf-8"?>
<p:sldLayout xmlns:p="http://schemas.openxmlformats.org/presentationml/2006/main" matchingName="フッターなし" preserve="1">
  <p:cSld name="1_フッターなし">
    <p:spTree>
      <p:nvGrpSpPr>
        <p:cNvPr id="1" name=""/>
        <p:cNvGrpSpPr/>
        <p:nvPr/>
      </p:nvGrpSpPr>
      <p:grpSpPr>
        <a:xfrm xmlns:a="http://schemas.openxmlformats.org/drawingml/2006/main"/>
      </p:grpSpPr>
      <p:sp>
        <p:nvSpPr>
          <p:cNvPr id="89" name="Google Shape;89;g2893b70371c_0_712">
            <a:extLst xmlns:a="http://schemas.openxmlformats.org/drawingml/2006/main">
              <a:ext uri="{FF2B5EF4-FFF2-40B4-BE49-F238E27FC236}">
                <a16:creationId xmlns:a16="http://schemas.microsoft.com/office/drawing/2014/main" id="{28993DE7-7A48-434E-8EF1-1446046D94E8}"/>
              </a:ext>
            </a:extLst>
          </p:cNvPr>
          <p:cNvSpPr>
            <a:spLocks xmlns:a="http://schemas.openxmlformats.org/drawingml/2006/main" noGrp="1"/>
          </p:cNvSpPr>
          <p:nvPr>
            <p:ph type="sldNum" idx="12"/>
          </p:nvPr>
        </p:nvSpPr>
        <p:spPr>
          <a:xfrm xmlns:a="http://schemas.openxmlformats.org/drawingml/2006/main">
            <a:off x="10872225" y="18168"/>
            <a:ext cx="1316700" cy="35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sz="1050" b="0" i="0" u="none" cap="none">
                <a:solidFill>
                  <a:srgbClr val="828282"/>
                </a:solidFill>
                <a:latin typeface="Verdana"/>
                <a:ea typeface="Verdana"/>
                <a:cs typeface="Verdana"/>
              </a:defRPr>
            </a:lvl1pPr>
            <a:lvl2pPr marL="0" indent="0" algn="r">
              <a:spcBef>
                <a:spcPts val="0"/>
              </a:spcBef>
              <a:buNone/>
              <a:defRPr sz="1050" b="0" i="0" u="none" cap="none">
                <a:solidFill>
                  <a:srgbClr val="828282"/>
                </a:solidFill>
                <a:latin typeface="Verdana"/>
                <a:ea typeface="Verdana"/>
                <a:cs typeface="Verdana"/>
              </a:defRPr>
            </a:lvl2pPr>
            <a:lvl3pPr marL="0" indent="0" algn="r">
              <a:spcBef>
                <a:spcPts val="0"/>
              </a:spcBef>
              <a:buNone/>
              <a:defRPr sz="1050" b="0" i="0" u="none" cap="none">
                <a:solidFill>
                  <a:srgbClr val="828282"/>
                </a:solidFill>
                <a:latin typeface="Verdana"/>
                <a:ea typeface="Verdana"/>
                <a:cs typeface="Verdana"/>
              </a:defRPr>
            </a:lvl3pPr>
            <a:lvl4pPr marL="0" indent="0" algn="r">
              <a:spcBef>
                <a:spcPts val="0"/>
              </a:spcBef>
              <a:buNone/>
              <a:defRPr sz="1050" b="0" i="0" u="none" cap="none">
                <a:solidFill>
                  <a:srgbClr val="828282"/>
                </a:solidFill>
                <a:latin typeface="Verdana"/>
                <a:ea typeface="Verdana"/>
                <a:cs typeface="Verdana"/>
              </a:defRPr>
            </a:lvl4pPr>
            <a:lvl5pPr marL="0" indent="0" algn="r">
              <a:spcBef>
                <a:spcPts val="0"/>
              </a:spcBef>
              <a:buNone/>
              <a:defRPr sz="1050" b="0" i="0" u="none" cap="none">
                <a:solidFill>
                  <a:srgbClr val="828282"/>
                </a:solidFill>
                <a:latin typeface="Verdana"/>
                <a:ea typeface="Verdana"/>
                <a:cs typeface="Verdana"/>
              </a:defRPr>
            </a:lvl5pPr>
            <a:lvl6pPr marL="0" indent="0" algn="r">
              <a:spcBef>
                <a:spcPts val="0"/>
              </a:spcBef>
              <a:buNone/>
              <a:defRPr sz="1050" b="0" i="0" u="none" cap="none">
                <a:solidFill>
                  <a:srgbClr val="828282"/>
                </a:solidFill>
                <a:latin typeface="Verdana"/>
                <a:ea typeface="Verdana"/>
                <a:cs typeface="Verdana"/>
              </a:defRPr>
            </a:lvl6pPr>
            <a:lvl7pPr marL="0" indent="0" algn="r">
              <a:spcBef>
                <a:spcPts val="0"/>
              </a:spcBef>
              <a:buNone/>
              <a:defRPr sz="1050" b="0" i="0" u="none" cap="none">
                <a:solidFill>
                  <a:srgbClr val="828282"/>
                </a:solidFill>
                <a:latin typeface="Verdana"/>
                <a:ea typeface="Verdana"/>
                <a:cs typeface="Verdana"/>
              </a:defRPr>
            </a:lvl7pPr>
            <a:lvl8pPr marL="0" indent="0" algn="r">
              <a:spcBef>
                <a:spcPts val="0"/>
              </a:spcBef>
              <a:buNone/>
              <a:defRPr sz="1050" b="0" i="0" u="none" cap="none">
                <a:solidFill>
                  <a:srgbClr val="828282"/>
                </a:solidFill>
                <a:latin typeface="Verdana"/>
                <a:ea typeface="Verdana"/>
                <a:cs typeface="Verdana"/>
              </a:defRPr>
            </a:lvl8pPr>
            <a:lvl9pPr marL="0" indent="0" algn="r">
              <a:spcBef>
                <a:spcPts val="0"/>
              </a:spcBef>
              <a:buNone/>
              <a:defRPr sz="1050" b="0" i="0" u="none" cap="none">
                <a:solidFill>
                  <a:srgbClr val="828282"/>
                </a:solidFill>
                <a:latin typeface="Verdana"/>
                <a:ea typeface="Verdana"/>
                <a:cs typeface="Verdana"/>
              </a:defRPr>
            </a:lvl9pPr>
          </a:lstStyle>
          <a:p xmlns:a="http://schemas.openxmlformats.org/drawingml/2006/main">
            <a:pPr marL="0" lvl="0" indent="0" algn="r">
              <a:spcBef>
                <a:spcPts val="0"/>
              </a:spcBef>
              <a:spcAft>
                <a:spcPts val="0"/>
              </a:spcAft>
              <a:buNone/>
            </a:pPr>
            <a:r>
              <a:t> </a:t>
            </a:r>
          </a:p>
        </p:txBody>
      </p:sp>
      <p:sp>
        <p:nvSpPr>
          <p:cNvPr id="7" name="Google Shape;271;g2893b70371c_0_651">
            <a:extLst xmlns:a="http://schemas.openxmlformats.org/drawingml/2006/main">
              <a:ext uri="{FF2B5EF4-FFF2-40B4-BE49-F238E27FC236}">
                <a16:creationId xmlns:a16="http://schemas.microsoft.com/office/drawing/2014/main" id="{F513FFFE-0615-4FA0-8487-355DBC22CF28}"/>
              </a:ext>
            </a:extLst>
          </p:cNvPr>
          <p:cNvSpPr>
            <a:spLocks xmlns:a="http://schemas.openxmlformats.org/drawingml/2006/main" noGrp="1"/>
          </p:cNvSpPr>
          <p:nvPr/>
        </p:nvSpPr>
        <p:spPr>
          <a:xfrm xmlns:a="http://schemas.openxmlformats.org/drawingml/2006/main">
            <a:off x="0" y="1066800"/>
            <a:ext cx="12188925" cy="5791200"/>
          </a:xfrm>
          <a:prstGeom xmlns:a="http://schemas.openxmlformats.org/drawingml/2006/main" prst="rect">
            <a:avLst/>
          </a:prstGeom>
          <a:solidFill xmlns:a="http://schemas.openxmlformats.org/drawingml/2006/main">
            <a:schemeClr val="bg1">
              <a:alpha val="59000"/>
            </a:scheme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348" b="0" i="0" u="none" cap="none">
              <a:solidFill>
                <a:srgbClr val="FFFFFF"/>
              </a:solidFill>
              <a:latin typeface="Calibri"/>
              <a:ea typeface="Calibri"/>
              <a:cs typeface="Calibri"/>
            </a:endParaRPr>
          </a:p>
        </p:txBody>
      </p:sp>
    </p:spTree>
  </p:cSld>
</p:sldLayout>
</file>

<file path=ppt/slideLayouts/slideLayout17.xml><?xml version="1.0" encoding="utf-8"?>
<p:sldLayout xmlns:p="http://schemas.openxmlformats.org/presentationml/2006/main" matchingName="フッターなし" preserve="1" userDrawn="1">
  <p:cSld name="1_フッターなし">
    <p:bg>
      <p:bgPr>
        <a:blipFill xmlns:a="http://schemas.openxmlformats.org/drawingml/2006/main" rotWithShape="1">
          <a:blip xmlns:r="http://schemas.openxmlformats.org/officeDocument/2006/relationships" r:embed="Rdf5d85df4cc14a8d">
            <a:lum/>
          </a:blip>
          <a:srcRect l="0" t="0" r="0" b="0"/>
          <a:stretch>
            <a:fillRect l="0" t="0" r="0" b="0"/>
          </a:stretch>
        </a:blipFill>
      </p:bgPr>
    </p:bg>
    <p:spTree>
      <p:nvGrpSpPr>
        <p:cNvPr id="1" name=""/>
        <p:cNvGrpSpPr/>
        <p:nvPr/>
      </p:nvGrpSpPr>
      <p:grpSpPr>
        <a:xfrm xmlns:a="http://schemas.openxmlformats.org/drawingml/2006/main"/>
      </p:grpSpPr>
      <p:sp>
        <p:nvSpPr>
          <p:cNvPr id="7" name="Google Shape;271;g2893b70371c_0_651">
            <a:extLst xmlns:a="http://schemas.openxmlformats.org/drawingml/2006/main">
              <a:ext uri="{FF2B5EF4-FFF2-40B4-BE49-F238E27FC236}">
                <a16:creationId xmlns:a16="http://schemas.microsoft.com/office/drawing/2014/main" id="{B4077064-1AE9-437D-96EA-CF89EA62BF72}"/>
              </a:ext>
            </a:extLst>
          </p:cNvPr>
          <p:cNvSpPr>
            <a:spLocks xmlns:a="http://schemas.openxmlformats.org/drawingml/2006/main" noGrp="1"/>
          </p:cNvSpPr>
          <p:nvPr/>
        </p:nvSpPr>
        <p:spPr>
          <a:xfrm xmlns:a="http://schemas.openxmlformats.org/drawingml/2006/main">
            <a:off x="0" y="1241729"/>
            <a:ext cx="12188925" cy="5791200"/>
          </a:xfrm>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348" b="0" i="0" u="none" cap="none">
              <a:solidFill>
                <a:srgbClr val="FFFFFF"/>
              </a:solidFill>
              <a:latin typeface="Calibri"/>
              <a:ea typeface="Calibri"/>
              <a:cs typeface="Calibri"/>
            </a:endParaRPr>
          </a:p>
        </p:txBody>
      </p:sp>
      <p:sp>
        <p:nvSpPr>
          <p:cNvPr id="2" name="Title 1">
            <a:extLst xmlns:a="http://schemas.openxmlformats.org/drawingml/2006/main">
              <a:ext uri="{FF2B5EF4-FFF2-40B4-BE49-F238E27FC236}">
                <a16:creationId xmlns:a16="http://schemas.microsoft.com/office/drawing/2014/main" id="{86BF1113-9B20-4A36-B1E2-DFC2899C37F7}"/>
              </a:ext>
            </a:extLst>
          </p:cNvPr>
          <p:cNvSpPr>
            <a:spLocks xmlns:a="http://schemas.openxmlformats.org/drawingml/2006/main" noGrp="1"/>
          </p:cNvSpPr>
          <p:nvPr>
            <p:ph type="title" idx="0"/>
          </p:nvPr>
        </p:nvSpPr>
        <p:spPr>
          <a:xfrm xmlns:a="http://schemas.openxmlformats.org/drawingml/2006/main">
            <a:off x="5911133" y="237903"/>
            <a:ext cx="10515600" cy="1325563"/>
          </a:xfrm>
          <a:prstGeom xmlns:a="http://schemas.openxmlformats.org/drawingml/2006/main" prst="rect">
            <a:avLst/>
          </a:prstGeom>
        </p:spPr>
        <p:txBody>
          <a:bodyPr xmlns:a="http://schemas.openxmlformats.org/drawingml/2006/main"/>
          <a:lstStyle xmlns:a="http://schemas.openxmlformats.org/drawingml/2006/main">
            <a:lvl1pPr>
              <a:buNone/>
              <a:defRPr sz="3600">
                <a:latin typeface="Times New Roman"/>
                <a:ea typeface="Times New Roman"/>
                <a:cs typeface="Times New Roman"/>
              </a:defRPr>
            </a:lvl1pPr>
          </a:lstStyle>
          <a:p xmlns:a="http://schemas.openxmlformats.org/drawingml/2006/main">
            <a:r>
              <a:t>Click to edit Master title style</a:t>
            </a:r>
          </a:p>
        </p:txBody>
      </p:sp>
    </p:spTree>
  </p:cSld>
</p:sldLayout>
</file>

<file path=ppt/slideLayouts/slideLayout18.xml><?xml version="1.0" encoding="utf-8"?>
<p:sldLayout xmlns:p="http://schemas.openxmlformats.org/presentationml/2006/main" matchingName="3_タイトルとコンテンツ">
  <p:cSld name="3_タイトルとコンテンツ">
    <p:spTree>
      <p:nvGrpSpPr>
        <p:cNvPr id="1" name=""/>
        <p:cNvGrpSpPr/>
        <p:nvPr/>
      </p:nvGrpSpPr>
      <p:grpSpPr>
        <a:xfrm xmlns:a="http://schemas.openxmlformats.org/drawingml/2006/main"/>
      </p:grpSpPr>
      <p:sp>
        <p:nvSpPr>
          <p:cNvPr id="94" name="Google Shape;94;g2893b70371c_0_1057">
            <a:extLst xmlns:a="http://schemas.openxmlformats.org/drawingml/2006/main">
              <a:ext uri="{FF2B5EF4-FFF2-40B4-BE49-F238E27FC236}">
                <a16:creationId xmlns:a16="http://schemas.microsoft.com/office/drawing/2014/main" id="{05961A3D-EB02-4034-9D32-0A3A2012E959}"/>
              </a:ext>
            </a:extLst>
          </p:cNvPr>
          <p:cNvSpPr>
            <a:spLocks xmlns:a="http://schemas.openxmlformats.org/drawingml/2006/main" noGrp="1"/>
          </p:cNvSpPr>
          <p:nvPr>
            <p:ph type="dt" idx="10"/>
          </p:nvPr>
        </p:nvSpPr>
        <p:spPr>
          <a:xfrm xmlns:a="http://schemas.openxmlformats.org/drawingml/2006/main">
            <a:off x="609601" y="6356355"/>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spcBef>
                <a:spcPts val="0"/>
              </a:spcBef>
              <a:spcAft>
                <a:spcPts val="0"/>
              </a:spcAft>
              <a:buSzPts val="1400"/>
              <a:buNone/>
              <a:defRPr sz="1800">
                <a:solidFill>
                  <a:schemeClr val="dk1"/>
                </a:solidFill>
                <a:latin typeface="Verdana"/>
                <a:ea typeface="Verdana"/>
                <a:cs typeface="Verdana"/>
              </a:defRPr>
            </a:lvl1pPr>
            <a:lvl2pPr marR="0" algn="l">
              <a:spcBef>
                <a:spcPts val="0"/>
              </a:spcBef>
              <a:spcAft>
                <a:spcPts val="0"/>
              </a:spcAft>
              <a:buSzPts val="1400"/>
              <a:buNone/>
              <a:defRPr sz="1800" b="0" i="0" u="none" cap="none">
                <a:solidFill>
                  <a:schemeClr val="dk1"/>
                </a:solidFill>
                <a:latin typeface="Verdana"/>
                <a:ea typeface="Verdana"/>
                <a:cs typeface="Verdana"/>
              </a:defRPr>
            </a:lvl2pPr>
            <a:lvl3pPr marR="0" algn="l">
              <a:spcBef>
                <a:spcPts val="0"/>
              </a:spcBef>
              <a:spcAft>
                <a:spcPts val="0"/>
              </a:spcAft>
              <a:buSzPts val="1400"/>
              <a:buNone/>
              <a:defRPr sz="1800" b="0" i="0" u="none" cap="none">
                <a:solidFill>
                  <a:schemeClr val="dk1"/>
                </a:solidFill>
                <a:latin typeface="Verdana"/>
                <a:ea typeface="Verdana"/>
                <a:cs typeface="Verdana"/>
              </a:defRPr>
            </a:lvl3pPr>
            <a:lvl4pPr marR="0" algn="l">
              <a:spcBef>
                <a:spcPts val="0"/>
              </a:spcBef>
              <a:spcAft>
                <a:spcPts val="0"/>
              </a:spcAft>
              <a:buSzPts val="1400"/>
              <a:buNone/>
              <a:defRPr sz="1800" b="0" i="0" u="none" cap="none">
                <a:solidFill>
                  <a:schemeClr val="dk1"/>
                </a:solidFill>
                <a:latin typeface="Verdana"/>
                <a:ea typeface="Verdana"/>
                <a:cs typeface="Verdana"/>
              </a:defRPr>
            </a:lvl4pPr>
            <a:lvl5pPr marR="0" algn="l">
              <a:spcBef>
                <a:spcPts val="0"/>
              </a:spcBef>
              <a:spcAft>
                <a:spcPts val="0"/>
              </a:spcAft>
              <a:buSzPts val="1400"/>
              <a:buNone/>
              <a:defRPr sz="1800" b="0" i="0" u="none" cap="none">
                <a:solidFill>
                  <a:schemeClr val="dk1"/>
                </a:solidFill>
                <a:latin typeface="Verdana"/>
                <a:ea typeface="Verdana"/>
                <a:cs typeface="Verdana"/>
              </a:defRPr>
            </a:lvl5pPr>
            <a:lvl6pPr marR="0" algn="l">
              <a:spcBef>
                <a:spcPts val="0"/>
              </a:spcBef>
              <a:spcAft>
                <a:spcPts val="0"/>
              </a:spcAft>
              <a:buSzPts val="1400"/>
              <a:buNone/>
              <a:defRPr sz="1800" b="0" i="0" u="none" cap="none">
                <a:solidFill>
                  <a:schemeClr val="dk1"/>
                </a:solidFill>
                <a:latin typeface="Verdana"/>
                <a:ea typeface="Verdana"/>
                <a:cs typeface="Verdana"/>
              </a:defRPr>
            </a:lvl6pPr>
            <a:lvl7pPr marR="0" algn="l">
              <a:spcBef>
                <a:spcPts val="0"/>
              </a:spcBef>
              <a:spcAft>
                <a:spcPts val="0"/>
              </a:spcAft>
              <a:buSzPts val="1400"/>
              <a:buNone/>
              <a:defRPr sz="1800" b="0" i="0" u="none" cap="none">
                <a:solidFill>
                  <a:schemeClr val="dk1"/>
                </a:solidFill>
                <a:latin typeface="Verdana"/>
                <a:ea typeface="Verdana"/>
                <a:cs typeface="Verdana"/>
              </a:defRPr>
            </a:lvl7pPr>
            <a:lvl8pPr marR="0" algn="l">
              <a:spcBef>
                <a:spcPts val="0"/>
              </a:spcBef>
              <a:spcAft>
                <a:spcPts val="0"/>
              </a:spcAft>
              <a:buSzPts val="1400"/>
              <a:buNone/>
              <a:defRPr sz="1800" b="0" i="0" u="none" cap="none">
                <a:solidFill>
                  <a:schemeClr val="dk1"/>
                </a:solidFill>
                <a:latin typeface="Verdana"/>
                <a:ea typeface="Verdana"/>
                <a:cs typeface="Verdana"/>
              </a:defRPr>
            </a:lvl8pPr>
            <a:lvl9pPr marR="0" algn="l">
              <a:spcBef>
                <a:spcPts val="0"/>
              </a:spcBef>
              <a:spcAft>
                <a:spcPts val="0"/>
              </a:spcAft>
              <a:buSzPts val="1400"/>
              <a:buNone/>
              <a:defRPr sz="1800" b="0" i="0" u="none" cap="none">
                <a:solidFill>
                  <a:schemeClr val="dk1"/>
                </a:solidFill>
                <a:latin typeface="Verdana"/>
                <a:ea typeface="Verdana"/>
                <a:cs typeface="Verdana"/>
              </a:defRPr>
            </a:lvl9pPr>
          </a:lstStyle>
          <a:p xmlns:a="http://schemas.openxmlformats.org/drawingml/2006/main">
            <a:fld id="{57020DAE-7ED0-4B17-B656-7E9590772B44}" type="datetimeFigureOut">
              <a:t>7/31/2026</a:t>
            </a:fld>
            <a:endParaRPr/>
          </a:p>
        </p:txBody>
      </p:sp>
      <p:sp>
        <p:nvSpPr>
          <p:cNvPr id="95" name="Google Shape;95;g2893b70371c_0_1057">
            <a:extLst xmlns:a="http://schemas.openxmlformats.org/drawingml/2006/main">
              <a:ext uri="{FF2B5EF4-FFF2-40B4-BE49-F238E27FC236}">
                <a16:creationId xmlns:a16="http://schemas.microsoft.com/office/drawing/2014/main" id="{DC7BE9C6-3B6A-4C36-B01A-FBC0D943DD01}"/>
              </a:ext>
            </a:extLst>
          </p:cNvPr>
          <p:cNvSpPr>
            <a:spLocks xmlns:a="http://schemas.openxmlformats.org/drawingml/2006/main" noGrp="1"/>
          </p:cNvSpPr>
          <p:nvPr>
            <p:ph type="ftr" idx="11"/>
          </p:nvPr>
        </p:nvSpPr>
        <p:spPr>
          <a:xfrm xmlns:a="http://schemas.openxmlformats.org/drawingml/2006/main">
            <a:off x="4165600" y="6356355"/>
            <a:ext cx="38607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spcBef>
                <a:spcPts val="0"/>
              </a:spcBef>
              <a:spcAft>
                <a:spcPts val="0"/>
              </a:spcAft>
              <a:buSzPts val="1400"/>
              <a:buNone/>
              <a:defRPr sz="1800">
                <a:solidFill>
                  <a:schemeClr val="dk1"/>
                </a:solidFill>
                <a:latin typeface="Verdana"/>
                <a:ea typeface="Verdana"/>
                <a:cs typeface="Verdana"/>
              </a:defRPr>
            </a:lvl1pPr>
            <a:lvl2pPr marR="0" algn="l">
              <a:spcBef>
                <a:spcPts val="0"/>
              </a:spcBef>
              <a:spcAft>
                <a:spcPts val="0"/>
              </a:spcAft>
              <a:buSzPts val="1400"/>
              <a:buNone/>
              <a:defRPr sz="1800" b="0" i="0" u="none" cap="none">
                <a:solidFill>
                  <a:schemeClr val="dk1"/>
                </a:solidFill>
                <a:latin typeface="Verdana"/>
                <a:ea typeface="Verdana"/>
                <a:cs typeface="Verdana"/>
              </a:defRPr>
            </a:lvl2pPr>
            <a:lvl3pPr marR="0" algn="l">
              <a:spcBef>
                <a:spcPts val="0"/>
              </a:spcBef>
              <a:spcAft>
                <a:spcPts val="0"/>
              </a:spcAft>
              <a:buSzPts val="1400"/>
              <a:buNone/>
              <a:defRPr sz="1800" b="0" i="0" u="none" cap="none">
                <a:solidFill>
                  <a:schemeClr val="dk1"/>
                </a:solidFill>
                <a:latin typeface="Verdana"/>
                <a:ea typeface="Verdana"/>
                <a:cs typeface="Verdana"/>
              </a:defRPr>
            </a:lvl3pPr>
            <a:lvl4pPr marR="0" algn="l">
              <a:spcBef>
                <a:spcPts val="0"/>
              </a:spcBef>
              <a:spcAft>
                <a:spcPts val="0"/>
              </a:spcAft>
              <a:buSzPts val="1400"/>
              <a:buNone/>
              <a:defRPr sz="1800" b="0" i="0" u="none" cap="none">
                <a:solidFill>
                  <a:schemeClr val="dk1"/>
                </a:solidFill>
                <a:latin typeface="Verdana"/>
                <a:ea typeface="Verdana"/>
                <a:cs typeface="Verdana"/>
              </a:defRPr>
            </a:lvl4pPr>
            <a:lvl5pPr marR="0" algn="l">
              <a:spcBef>
                <a:spcPts val="0"/>
              </a:spcBef>
              <a:spcAft>
                <a:spcPts val="0"/>
              </a:spcAft>
              <a:buSzPts val="1400"/>
              <a:buNone/>
              <a:defRPr sz="1800" b="0" i="0" u="none" cap="none">
                <a:solidFill>
                  <a:schemeClr val="dk1"/>
                </a:solidFill>
                <a:latin typeface="Verdana"/>
                <a:ea typeface="Verdana"/>
                <a:cs typeface="Verdana"/>
              </a:defRPr>
            </a:lvl5pPr>
            <a:lvl6pPr marR="0" algn="l">
              <a:spcBef>
                <a:spcPts val="0"/>
              </a:spcBef>
              <a:spcAft>
                <a:spcPts val="0"/>
              </a:spcAft>
              <a:buSzPts val="1400"/>
              <a:buNone/>
              <a:defRPr sz="1800" b="0" i="0" u="none" cap="none">
                <a:solidFill>
                  <a:schemeClr val="dk1"/>
                </a:solidFill>
                <a:latin typeface="Verdana"/>
                <a:ea typeface="Verdana"/>
                <a:cs typeface="Verdana"/>
              </a:defRPr>
            </a:lvl6pPr>
            <a:lvl7pPr marR="0" algn="l">
              <a:spcBef>
                <a:spcPts val="0"/>
              </a:spcBef>
              <a:spcAft>
                <a:spcPts val="0"/>
              </a:spcAft>
              <a:buSzPts val="1400"/>
              <a:buNone/>
              <a:defRPr sz="1800" b="0" i="0" u="none" cap="none">
                <a:solidFill>
                  <a:schemeClr val="dk1"/>
                </a:solidFill>
                <a:latin typeface="Verdana"/>
                <a:ea typeface="Verdana"/>
                <a:cs typeface="Verdana"/>
              </a:defRPr>
            </a:lvl7pPr>
            <a:lvl8pPr marR="0" algn="l">
              <a:spcBef>
                <a:spcPts val="0"/>
              </a:spcBef>
              <a:spcAft>
                <a:spcPts val="0"/>
              </a:spcAft>
              <a:buSzPts val="1400"/>
              <a:buNone/>
              <a:defRPr sz="1800" b="0" i="0" u="none" cap="none">
                <a:solidFill>
                  <a:schemeClr val="dk1"/>
                </a:solidFill>
                <a:latin typeface="Verdana"/>
                <a:ea typeface="Verdana"/>
                <a:cs typeface="Verdana"/>
              </a:defRPr>
            </a:lvl8pPr>
            <a:lvl9pPr marR="0" algn="l">
              <a:spcBef>
                <a:spcPts val="0"/>
              </a:spcBef>
              <a:spcAft>
                <a:spcPts val="0"/>
              </a:spcAft>
              <a:buSzPts val="1400"/>
              <a:buNone/>
              <a:defRPr sz="1800" b="0" i="0" u="none" cap="none">
                <a:solidFill>
                  <a:schemeClr val="dk1"/>
                </a:solidFill>
                <a:latin typeface="Verdana"/>
                <a:ea typeface="Verdana"/>
                <a:cs typeface="Verdana"/>
              </a:defRPr>
            </a:lvl9pPr>
          </a:lstStyle>
          <a:p xmlns:a="http://schemas.openxmlformats.org/drawingml/2006/main">
            <a:endParaRPr/>
          </a:p>
        </p:txBody>
      </p:sp>
      <p:sp>
        <p:nvSpPr>
          <p:cNvPr id="96" name="Google Shape;96;g2893b70371c_0_1057">
            <a:extLst xmlns:a="http://schemas.openxmlformats.org/drawingml/2006/main">
              <a:ext uri="{FF2B5EF4-FFF2-40B4-BE49-F238E27FC236}">
                <a16:creationId xmlns:a16="http://schemas.microsoft.com/office/drawing/2014/main" id="{27B3D72C-BDC5-4960-914B-9FD0208ECCDD}"/>
              </a:ext>
            </a:extLst>
          </p:cNvPr>
          <p:cNvSpPr>
            <a:spLocks xmlns:a="http://schemas.openxmlformats.org/drawingml/2006/main" noGrp="1"/>
          </p:cNvSpPr>
          <p:nvPr>
            <p:ph type="sldNum" idx="12"/>
          </p:nvPr>
        </p:nvSpPr>
        <p:spPr>
          <a:xfrm xmlns:a="http://schemas.openxmlformats.org/drawingml/2006/main">
            <a:off x="8737600" y="6356355"/>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787">
                <a:solidFill>
                  <a:srgbClr val="828282"/>
                </a:solidFill>
                <a:latin typeface="Verdana"/>
                <a:ea typeface="Verdana"/>
                <a:cs typeface="Verdana"/>
              </a:defRPr>
            </a:lvl1pPr>
            <a:lvl2pPr marL="0" marR="0" indent="0" algn="r">
              <a:spcBef>
                <a:spcPts val="0"/>
              </a:spcBef>
              <a:buNone/>
              <a:defRPr sz="787">
                <a:solidFill>
                  <a:srgbClr val="828282"/>
                </a:solidFill>
                <a:latin typeface="Verdana"/>
                <a:ea typeface="Verdana"/>
                <a:cs typeface="Verdana"/>
              </a:defRPr>
            </a:lvl2pPr>
            <a:lvl3pPr marL="0" marR="0" indent="0" algn="r">
              <a:spcBef>
                <a:spcPts val="0"/>
              </a:spcBef>
              <a:buNone/>
              <a:defRPr sz="787">
                <a:solidFill>
                  <a:srgbClr val="828282"/>
                </a:solidFill>
                <a:latin typeface="Verdana"/>
                <a:ea typeface="Verdana"/>
                <a:cs typeface="Verdana"/>
              </a:defRPr>
            </a:lvl3pPr>
            <a:lvl4pPr marL="0" marR="0" indent="0" algn="r">
              <a:spcBef>
                <a:spcPts val="0"/>
              </a:spcBef>
              <a:buNone/>
              <a:defRPr sz="787">
                <a:solidFill>
                  <a:srgbClr val="828282"/>
                </a:solidFill>
                <a:latin typeface="Verdana"/>
                <a:ea typeface="Verdana"/>
                <a:cs typeface="Verdana"/>
              </a:defRPr>
            </a:lvl4pPr>
            <a:lvl5pPr marL="0" marR="0" indent="0" algn="r">
              <a:spcBef>
                <a:spcPts val="0"/>
              </a:spcBef>
              <a:buNone/>
              <a:defRPr sz="787">
                <a:solidFill>
                  <a:srgbClr val="828282"/>
                </a:solidFill>
                <a:latin typeface="Verdana"/>
                <a:ea typeface="Verdana"/>
                <a:cs typeface="Verdana"/>
              </a:defRPr>
            </a:lvl5pPr>
            <a:lvl6pPr marL="0" marR="0" indent="0" algn="r">
              <a:spcBef>
                <a:spcPts val="0"/>
              </a:spcBef>
              <a:buNone/>
              <a:defRPr sz="787">
                <a:solidFill>
                  <a:srgbClr val="828282"/>
                </a:solidFill>
                <a:latin typeface="Verdana"/>
                <a:ea typeface="Verdana"/>
                <a:cs typeface="Verdana"/>
              </a:defRPr>
            </a:lvl6pPr>
            <a:lvl7pPr marL="0" marR="0" indent="0" algn="r">
              <a:spcBef>
                <a:spcPts val="0"/>
              </a:spcBef>
              <a:buNone/>
              <a:defRPr sz="787">
                <a:solidFill>
                  <a:srgbClr val="828282"/>
                </a:solidFill>
                <a:latin typeface="Verdana"/>
                <a:ea typeface="Verdana"/>
                <a:cs typeface="Verdana"/>
              </a:defRPr>
            </a:lvl7pPr>
            <a:lvl8pPr marL="0" marR="0" indent="0" algn="r">
              <a:spcBef>
                <a:spcPts val="0"/>
              </a:spcBef>
              <a:buNone/>
              <a:defRPr sz="787">
                <a:solidFill>
                  <a:srgbClr val="828282"/>
                </a:solidFill>
                <a:latin typeface="Verdana"/>
                <a:ea typeface="Verdana"/>
                <a:cs typeface="Verdana"/>
              </a:defRPr>
            </a:lvl8pPr>
            <a:lvl9pPr marL="0" marR="0" indent="0" algn="r">
              <a:spcBef>
                <a:spcPts val="0"/>
              </a:spcBef>
              <a:buNone/>
              <a:defRPr sz="787">
                <a:solidFill>
                  <a:srgbClr val="828282"/>
                </a:solidFill>
                <a:latin typeface="Verdana"/>
                <a:ea typeface="Verdana"/>
                <a:cs typeface="Verdana"/>
              </a:defRPr>
            </a:lvl9pPr>
          </a:lstStyle>
          <a:p xmlns:a="http://schemas.openxmlformats.org/drawingml/2006/main">
            <a:fld id="{A74DB8E4-0DF9-4658-8AF8-1D74F81145F2}" type="slidenum">
              <a:t>‹#›</a:t>
            </a:fld>
            <a:endParaRPr/>
          </a:p>
        </p:txBody>
      </p:sp>
      <p:pic>
        <p:nvPicPr>
          <p:cNvPr id="101" name="Google Shape;270;g2893b70371c_0_651"/>
          <p:cNvPicPr>
            <a:picLocks xmlns:a="http://schemas.openxmlformats.org/drawingml/2006/main" noChangeAspect="1"/>
          </p:cNvPicPr>
          <p:nvPr/>
        </p:nvPicPr>
        <p:blipFill rotWithShape="1">
          <a:blip xmlns:r="http://schemas.openxmlformats.org/officeDocument/2006/relationships" xmlns:a="http://schemas.openxmlformats.org/drawingml/2006/main" r:embed="R261939894f61411f">
            <a:alphaModFix/>
          </a:blip>
          <a:srcRect xmlns:a="http://schemas.openxmlformats.org/drawingml/2006/main" l="0" t="0" r="0" b="24477"/>
          <a:stretch xmlns:a="http://schemas.openxmlformats.org/drawingml/2006/main"/>
        </p:blipFill>
        <p:spPr>
          <a:xfrm xmlns:a="http://schemas.openxmlformats.org/drawingml/2006/main" rot="0" flipH="0" flipV="0">
            <a:off x="0" y="1322962"/>
            <a:ext cx="12188925" cy="5535038"/>
          </a:xfrm>
          <a:prstGeom xmlns:a="http://schemas.openxmlformats.org/drawingml/2006/main" prst="rect">
            <a:avLst/>
          </a:prstGeom>
          <a:ln xmlns:a="http://schemas.openxmlformats.org/drawingml/2006/main">
            <a:noFill/>
          </a:ln>
        </p:spPr>
      </p:pic>
      <p:sp>
        <p:nvSpPr>
          <p:cNvPr id="8" name="Google Shape;271;g2893b70371c_0_651">
            <a:extLst xmlns:a="http://schemas.openxmlformats.org/drawingml/2006/main">
              <a:ext uri="{FF2B5EF4-FFF2-40B4-BE49-F238E27FC236}">
                <a16:creationId xmlns:a16="http://schemas.microsoft.com/office/drawing/2014/main" id="{09FF9530-9044-4A29-A8A0-FDEC06515A38}"/>
              </a:ext>
            </a:extLst>
          </p:cNvPr>
          <p:cNvSpPr>
            <a:spLocks xmlns:a="http://schemas.openxmlformats.org/drawingml/2006/main" noGrp="1"/>
          </p:cNvSpPr>
          <p:nvPr/>
        </p:nvSpPr>
        <p:spPr>
          <a:xfrm xmlns:a="http://schemas.openxmlformats.org/drawingml/2006/main" rot="0" flipH="0" flipV="0">
            <a:off x="214009" y="1554254"/>
            <a:ext cx="11799651" cy="5054572"/>
          </a:xfrm>
          <a:prstGeom xmlns:a="http://schemas.openxmlformats.org/drawingml/2006/main" prst="rect">
            <a:avLst/>
          </a:prstGeom>
          <a:solidFill xmlns:a="http://schemas.openxmlformats.org/drawingml/2006/main">
            <a:schemeClr val="lt1">
              <a:alpha val="29800"/>
            </a:scheme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348" b="0" i="0" u="none" cap="none">
              <a:solidFill>
                <a:srgbClr val="FFFFFF"/>
              </a:solidFill>
              <a:latin typeface="Calibri"/>
              <a:ea typeface="Calibri"/>
              <a:cs typeface="Calibri"/>
            </a:endParaRPr>
          </a:p>
        </p:txBody>
      </p:sp>
    </p:spTree>
  </p:cSld>
</p:sldLayout>
</file>

<file path=ppt/slideLayouts/slideLayout19.xml><?xml version="1.0" encoding="utf-8"?>
<p:sldLayout xmlns:p="http://schemas.openxmlformats.org/presentationml/2006/main" matchingName="Agenda Slide">
  <p:cSld name="Agenda Slide">
    <p:spTree>
      <p:nvGrpSpPr>
        <p:cNvPr id="1" name=""/>
        <p:cNvGrpSpPr/>
        <p:nvPr/>
      </p:nvGrpSpPr>
      <p:grpSpPr>
        <a:xfrm xmlns:a="http://schemas.openxmlformats.org/drawingml/2006/main"/>
      </p:grpSpPr>
      <p:sp>
        <p:nvSpPr>
          <p:cNvPr id="102" name="Google Shape;102;g2893b70371c_0_1754">
            <a:extLst xmlns:a="http://schemas.openxmlformats.org/drawingml/2006/main">
              <a:ext uri="{FF2B5EF4-FFF2-40B4-BE49-F238E27FC236}">
                <a16:creationId xmlns:a16="http://schemas.microsoft.com/office/drawing/2014/main" id="{4E447481-1FA0-42B4-9F3B-6C27C599EABC}"/>
              </a:ext>
            </a:extLst>
          </p:cNvPr>
          <p:cNvSpPr>
            <a:spLocks xmlns:a="http://schemas.openxmlformats.org/drawingml/2006/main" noGrp="1"/>
          </p:cNvSpPr>
          <p:nvPr>
            <p:ph type="title" idx="0"/>
          </p:nvPr>
        </p:nvSpPr>
        <p:spPr>
          <a:xfrm xmlns:a="http://schemas.openxmlformats.org/drawingml/2006/main">
            <a:off x="60359" y="198323"/>
            <a:ext cx="12071100" cy="3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60000" tIns="0" rIns="1440000" bIns="0" anchor="t">
            <a:noAutofit/>
          </a:bodyPr>
          <a:lstStyle xmlns:a="http://schemas.openxmlformats.org/drawingml/2006/main">
            <a:lvl1pPr algn="l">
              <a:spcBef>
                <a:spcPts val="0"/>
              </a:spcBef>
              <a:spcAft>
                <a:spcPts val="0"/>
              </a:spcAft>
              <a:buSzPts val="44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r>
              <a:t>Click to edit Master title style</a:t>
            </a:r>
            <a:endParaRPr/>
          </a:p>
        </p:txBody>
      </p:sp>
      <p:sp>
        <p:nvSpPr>
          <p:cNvPr id="103" name="Google Shape;103;g2893b70371c_0_1754">
            <a:extLst xmlns:a="http://schemas.openxmlformats.org/drawingml/2006/main">
              <a:ext uri="{FF2B5EF4-FFF2-40B4-BE49-F238E27FC236}">
                <a16:creationId xmlns:a16="http://schemas.microsoft.com/office/drawing/2014/main" id="{3D128BF5-C85B-415A-9C09-758F81429373}"/>
              </a:ext>
            </a:extLst>
          </p:cNvPr>
          <p:cNvSpPr>
            <a:spLocks xmlns:a="http://schemas.openxmlformats.org/drawingml/2006/main" noGrp="1"/>
          </p:cNvSpPr>
          <p:nvPr>
            <p:ph type="body" idx="1"/>
          </p:nvPr>
        </p:nvSpPr>
        <p:spPr>
          <a:xfrm xmlns:a="http://schemas.openxmlformats.org/drawingml/2006/main">
            <a:off x="7" y="839011"/>
            <a:ext cx="12192000" cy="503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44000" tIns="396000" rIns="648000" bIns="45700" anchor="t">
            <a:normAutofit/>
          </a:bodyPr>
          <a:lstStyle xmlns:a="http://schemas.openxmlformats.org/drawingml/2006/main">
            <a:lvl1pPr marL="457200" marR="0" indent="-228600" algn="l">
              <a:lnSpc>
                <a:spcPct val="120000"/>
              </a:lnSpc>
              <a:spcBef>
                <a:spcPts val="0"/>
              </a:spcBef>
              <a:spcAft>
                <a:spcPts val="0"/>
              </a:spcAft>
              <a:buSzPts val="3400"/>
              <a:buFont typeface="verdana"/>
              <a:buNone/>
              <a:defRPr sz="3400">
                <a:latin typeface="Verdana"/>
                <a:ea typeface="Verdana"/>
                <a:cs typeface="Verdana"/>
              </a:defRPr>
            </a:lvl1pPr>
            <a:lvl2pPr marL="914400" indent="-323786" algn="l">
              <a:lnSpc>
                <a:spcPct val="100000"/>
              </a:lnSpc>
              <a:spcBef>
                <a:spcPts val="600"/>
              </a:spcBef>
              <a:spcAft>
                <a:spcPts val="0"/>
              </a:spcAft>
              <a:buSzPts val="1499"/>
              <a:buFont typeface="verdana"/>
              <a:buAutoNum type="arabicPeriod"/>
              <a:defRPr/>
            </a:lvl2pPr>
            <a:lvl3pPr marL="1371600" indent="-314261" algn="l">
              <a:lnSpc>
                <a:spcPct val="100000"/>
              </a:lnSpc>
              <a:spcBef>
                <a:spcPts val="449"/>
              </a:spcBef>
              <a:spcAft>
                <a:spcPts val="0"/>
              </a:spcAft>
              <a:buSzPts val="1349"/>
              <a:buFont typeface="verdana"/>
              <a:buAutoNum type="arabicPeriod"/>
              <a:defRPr/>
            </a:lvl3pPr>
            <a:lvl4pPr marL="1828800" indent="-304736" algn="l">
              <a:lnSpc>
                <a:spcPct val="100000"/>
              </a:lnSpc>
              <a:spcBef>
                <a:spcPts val="449"/>
              </a:spcBef>
              <a:spcAft>
                <a:spcPts val="0"/>
              </a:spcAft>
              <a:buSzPts val="1199"/>
              <a:buFont typeface="verdana"/>
              <a:buAutoNum type="arabicPeriod"/>
              <a:defRPr/>
            </a:lvl4pPr>
            <a:lvl5pPr marL="2286000" indent="-266636" algn="l">
              <a:lnSpc>
                <a:spcPct val="100000"/>
              </a:lnSpc>
              <a:spcBef>
                <a:spcPts val="449"/>
              </a:spcBef>
              <a:spcAft>
                <a:spcPts val="0"/>
              </a:spcAft>
              <a:buSzPts val="599"/>
              <a:buFont typeface="verdana"/>
              <a:buAutoNum type="arabicPeriod"/>
              <a:defRPr/>
            </a:lvl5pPr>
            <a:lvl6pPr marL="2743200" indent="-228600" algn="l">
              <a:spcBef>
                <a:spcPts val="500"/>
              </a:spcBef>
              <a:spcAft>
                <a:spcPts val="0"/>
              </a:spcAft>
              <a:buSzPts val="1800"/>
              <a:buNone/>
              <a:defRPr/>
            </a:lvl6pPr>
            <a:lvl7pPr marL="3200400" indent="-228600" algn="l">
              <a:spcBef>
                <a:spcPts val="500"/>
              </a:spcBef>
              <a:spcAft>
                <a:spcPts val="0"/>
              </a:spcAft>
              <a:buSzPts val="1800"/>
              <a:buNone/>
              <a:defRPr/>
            </a:lvl7pPr>
            <a:lvl8pPr marL="3657600" indent="-228600" algn="l">
              <a:spcBef>
                <a:spcPts val="500"/>
              </a:spcBef>
              <a:spcAft>
                <a:spcPts val="0"/>
              </a:spcAft>
              <a:buSzPts val="1800"/>
              <a:buNone/>
              <a:defRPr/>
            </a:lvl8pPr>
            <a:lvl9pPr marL="4114800" indent="-228600" algn="l">
              <a:spcBef>
                <a:spcPts val="500"/>
              </a:spcBef>
              <a:spcAft>
                <a:spcPts val="0"/>
              </a:spcAft>
              <a:buSzPts val="1800"/>
              <a:buNone/>
              <a:defRPr/>
            </a:lvl9pPr>
          </a:lstStyle>
          <a:p xmlns:a="http://schemas.openxmlformats.org/drawingml/2006/main">
            <a:pPr lvl="0">
              <a:buNone/>
            </a:pPr>
            <a:r>
              <a:t>Edit Master text styles</a:t>
            </a:r>
          </a:p>
        </p:txBody>
      </p:sp>
      <p:sp>
        <p:nvSpPr>
          <p:cNvPr id="104" name="Google Shape;104;g2893b70371c_0_1754">
            <a:extLst xmlns:a="http://schemas.openxmlformats.org/drawingml/2006/main">
              <a:ext uri="{FF2B5EF4-FFF2-40B4-BE49-F238E27FC236}">
                <a16:creationId xmlns:a16="http://schemas.microsoft.com/office/drawing/2014/main" id="{757E8AE4-54E0-4D4D-AAAA-2A1D5CD4FD40}"/>
              </a:ext>
            </a:extLst>
          </p:cNvPr>
          <p:cNvSpPr>
            <a:spLocks xmlns:a="http://schemas.openxmlformats.org/drawingml/2006/main" noGrp="1"/>
          </p:cNvSpPr>
          <p:nvPr>
            <p:ph type="sldNum" idx="12"/>
          </p:nvPr>
        </p:nvSpPr>
        <p:spPr>
          <a:xfrm xmlns:a="http://schemas.openxmlformats.org/drawingml/2006/main">
            <a:off x="8797384" y="6302718"/>
            <a:ext cx="2743200" cy="48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1pPr>
            <a:lvl2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2pPr>
            <a:lvl3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3pPr>
            <a:lvl4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4pPr>
            <a:lvl5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5pPr>
            <a:lvl6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6pPr>
            <a:lvl7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7pPr>
            <a:lvl8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8pPr>
            <a:lvl9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9pPr>
          </a:lstStyle>
          <a:p xmlns:a="http://schemas.openxmlformats.org/drawingml/2006/main">
            <a:fld id="{A74DB8E4-0DF9-4658-8AF8-1D74F81145F2}" type="slidenum">
              <a:t>‹#›</a:t>
            </a:fld>
            <a:endParaRPr/>
          </a:p>
        </p:txBody>
      </p:sp>
    </p:spTree>
  </p:cSld>
</p:sldLayout>
</file>

<file path=ppt/slideLayouts/slideLayout20.xml><?xml version="1.0" encoding="utf-8"?>
<p:sldLayout xmlns:p="http://schemas.openxmlformats.org/presentationml/2006/main" matchingName="Section header" type="secHead">
  <p:cSld name="1_Section header">
    <p:spTree>
      <p:nvGrpSpPr>
        <p:cNvPr id="1" name=""/>
        <p:cNvGrpSpPr/>
        <p:nvPr/>
      </p:nvGrpSpPr>
      <p:grpSpPr>
        <a:xfrm xmlns:a="http://schemas.openxmlformats.org/drawingml/2006/main"/>
      </p:grpSpPr>
      <p:sp>
        <p:nvSpPr>
          <p:cNvPr id="114" name="Google Shape;114;p17">
            <a:extLst xmlns:a="http://schemas.openxmlformats.org/drawingml/2006/main">
              <a:ext uri="{FF2B5EF4-FFF2-40B4-BE49-F238E27FC236}">
                <a16:creationId xmlns:a16="http://schemas.microsoft.com/office/drawing/2014/main" id="{56925189-82B4-48B7-A58B-57CE6AAA98BD}"/>
              </a:ext>
            </a:extLst>
          </p:cNvPr>
          <p:cNvSpPr>
            <a:spLocks xmlns:a="http://schemas.openxmlformats.org/drawingml/2006/main" noGrp="1"/>
          </p:cNvSpPr>
          <p:nvPr>
            <p:ph type="title" idx="0"/>
          </p:nvPr>
        </p:nvSpPr>
        <p:spPr>
          <a:xfrm xmlns:a="http://schemas.openxmlformats.org/drawingml/2006/main">
            <a:off x="415600" y="2867800"/>
            <a:ext cx="11360800" cy="112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None/>
              <a:defRPr sz="4800"/>
            </a:lvl1pPr>
            <a:lvl2pPr algn="ctr">
              <a:lnSpc>
                <a:spcPct val="100000"/>
              </a:lnSpc>
              <a:spcBef>
                <a:spcPts val="0"/>
              </a:spcBef>
              <a:spcAft>
                <a:spcPts val="0"/>
              </a:spcAft>
              <a:buSzPts val="3600"/>
              <a:buNone/>
              <a:defRPr sz="4800"/>
            </a:lvl2pPr>
            <a:lvl3pPr algn="ctr">
              <a:lnSpc>
                <a:spcPct val="100000"/>
              </a:lnSpc>
              <a:spcBef>
                <a:spcPts val="0"/>
              </a:spcBef>
              <a:spcAft>
                <a:spcPts val="0"/>
              </a:spcAft>
              <a:buSzPts val="3600"/>
              <a:buNone/>
              <a:defRPr sz="4800"/>
            </a:lvl3pPr>
            <a:lvl4pPr algn="ctr">
              <a:lnSpc>
                <a:spcPct val="100000"/>
              </a:lnSpc>
              <a:spcBef>
                <a:spcPts val="0"/>
              </a:spcBef>
              <a:spcAft>
                <a:spcPts val="0"/>
              </a:spcAft>
              <a:buSzPts val="3600"/>
              <a:buNone/>
              <a:defRPr sz="4800"/>
            </a:lvl4pPr>
            <a:lvl5pPr algn="ctr">
              <a:lnSpc>
                <a:spcPct val="100000"/>
              </a:lnSpc>
              <a:spcBef>
                <a:spcPts val="0"/>
              </a:spcBef>
              <a:spcAft>
                <a:spcPts val="0"/>
              </a:spcAft>
              <a:buSzPts val="3600"/>
              <a:buNone/>
              <a:defRPr sz="4800"/>
            </a:lvl5pPr>
            <a:lvl6pPr algn="ctr">
              <a:lnSpc>
                <a:spcPct val="100000"/>
              </a:lnSpc>
              <a:spcBef>
                <a:spcPts val="0"/>
              </a:spcBef>
              <a:spcAft>
                <a:spcPts val="0"/>
              </a:spcAft>
              <a:buSzPts val="3600"/>
              <a:buNone/>
              <a:defRPr sz="4800"/>
            </a:lvl6pPr>
            <a:lvl7pPr algn="ctr">
              <a:lnSpc>
                <a:spcPct val="100000"/>
              </a:lnSpc>
              <a:spcBef>
                <a:spcPts val="0"/>
              </a:spcBef>
              <a:spcAft>
                <a:spcPts val="0"/>
              </a:spcAft>
              <a:buSzPts val="3600"/>
              <a:buNone/>
              <a:defRPr sz="4800"/>
            </a:lvl7pPr>
            <a:lvl8pPr algn="ctr">
              <a:lnSpc>
                <a:spcPct val="100000"/>
              </a:lnSpc>
              <a:spcBef>
                <a:spcPts val="0"/>
              </a:spcBef>
              <a:spcAft>
                <a:spcPts val="0"/>
              </a:spcAft>
              <a:buSzPts val="3600"/>
              <a:buNone/>
              <a:defRPr sz="4800"/>
            </a:lvl8pPr>
            <a:lvl9pPr algn="ctr">
              <a:lnSpc>
                <a:spcPct val="100000"/>
              </a:lnSpc>
              <a:spcBef>
                <a:spcPts val="0"/>
              </a:spcBef>
              <a:spcAft>
                <a:spcPts val="0"/>
              </a:spcAft>
              <a:buSzPts val="3600"/>
              <a:buNone/>
              <a:defRPr sz="4800"/>
            </a:lvl9pPr>
          </a:lstStyle>
          <a:p xmlns:a="http://schemas.openxmlformats.org/drawingml/2006/main">
            <a:r>
              <a:t>Click to edit Master title style</a:t>
            </a:r>
            <a:endParaRPr/>
          </a:p>
        </p:txBody>
      </p:sp>
      <p:sp>
        <p:nvSpPr>
          <p:cNvPr id="115" name="Google Shape;115;p17">
            <a:extLst xmlns:a="http://schemas.openxmlformats.org/drawingml/2006/main">
              <a:ext uri="{FF2B5EF4-FFF2-40B4-BE49-F238E27FC236}">
                <a16:creationId xmlns:a16="http://schemas.microsoft.com/office/drawing/2014/main" id="{A129D591-916E-42CE-9BAB-4754C3C5C5B5}"/>
              </a:ext>
            </a:extLst>
          </p:cNvPr>
          <p:cNvSpPr>
            <a:spLocks xmlns:a="http://schemas.openxmlformats.org/drawingml/2006/main" noGrp="1"/>
          </p:cNvSpPr>
          <p:nvPr>
            <p:ph type="sldNum" idx="12"/>
          </p:nvPr>
        </p:nvSpPr>
        <p:spPr>
          <a:xfrm xmlns:a="http://schemas.openxmlformats.org/drawingml/2006/main">
            <a:off x="11296611" y="6217623"/>
            <a:ext cx="731600" cy="52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buClr>
                <a:srgbClr val="000000"/>
              </a:buClr>
              <a:buSzPts val="1333"/>
              <a:buFont typeface="Arial"/>
              <a:buNone/>
              <a:defRPr sz="1333" b="0" i="0" u="none" cap="none">
                <a:solidFill>
                  <a:srgbClr val="595959"/>
                </a:solidFill>
                <a:latin typeface="Arial"/>
                <a:ea typeface="Arial"/>
                <a:cs typeface="Arial"/>
              </a:defRPr>
            </a:lvl1pPr>
            <a:lvl2pPr marL="0" marR="0" indent="0" algn="r">
              <a:buClr>
                <a:srgbClr val="000000"/>
              </a:buClr>
              <a:buSzPts val="1333"/>
              <a:buFont typeface="Arial"/>
              <a:buNone/>
              <a:defRPr sz="1333" b="0" i="0" u="none" cap="none">
                <a:solidFill>
                  <a:srgbClr val="595959"/>
                </a:solidFill>
                <a:latin typeface="Arial"/>
                <a:ea typeface="Arial"/>
                <a:cs typeface="Arial"/>
              </a:defRPr>
            </a:lvl2pPr>
            <a:lvl3pPr marL="0" marR="0" indent="0" algn="r">
              <a:buClr>
                <a:srgbClr val="000000"/>
              </a:buClr>
              <a:buSzPts val="1333"/>
              <a:buFont typeface="Arial"/>
              <a:buNone/>
              <a:defRPr sz="1333" b="0" i="0" u="none" cap="none">
                <a:solidFill>
                  <a:srgbClr val="595959"/>
                </a:solidFill>
                <a:latin typeface="Arial"/>
                <a:ea typeface="Arial"/>
                <a:cs typeface="Arial"/>
              </a:defRPr>
            </a:lvl3pPr>
            <a:lvl4pPr marL="0" marR="0" indent="0" algn="r">
              <a:buClr>
                <a:srgbClr val="000000"/>
              </a:buClr>
              <a:buSzPts val="1333"/>
              <a:buFont typeface="Arial"/>
              <a:buNone/>
              <a:defRPr sz="1333" b="0" i="0" u="none" cap="none">
                <a:solidFill>
                  <a:srgbClr val="595959"/>
                </a:solidFill>
                <a:latin typeface="Arial"/>
                <a:ea typeface="Arial"/>
                <a:cs typeface="Arial"/>
              </a:defRPr>
            </a:lvl4pPr>
            <a:lvl5pPr marL="0" marR="0" indent="0" algn="r">
              <a:buClr>
                <a:srgbClr val="000000"/>
              </a:buClr>
              <a:buSzPts val="1333"/>
              <a:buFont typeface="Arial"/>
              <a:buNone/>
              <a:defRPr sz="1333" b="0" i="0" u="none" cap="none">
                <a:solidFill>
                  <a:srgbClr val="595959"/>
                </a:solidFill>
                <a:latin typeface="Arial"/>
                <a:ea typeface="Arial"/>
                <a:cs typeface="Arial"/>
              </a:defRPr>
            </a:lvl5pPr>
            <a:lvl6pPr marL="0" marR="0" indent="0" algn="r">
              <a:buClr>
                <a:srgbClr val="000000"/>
              </a:buClr>
              <a:buSzPts val="1333"/>
              <a:buFont typeface="Arial"/>
              <a:buNone/>
              <a:defRPr sz="1333" b="0" i="0" u="none" cap="none">
                <a:solidFill>
                  <a:srgbClr val="595959"/>
                </a:solidFill>
                <a:latin typeface="Arial"/>
                <a:ea typeface="Arial"/>
                <a:cs typeface="Arial"/>
              </a:defRPr>
            </a:lvl6pPr>
            <a:lvl7pPr marL="0" marR="0" indent="0" algn="r">
              <a:buClr>
                <a:srgbClr val="000000"/>
              </a:buClr>
              <a:buSzPts val="1333"/>
              <a:buFont typeface="Arial"/>
              <a:buNone/>
              <a:defRPr sz="1333" b="0" i="0" u="none" cap="none">
                <a:solidFill>
                  <a:srgbClr val="595959"/>
                </a:solidFill>
                <a:latin typeface="Arial"/>
                <a:ea typeface="Arial"/>
                <a:cs typeface="Arial"/>
              </a:defRPr>
            </a:lvl7pPr>
            <a:lvl8pPr marL="0" marR="0" indent="0" algn="r">
              <a:buClr>
                <a:srgbClr val="000000"/>
              </a:buClr>
              <a:buSzPts val="1333"/>
              <a:buFont typeface="Arial"/>
              <a:buNone/>
              <a:defRPr sz="1333" b="0" i="0" u="none" cap="none">
                <a:solidFill>
                  <a:srgbClr val="595959"/>
                </a:solidFill>
                <a:latin typeface="Arial"/>
                <a:ea typeface="Arial"/>
                <a:cs typeface="Arial"/>
              </a:defRPr>
            </a:lvl8pPr>
            <a:lvl9pPr marL="0" marR="0" indent="0" algn="r">
              <a:buClr>
                <a:srgbClr val="000000"/>
              </a:buClr>
              <a:buSzPts val="1333"/>
              <a:buFont typeface="Arial"/>
              <a:buNone/>
              <a:defRPr sz="1333" b="0" i="0" u="none" cap="none">
                <a:solidFill>
                  <a:srgbClr val="595959"/>
                </a:solidFill>
                <a:latin typeface="Arial"/>
                <a:ea typeface="Arial"/>
                <a:cs typeface="Arial"/>
              </a:defRPr>
            </a:lvl9pPr>
          </a:lstStyle>
          <a:p xmlns:a="http://schemas.openxmlformats.org/drawingml/2006/main">
            <a:fld id="{A74DB8E4-0DF9-4658-8AF8-1D74F81145F2}" type="slidenum">
              <a:t>‹#›</a:t>
            </a:fld>
            <a:endParaRPr/>
          </a:p>
        </p:txBody>
      </p:sp>
    </p:spTree>
  </p:cSld>
</p:sldLayout>
</file>

<file path=ppt/slideLayouts/slideLayout21.xml><?xml version="1.0" encoding="utf-8"?>
<p:sldLayout xmlns:p="http://schemas.openxmlformats.org/presentationml/2006/main" preserve="1">
  <p:cSld name="1_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CEB5612-64C5-4907-A736-6A3E1FF8270E}"/>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3" name="Footer Placeholder 2">
            <a:extLst xmlns:a="http://schemas.openxmlformats.org/drawingml/2006/main">
              <a:ext uri="{FF2B5EF4-FFF2-40B4-BE49-F238E27FC236}">
                <a16:creationId xmlns:a16="http://schemas.microsoft.com/office/drawing/2014/main" id="{18B5C147-FB1E-41ED-81E0-899FC292CA8B}"/>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A18370E5-D010-40F8-B639-08BD8325DAB2}"/>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22.xml><?xml version="1.0" encoding="utf-8"?>
<p:sldLayout xmlns:p="http://schemas.openxmlformats.org/presentationml/2006/main" type="twoTxTwoObj">
  <p:cSld name="Comparison">
    <p:bg>
      <p:bgPr>
        <a:blipFill xmlns:a="http://schemas.openxmlformats.org/drawingml/2006/main" rotWithShape="1">
          <a:blip xmlns:r="http://schemas.openxmlformats.org/officeDocument/2006/relationships" r:embed="R002598a1bac34374">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664936E-CF30-45D0-9285-9620AED5D308}"/>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E9DA252-1D22-4C05-975C-A699B87B0D9B}"/>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4" name="Content Placeholder 3">
            <a:extLst xmlns:a="http://schemas.openxmlformats.org/drawingml/2006/main">
              <a:ext uri="{FF2B5EF4-FFF2-40B4-BE49-F238E27FC236}">
                <a16:creationId xmlns:a16="http://schemas.microsoft.com/office/drawing/2014/main" id="{263CA32C-393B-4F33-898F-D503954CB195}"/>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602334E5-BF0C-43BE-941E-57E96CC40D0B}"/>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6" name="Content Placeholder 5">
            <a:extLst xmlns:a="http://schemas.openxmlformats.org/drawingml/2006/main">
              <a:ext uri="{FF2B5EF4-FFF2-40B4-BE49-F238E27FC236}">
                <a16:creationId xmlns:a16="http://schemas.microsoft.com/office/drawing/2014/main" id="{DD2478C4-6D32-4C9E-97E9-F99A5866CFAA}"/>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A429B990-DC85-4EC0-B3DE-7EE61F6EC1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lumMod val="75000"/>
                  </a:schemeClr>
                </a:solidFill>
              </a:defRPr>
            </a:lvl1pPr>
          </a:lstStyle>
          <a:p xmlns:a="http://schemas.openxmlformats.org/drawingml/2006/main">
            <a:fld id="{57020DAE-7ED0-4B17-B656-7E9590772B44}" type="datetimeFigureOut">
              <a:t>7/31/2026</a:t>
            </a:fld>
            <a:endParaRPr/>
          </a:p>
        </p:txBody>
      </p:sp>
      <p:sp>
        <p:nvSpPr>
          <p:cNvPr id="8" name="Footer Placeholder 7">
            <a:extLst xmlns:a="http://schemas.openxmlformats.org/drawingml/2006/main">
              <a:ext uri="{FF2B5EF4-FFF2-40B4-BE49-F238E27FC236}">
                <a16:creationId xmlns:a16="http://schemas.microsoft.com/office/drawing/2014/main" id="{A496D77F-D50E-4A0F-ACD6-57D0CBD16D3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lumMod val="75000"/>
                  </a:schemeClr>
                </a:solidFill>
              </a:defRPr>
            </a:lvl1pPr>
          </a:lstStyle>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FD883289-3713-4137-9AA6-70519C5A9F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lumMod val="75000"/>
                  </a:schemeClr>
                </a:solidFill>
              </a:defRPr>
            </a:lvl1pPr>
          </a:lstStyle>
          <a:p xmlns:a="http://schemas.openxmlformats.org/drawingml/2006/main">
            <a:fld id="{A74DB8E4-0DF9-4658-8AF8-1D74F81145F2}" type="slidenum">
              <a:t>‹#›</a:t>
            </a:fld>
            <a:endParaRPr/>
          </a:p>
        </p:txBody>
      </p:sp>
    </p:spTree>
  </p:cSld>
</p:sldLayout>
</file>

<file path=ppt/slideLayouts/slideLayout23.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5822f9251ec6489a" /><Relationship Type="http://schemas.openxmlformats.org/officeDocument/2006/relationships/theme" Target="/ppt/slideMasters/theme/theme2.xml" Id="R32bcf1c0580f4dd5" /><Relationship Type="http://schemas.openxmlformats.org/officeDocument/2006/relationships/slideLayout" Target="/ppt/slideLayouts/slideLayout1.xml" Id="R64cab461ada34192" /><Relationship Type="http://schemas.openxmlformats.org/officeDocument/2006/relationships/slideLayout" Target="/ppt/slideLayouts/slideLayout2.xml" Id="R9c4c207a6d1b49df" /><Relationship Type="http://schemas.openxmlformats.org/officeDocument/2006/relationships/slideLayout" Target="/ppt/slideLayouts/slideLayout3.xml" Id="R4cb393f2c4a84168" /><Relationship Type="http://schemas.openxmlformats.org/officeDocument/2006/relationships/slideLayout" Target="/ppt/slideLayouts/slideLayout4.xml" Id="Rd88b56f254144e80" /><Relationship Type="http://schemas.openxmlformats.org/officeDocument/2006/relationships/slideLayout" Target="/ppt/slideLayouts/slideLayout5.xml" Id="R87398f6f13f44d2c" /><Relationship Type="http://schemas.openxmlformats.org/officeDocument/2006/relationships/slideLayout" Target="/ppt/slideLayouts/slideLayout6.xml" Id="Rdbaaefcb837f48f6" /><Relationship Type="http://schemas.openxmlformats.org/officeDocument/2006/relationships/slideLayout" Target="/ppt/slideLayouts/slideLayout7.xml" Id="R5af524f72eef4d1c" /><Relationship Type="http://schemas.openxmlformats.org/officeDocument/2006/relationships/slideLayout" Target="/ppt/slideLayouts/slideLayout8.xml" Id="Rc15f293fcf0346f8" /><Relationship Type="http://schemas.openxmlformats.org/officeDocument/2006/relationships/slideLayout" Target="/ppt/slideLayouts/slideLayout9.xml" Id="R649e81f24c974126" /><Relationship Type="http://schemas.openxmlformats.org/officeDocument/2006/relationships/slideLayout" Target="/ppt/slideLayouts/slideLayout10.xml" Id="R64b18d24eb6a40cd" /><Relationship Type="http://schemas.openxmlformats.org/officeDocument/2006/relationships/slideLayout" Target="/ppt/slideLayouts/slideLayout11.xml" Id="R2a96d7fab53142df" /><Relationship Type="http://schemas.openxmlformats.org/officeDocument/2006/relationships/slideLayout" Target="/ppt/slideLayouts/slideLayout12.xml" Id="R850385a7cbe7467d" /><Relationship Type="http://schemas.openxmlformats.org/officeDocument/2006/relationships/slideLayout" Target="/ppt/slideLayouts/slideLayout13.xml" Id="R43e0898cfa924d1d" /><Relationship Type="http://schemas.openxmlformats.org/officeDocument/2006/relationships/slideLayout" Target="/ppt/slideLayouts/slideLayout14.xml" Id="Ra3992e85379f419d" /><Relationship Type="http://schemas.openxmlformats.org/officeDocument/2006/relationships/slideLayout" Target="/ppt/slideLayouts/slideLayout15.xml" Id="R2f31cff7ba724608" /><Relationship Type="http://schemas.openxmlformats.org/officeDocument/2006/relationships/slideLayout" Target="/ppt/slideLayouts/slideLayout16.xml" Id="Rc04be47afb074018" /><Relationship Type="http://schemas.openxmlformats.org/officeDocument/2006/relationships/slideLayout" Target="/ppt/slideLayouts/slideLayout17.xml" Id="R7a2cc56bac464bfa" /><Relationship Type="http://schemas.openxmlformats.org/officeDocument/2006/relationships/slideLayout" Target="/ppt/slideLayouts/slideLayout18.xml" Id="Refb12cd5e4004a7c" /><Relationship Type="http://schemas.openxmlformats.org/officeDocument/2006/relationships/slideLayout" Target="/ppt/slideLayouts/slideLayout19.xml" Id="Rd41f45cc3190439e" /><Relationship Type="http://schemas.openxmlformats.org/officeDocument/2006/relationships/slideLayout" Target="/ppt/slideLayouts/slideLayout20.xml" Id="R87b92b3046254b77" /><Relationship Type="http://schemas.openxmlformats.org/officeDocument/2006/relationships/slideLayout" Target="/ppt/slideLayouts/slideLayout21.xml" Id="R571dd278ede64a63" /><Relationship Type="http://schemas.openxmlformats.org/officeDocument/2006/relationships/slideLayout" Target="/ppt/slideLayouts/slideLayout22.xml" Id="Rca067d6ab40e411b" /><Relationship Type="http://schemas.openxmlformats.org/officeDocument/2006/relationships/slideLayout" Target="/ppt/slideLayouts/slideLayout23.xml" Id="R258d83ff1ae64d7e" /></Relationships>
</file>

<file path=ppt/slideMasters/slideMaster1.xml><?xml version="1.0" encoding="utf-8"?>
<p:sldMaster xmlns:p="http://schemas.openxmlformats.org/presentationml/2006/main">
  <p:cSld>
    <p:bg>
      <p:bgPr>
        <a:blipFill xmlns:a="http://schemas.openxmlformats.org/drawingml/2006/main" rotWithShape="1">
          <a:blip xmlns:r="http://schemas.openxmlformats.org/officeDocument/2006/relationships" r:embed="R5822f9251ec6489a">
            <a:lum/>
          </a:blip>
          <a:srcRect l="0" t="0" r="0" b="0"/>
          <a:stretch>
            <a:fillRect l="0" t="0" r="0" b="0"/>
          </a:stretch>
        </a:blip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F547C7B6-1650-658B-2731-3089BD1BDEEB}"/>
              </a:ext>
            </a:extLst>
          </p:cNvPr>
          <p:cNvSpPr>
            <a:spLocks xmlns:a="http://schemas.openxmlformats.org/drawingml/2006/main" noGrp="1"/>
          </p:cNvSpPr>
          <p:nvPr/>
        </p:nvSpPr>
        <p:spPr>
          <a:xfrm xmlns:a="http://schemas.openxmlformats.org/drawingml/2006/main">
            <a:off x="5672138" y="63818"/>
            <a:ext cx="1285875" cy="1619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0">
                <a:solidFill>
                  <a:srgbClr val="7B233B"/>
                </a:solidFill>
                <a:latin typeface="Arial"/>
                <a:ea typeface="Arial"/>
                <a:cs typeface="Arial"/>
              </a:defRPr>
            </a:pPr>
            <a:r>
              <a:rPr sz="900" b="0">
                <a:solidFill>
                  <a:srgbClr val="7B233B"/>
                </a:solidFill>
                <a:latin typeface="Arial"/>
                <a:ea typeface="Arial"/>
                <a:cs typeface="Arial"/>
              </a:rPr>
              <a:t>CONFIDENTIAL</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cab461ada34192"/>
    <p:sldLayoutId xmlns:r="http://schemas.openxmlformats.org/officeDocument/2006/relationships" id="2147483650" r:id="R9c4c207a6d1b49df"/>
    <p:sldLayoutId xmlns:r="http://schemas.openxmlformats.org/officeDocument/2006/relationships" id="2147483651" r:id="R4cb393f2c4a84168"/>
    <p:sldLayoutId xmlns:r="http://schemas.openxmlformats.org/officeDocument/2006/relationships" id="2147483652" r:id="Rd88b56f254144e80"/>
    <p:sldLayoutId xmlns:r="http://schemas.openxmlformats.org/officeDocument/2006/relationships" id="2147483653" r:id="R87398f6f13f44d2c"/>
    <p:sldLayoutId xmlns:r="http://schemas.openxmlformats.org/officeDocument/2006/relationships" id="2147483654" r:id="Rdbaaefcb837f48f6"/>
    <p:sldLayoutId xmlns:r="http://schemas.openxmlformats.org/officeDocument/2006/relationships" id="2147483655" r:id="R5af524f72eef4d1c"/>
    <p:sldLayoutId xmlns:r="http://schemas.openxmlformats.org/officeDocument/2006/relationships" id="2147483656" r:id="Rc15f293fcf0346f8"/>
    <p:sldLayoutId xmlns:r="http://schemas.openxmlformats.org/officeDocument/2006/relationships" id="2147483657" r:id="R649e81f24c974126"/>
    <p:sldLayoutId xmlns:r="http://schemas.openxmlformats.org/officeDocument/2006/relationships" id="2147483658" r:id="R64b18d24eb6a40cd"/>
    <p:sldLayoutId xmlns:r="http://schemas.openxmlformats.org/officeDocument/2006/relationships" id="2147483659" r:id="R2a96d7fab53142df"/>
    <p:sldLayoutId xmlns:r="http://schemas.openxmlformats.org/officeDocument/2006/relationships" id="2147483660" r:id="R850385a7cbe7467d"/>
    <p:sldLayoutId xmlns:r="http://schemas.openxmlformats.org/officeDocument/2006/relationships" id="2147483661" r:id="R43e0898cfa924d1d"/>
    <p:sldLayoutId xmlns:r="http://schemas.openxmlformats.org/officeDocument/2006/relationships" id="2147483662" r:id="Ra3992e85379f419d"/>
    <p:sldLayoutId xmlns:r="http://schemas.openxmlformats.org/officeDocument/2006/relationships" id="2147483663" r:id="R2f31cff7ba724608"/>
    <p:sldLayoutId xmlns:r="http://schemas.openxmlformats.org/officeDocument/2006/relationships" id="2147483664" r:id="Rc04be47afb074018"/>
    <p:sldLayoutId xmlns:r="http://schemas.openxmlformats.org/officeDocument/2006/relationships" id="2147483665" r:id="R7a2cc56bac464bfa"/>
    <p:sldLayoutId xmlns:r="http://schemas.openxmlformats.org/officeDocument/2006/relationships" id="2147483666" r:id="Refb12cd5e4004a7c"/>
    <p:sldLayoutId xmlns:r="http://schemas.openxmlformats.org/officeDocument/2006/relationships" id="2147483667" r:id="Rd41f45cc3190439e"/>
    <p:sldLayoutId xmlns:r="http://schemas.openxmlformats.org/officeDocument/2006/relationships" id="2147483668" r:id="R87b92b3046254b77"/>
    <p:sldLayoutId xmlns:r="http://schemas.openxmlformats.org/officeDocument/2006/relationships" id="2147483669" r:id="R571dd278ede64a63"/>
    <p:sldLayoutId xmlns:r="http://schemas.openxmlformats.org/officeDocument/2006/relationships" id="2147483670" r:id="Rca067d6ab40e411b"/>
    <p:sldLayoutId xmlns:r="http://schemas.openxmlformats.org/officeDocument/2006/relationships" id="2147483671" r:id="R258d83ff1ae64d7e"/>
  </p:sldLayoutIdLst>
  <p:txStyles>
    <p:titleStyle>
      <a:lvl1pPr xmlns:a="http://schemas.openxmlformats.org/drawingml/2006/main" algn="l" defTabSz="914400">
        <a:lnSpc>
          <a:spcPct val="90000"/>
        </a:lnSpc>
        <a:spcBef>
          <a:spcPct val="0"/>
        </a:spcBef>
        <a:buNone/>
        <a:defRPr sz="4400" b="1" kern="1200">
          <a:solidFill>
            <a:schemeClr val="bg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bg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bg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bg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bg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bg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DENSO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869c1274ef4547" /><Relationship Type="http://schemas.openxmlformats.org/officeDocument/2006/relationships/notesSlide" Target="/ppt/notesSlides/notesSlide1.xml" Id="Rbb2fe19e1b0d43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3.xml" Id="Re6a1c9bc2b5444d7" /><Relationship Type="http://schemas.openxmlformats.org/officeDocument/2006/relationships/image" Target="/ppt/media/image8.png" Id="R9f4e5a53b3544db3" /><Relationship Type="http://schemas.openxmlformats.org/officeDocument/2006/relationships/image" Target="/ppt/media/image9.png" Id="Rb03e305e3b394b62" /><Relationship Type="http://schemas.openxmlformats.org/officeDocument/2006/relationships/image" Target="/ppt/media/image10.png" Id="R8c9108db9f944d92" /><Relationship Type="http://schemas.openxmlformats.org/officeDocument/2006/relationships/notesSlide" Target="/ppt/notesSlides/notesSlide2.xml" Id="R0f6ffe5355d641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7.xml" Id="Rba60741ccef5498e" /><Relationship Type="http://schemas.openxmlformats.org/officeDocument/2006/relationships/image" Target="/ppt/media/image8.png" Id="R1a6e75bd65db4175" /><Relationship Type="http://schemas.openxmlformats.org/officeDocument/2006/relationships/notesSlide" Target="/ppt/notesSlides/notesSlide3.xml" Id="R343a53682e6c4f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7.xml" Id="R8f84f54846c14a21" /><Relationship Type="http://schemas.openxmlformats.org/officeDocument/2006/relationships/image" Target="/ppt/media/image8.png" Id="Ra76a524c31b24d01" /><Relationship Type="http://schemas.openxmlformats.org/officeDocument/2006/relationships/notesSlide" Target="/ppt/notesSlides/notesSlide4.xml" Id="Rcb2f68b7602c41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7.xml" Id="Rf3395ba427a44f46" /><Relationship Type="http://schemas.openxmlformats.org/officeDocument/2006/relationships/image" Target="/ppt/media/image8.png" Id="R4c5926b345c049d3" /><Relationship Type="http://schemas.openxmlformats.org/officeDocument/2006/relationships/image" Target="/ppt/media/image11.png" Id="R98a9f72ef217422f" /><Relationship Type="http://schemas.openxmlformats.org/officeDocument/2006/relationships/notesSlide" Target="/ppt/notesSlides/notesSlide5.xml" Id="R0d3f846febac42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7.xml" Id="R4c42064b3ac547c5" /><Relationship Type="http://schemas.openxmlformats.org/officeDocument/2006/relationships/image" Target="/ppt/media/image8.png" Id="R7883e8903ab64a1b" /><Relationship Type="http://schemas.openxmlformats.org/officeDocument/2006/relationships/image" Target="/ppt/media/image12.png" Id="Re55fa0cb77214df4" /><Relationship Type="http://schemas.openxmlformats.org/officeDocument/2006/relationships/notesSlide" Target="/ppt/notesSlides/notesSlide6.xml" Id="R2fef24a50f3442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7.xml" Id="Ra70a07846a554774" /><Relationship Type="http://schemas.openxmlformats.org/officeDocument/2006/relationships/image" Target="/ppt/media/image8.png" Id="R881124cbf07a49c2" /><Relationship Type="http://schemas.openxmlformats.org/officeDocument/2006/relationships/notesSlide" Target="/ppt/notesSlides/notesSlide7.xml" Id="Re8ab30f706c84a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7.xml" Id="Rc75f82f1a4e84010" /><Relationship Type="http://schemas.openxmlformats.org/officeDocument/2006/relationships/image" Target="/ppt/media/image8.png" Id="R6c169f3815f44484" /><Relationship Type="http://schemas.openxmlformats.org/officeDocument/2006/relationships/image" Target="/ppt/media/image13.png" Id="Rbd1c9e7c724b49e9" /><Relationship Type="http://schemas.openxmlformats.org/officeDocument/2006/relationships/notesSlide" Target="/ppt/notesSlides/notesSlide8.xml" Id="R0cd0df250dc34e2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7.xml" Id="Rf7659d41e39a4815" /><Relationship Type="http://schemas.openxmlformats.org/officeDocument/2006/relationships/image" Target="/ppt/media/image8.png" Id="Rc9b840efc6f142b0" /><Relationship Type="http://schemas.openxmlformats.org/officeDocument/2006/relationships/image" Target="/ppt/media/image14.png" Id="Rd4a49b395a074c1a" /><Relationship Type="http://schemas.openxmlformats.org/officeDocument/2006/relationships/notesSlide" Target="/ppt/notesSlides/notesSlide9.xml" Id="R5d2335a283694bb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7.xml" Id="Rbf5a0f6c52fb4527" /><Relationship Type="http://schemas.openxmlformats.org/officeDocument/2006/relationships/image" Target="/ppt/media/image8.png" Id="Rac379a3b057841be" /><Relationship Type="http://schemas.openxmlformats.org/officeDocument/2006/relationships/image" Target="/ppt/media/image15.png" Id="R7bdab54055604bfb" /><Relationship Type="http://schemas.openxmlformats.org/officeDocument/2006/relationships/notesSlide" Target="/ppt/notesSlides/notesSlide10.xml" Id="Ra1c68fb56f77450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7.xml" Id="R375172215beb4a20" /><Relationship Type="http://schemas.openxmlformats.org/officeDocument/2006/relationships/image" Target="/ppt/media/image8.png" Id="Rd891c78db4384679" /><Relationship Type="http://schemas.openxmlformats.org/officeDocument/2006/relationships/notesSlide" Target="/ppt/notesSlides/notesSlide11.xml" Id="Rc742438c8280475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7.xml" Id="R3921f97f34474ec8" /><Relationship Type="http://schemas.openxmlformats.org/officeDocument/2006/relationships/image" Target="/ppt/media/image8.png" Id="R3e0a4c191c97439d" /><Relationship Type="http://schemas.openxmlformats.org/officeDocument/2006/relationships/notesSlide" Target="/ppt/notesSlides/notesSlide12.xml" Id="Refcdad23815e409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7.xml" Id="R30557fd7689948c1" /><Relationship Type="http://schemas.openxmlformats.org/officeDocument/2006/relationships/image" Target="/ppt/media/image8.png" Id="Rd2f0ccf421854d77" /><Relationship Type="http://schemas.openxmlformats.org/officeDocument/2006/relationships/notesSlide" Target="/ppt/notesSlides/notesSlide13.xml" Id="R99c422ee9ecf40b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7.xml" Id="Rd0b2ef32790741d2" /><Relationship Type="http://schemas.openxmlformats.org/officeDocument/2006/relationships/notesSlide" Target="/ppt/notesSlides/notesSlide14.xml" Id="R5313cfef467447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7.xml" Id="Rab9c13780df5482b" /><Relationship Type="http://schemas.openxmlformats.org/officeDocument/2006/relationships/notesSlide" Target="/ppt/notesSlides/notesSlide15.xml" Id="R9eb5b438ae57457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2.xml" Id="Rd2999dcea1c44b3a" /><Relationship Type="http://schemas.openxmlformats.org/officeDocument/2006/relationships/image" Target="/ppt/media/image16.png" Id="R96ea12ff6406444f" /><Relationship Type="http://schemas.openxmlformats.org/officeDocument/2006/relationships/notesSlide" Target="/ppt/notesSlides/notesSlide16.xml" Id="Raf7f9063a1b246a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Subtitle 3">
            <a:extLst xmlns:a="http://schemas.openxmlformats.org/drawingml/2006/main">
              <a:ext uri="{FF2B5EF4-FFF2-40B4-BE49-F238E27FC236}">
                <a16:creationId xmlns:a16="http://schemas.microsoft.com/office/drawing/2014/main" id="{3BFDC539-FE20-43A3-91DA-DC6AC6A72CAE}"/>
              </a:ext>
            </a:extLst>
          </p:cNvPr>
          <p:cNvSpPr>
            <a:spLocks xmlns:a="http://schemas.openxmlformats.org/drawingml/2006/main" noGrp="1"/>
          </p:cNvSpPr>
          <p:nvPr>
            <p:ph type="subTitle" idx="1"/>
          </p:nvPr>
        </p:nvSpPr>
        <p:spPr>
          <a:xfrm xmlns:a="http://schemas.openxmlformats.org/drawingml/2006/main">
            <a:off x="5810250" y="4143375"/>
            <a:ext cx="5905500" cy="123825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HUMANOID</a:t>
            </a:r>
            <a:endParaRPr/>
          </a:p>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SKILL LEARNING</a:t>
            </a:r>
            <a:endParaRPr/>
          </a:p>
        </p:txBody>
      </p:sp>
      <p:sp>
        <p:nvSpPr>
          <p:cNvPr id="5" name="content">
            <a:extLst xmlns:a="http://schemas.openxmlformats.org/drawingml/2006/main">
              <a:ext uri="{FF2B5EF4-FFF2-40B4-BE49-F238E27FC236}">
                <a16:creationId xmlns:a16="http://schemas.microsoft.com/office/drawing/2014/main" id="{59783F51-B372-43C7-9A2A-011FB2420147}"/>
              </a:ext>
            </a:extLst>
          </p:cNvPr>
          <p:cNvSpPr>
            <a:spLocks xmlns:a="http://schemas.openxmlformats.org/drawingml/2006/main" noGrp="1"/>
          </p:cNvSpPr>
          <p:nvPr/>
        </p:nvSpPr>
        <p:spPr>
          <a:xfrm xmlns:a="http://schemas.openxmlformats.org/drawingml/2006/main">
            <a:off x="5810250" y="55435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Phát triển kỹ năng với dữ liệu robot,</a:t>
            </a:r>
          </a:p>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human motion và synthetic execution</a:t>
            </a:r>
          </a:p>
        </p:txBody>
      </p:sp>
      <p:sp>
        <p:nvSpPr>
          <p:cNvPr id="6" name="content">
            <a:extLst xmlns:a="http://schemas.openxmlformats.org/drawingml/2006/main">
              <a:ext uri="{FF2B5EF4-FFF2-40B4-BE49-F238E27FC236}">
                <a16:creationId xmlns:a16="http://schemas.microsoft.com/office/drawing/2014/main" id="{7DB7453C-BEF1-46D6-B7D3-DC09EF978A76}"/>
              </a:ext>
            </a:extLst>
          </p:cNvPr>
          <p:cNvSpPr>
            <a:spLocks xmlns:a="http://schemas.openxmlformats.org/drawingml/2006/main" noGrp="1"/>
          </p:cNvSpPr>
          <p:nvPr/>
        </p:nvSpPr>
        <p:spPr>
          <a:xfrm xmlns:a="http://schemas.openxmlformats.org/drawingml/2006/main">
            <a:off x="5810250" y="6448425"/>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Example A1 trong mô phỏng</a:t>
            </a:r>
          </a:p>
        </p:txBody>
      </p:sp>
    </p:spTree>
    <p:extLst>
      <p:ext uri="{BB962C8B-B14F-4D97-AF65-F5344CB8AC3E}">
        <p14:creationId xmlns:p14="http://schemas.microsoft.com/office/powerpoint/2010/main" val="347258958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41" name="Picture 6"/>
          <p:cNvPicPr>
            <a:picLocks xmlns:a="http://schemas.openxmlformats.org/drawingml/2006/main" noChangeAspect="1"/>
          </p:cNvPicPr>
          <p:nvPr/>
        </p:nvPicPr>
        <p:blipFill>
          <a:blip xmlns:r="http://schemas.openxmlformats.org/officeDocument/2006/relationships" xmlns:a="http://schemas.openxmlformats.org/drawingml/2006/main" r:embed="R9f4e5a53b3544db3"/>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b03e305e3b394b62"/>
          <a:stretch xmlns:a="http://schemas.openxmlformats.org/drawingml/2006/main">
            <a:fillRect l="0" t="0" r="0" b="0"/>
          </a:stretch>
        </p:blipFill>
        <p:spPr>
          <a:xfrm xmlns:a="http://schemas.openxmlformats.org/drawingml/2006/main">
            <a:off x="0" y="0"/>
            <a:ext cx="12191695" cy="868680"/>
          </a:xfrm>
          <a:prstGeom xmlns:a="http://schemas.openxmlformats.org/drawingml/2006/main" prst="rect">
            <a:avLst/>
          </a:prstGeom>
        </p:spPr>
      </p:pic>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8c9108db9f944d92"/>
          <a:stretch xmlns:a="http://schemas.openxmlformats.org/drawingml/2006/main">
            <a:fillRect l="0" t="0" r="0" b="0"/>
          </a:stretch>
        </p:blipFill>
        <p:spPr>
          <a:xfrm xmlns:a="http://schemas.openxmlformats.org/drawingml/2006/main">
            <a:off x="292608" y="210312"/>
            <a:ext cx="2423160" cy="603504"/>
          </a:xfrm>
          <a:prstGeom xmlns:a="http://schemas.openxmlformats.org/drawingml/2006/main" prst="rect">
            <a:avLst/>
          </a:prstGeom>
        </p:spPr>
      </p:pic>
      <p:sp>
        <p:nvSpPr>
          <p:cNvPr id="4" name="Text 0">
            <a:extLst xmlns:a="http://schemas.openxmlformats.org/drawingml/2006/main">
              <a:ext uri="{FF2B5EF4-FFF2-40B4-BE49-F238E27FC236}">
                <a16:creationId xmlns:a16="http://schemas.microsoft.com/office/drawing/2014/main" id="{3C8B3D6C-B253-4FF7-9ACE-C9C1226C9F00}"/>
              </a:ext>
            </a:extLst>
          </p:cNvPr>
          <p:cNvSpPr>
            <a:spLocks xmlns:a="http://schemas.openxmlformats.org/drawingml/2006/main" noGrp="1"/>
          </p:cNvSpPr>
          <p:nvPr/>
        </p:nvSpPr>
        <p:spPr>
          <a:xfrm xmlns:a="http://schemas.openxmlformats.org/drawingml/2006/main">
            <a:off x="2971800" y="228600"/>
            <a:ext cx="6309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CHECKLIST TỰ ĐÁNH GIÁ TRƯỚC KHI NỘP</a:t>
            </a:r>
            <a:endParaRPr sz="1800"/>
          </a:p>
        </p:txBody>
      </p:sp>
      <p:sp>
        <p:nvSpPr>
          <p:cNvPr id="31" name="Shape 27">
            <a:extLst xmlns:a="http://schemas.openxmlformats.org/drawingml/2006/main">
              <a:ext uri="{FF2B5EF4-FFF2-40B4-BE49-F238E27FC236}">
                <a16:creationId xmlns:a16="http://schemas.microsoft.com/office/drawing/2014/main" id="{4B2FEE6C-E748-43BA-8541-D0C996F4452A}"/>
              </a:ext>
            </a:extLst>
          </p:cNvPr>
          <p:cNvSpPr>
            <a:spLocks xmlns:a="http://schemas.openxmlformats.org/drawingml/2006/main" noGrp="1"/>
          </p:cNvSpPr>
          <p:nvPr/>
        </p:nvSpPr>
        <p:spPr>
          <a:xfrm xmlns:a="http://schemas.openxmlformats.org/drawingml/2006/main">
            <a:off x="270630" y="5869214"/>
            <a:ext cx="10424160" cy="731520"/>
          </a:xfrm>
          <a:prstGeom xmlns:a="http://schemas.openxmlformats.org/drawingml/2006/main" prst="roundRect">
            <a:avLst>
              <a:gd name="adj" fmla="val 10000"/>
            </a:avLst>
          </a:prstGeom>
          <a:noFill xmlns:a="http://schemas.openxmlformats.org/drawingml/2006/main"/>
          <a:ln xmlns:a="http://schemas.openxmlformats.org/drawingml/2006/main" w="10160">
            <a:noFill/>
            <a:prstDash val="solid"/>
          </a:ln>
        </p:spPr>
        <p:txBody>
          <a:bodyPr xmlns:a="http://schemas.openxmlformats.org/drawingml/2006/main"/>
          <a:lstStyle xmlns:a="http://schemas.openxmlformats.org/drawingml/2006/main"/>
          <a:p xmlns:a="http://schemas.openxmlformats.org/drawingml/2006/main">
            <a:endParaRPr/>
          </a:p>
        </p:txBody>
      </p:sp>
      <p:sp>
        <p:nvSpPr>
          <p:cNvPr id="33" name="Text 29">
            <a:extLst xmlns:a="http://schemas.openxmlformats.org/drawingml/2006/main">
              <a:ext uri="{FF2B5EF4-FFF2-40B4-BE49-F238E27FC236}">
                <a16:creationId xmlns:a16="http://schemas.microsoft.com/office/drawing/2014/main" id="{703CF707-D563-4209-BD44-6D81670FECEA}"/>
              </a:ext>
            </a:extLst>
          </p:cNvPr>
          <p:cNvSpPr>
            <a:spLocks xmlns:a="http://schemas.openxmlformats.org/drawingml/2006/main" noGrp="1"/>
          </p:cNvSpPr>
          <p:nvPr/>
        </p:nvSpPr>
        <p:spPr>
          <a:xfrm xmlns:a="http://schemas.openxmlformats.org/drawingml/2006/main">
            <a:off x="495300" y="6038850"/>
            <a:ext cx="10668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Giá trị đề xuất</a:t>
            </a:r>
            <a:endParaRPr sz="1100">
              <a:solidFill>
                <a:schemeClr val="bg1"/>
              </a:solidFill>
              <a:latin typeface="Arial"/>
              <a:ea typeface="Arial"/>
              <a:cs typeface="Arial"/>
            </a:endParaRPr>
          </a:p>
        </p:txBody>
      </p:sp>
      <p:sp>
        <p:nvSpPr>
          <p:cNvPr id="34" name="Text 30">
            <a:extLst xmlns:a="http://schemas.openxmlformats.org/drawingml/2006/main">
              <a:ext uri="{FF2B5EF4-FFF2-40B4-BE49-F238E27FC236}">
                <a16:creationId xmlns:a16="http://schemas.microsoft.com/office/drawing/2014/main" id="{52C79F75-DA4E-43A4-B777-8E328C0FEC3F}"/>
              </a:ext>
            </a:extLst>
          </p:cNvPr>
          <p:cNvSpPr>
            <a:spLocks xmlns:a="http://schemas.openxmlformats.org/drawingml/2006/main" noGrp="1"/>
          </p:cNvSpPr>
          <p:nvPr/>
        </p:nvSpPr>
        <p:spPr>
          <a:xfrm xmlns:a="http://schemas.openxmlformats.org/drawingml/2006/main">
            <a:off x="495300" y="6334125"/>
            <a:ext cx="1066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200" b="0">
                <a:solidFill>
                  <a:srgbClr val="FFFFFF"/>
                </a:solidFill>
                <a:latin typeface="Arial"/>
                <a:ea typeface="Arial"/>
                <a:cs typeface="Arial"/>
              </a:defRPr>
            </a:pPr>
            <a:r>
              <a:rPr sz="1200" b="0">
                <a:solidFill>
                  <a:srgbClr val="FFFFFF"/>
                </a:solidFill>
                <a:latin typeface="Arial"/>
                <a:ea typeface="Arial"/>
                <a:cs typeface="Arial"/>
              </a:rPr>
              <a:t>Giảm công phát triển kỹ năng bằng dữ liệu có QA và kiểm lỗi có bằng chứng, ở cùng ngưỡng chất lượng.</a:t>
            </a:r>
            <a:endParaRPr sz="950">
              <a:solidFill>
                <a:schemeClr val="bg1"/>
              </a:solidFill>
              <a:latin typeface="Arial"/>
              <a:ea typeface="Arial"/>
              <a:cs typeface="Arial"/>
            </a:endParaRPr>
          </a:p>
        </p:txBody>
      </p:sp>
      <p:sp>
        <p:nvSpPr>
          <p:cNvPr id="35" name="Shape 31">
            <a:extLst xmlns:a="http://schemas.openxmlformats.org/drawingml/2006/main">
              <a:ext uri="{FF2B5EF4-FFF2-40B4-BE49-F238E27FC236}">
                <a16:creationId xmlns:a16="http://schemas.microsoft.com/office/drawing/2014/main" id="{3F8018F7-C36D-41EA-AA7F-4ECDA4D68B76}"/>
              </a:ext>
            </a:extLst>
          </p:cNvPr>
          <p:cNvSpPr>
            <a:spLocks xmlns:a="http://schemas.openxmlformats.org/drawingml/2006/main" noGrp="1"/>
          </p:cNvSpPr>
          <p:nvPr/>
        </p:nvSpPr>
        <p:spPr>
          <a:xfrm xmlns:a="http://schemas.openxmlformats.org/drawingml/2006/main">
            <a:off x="411480" y="5972175"/>
            <a:ext cx="11384280" cy="0"/>
          </a:xfrm>
          <a:prstGeom xmlns:a="http://schemas.openxmlformats.org/drawingml/2006/main" prst="line">
            <a:avLst/>
          </a:prstGeom>
          <a:noFill xmlns:a="http://schemas.openxmlformats.org/drawingml/2006/main"/>
          <a:ln xmlns:a="http://schemas.openxmlformats.org/drawingml/2006/main" w="8890">
            <a:solidFill>
              <a:srgbClr val="D9E2EC"/>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2">
            <a:extLst xmlns:a="http://schemas.openxmlformats.org/drawingml/2006/main">
              <a:ext uri="{FF2B5EF4-FFF2-40B4-BE49-F238E27FC236}">
                <a16:creationId xmlns:a16="http://schemas.microsoft.com/office/drawing/2014/main" id="{386B97EA-038A-4346-A4F4-32768A4FDC59}"/>
              </a:ext>
            </a:extLst>
          </p:cNvPr>
          <p:cNvSpPr>
            <a:spLocks xmlns:a="http://schemas.openxmlformats.org/drawingml/2006/main" noGrp="1"/>
          </p:cNvSpPr>
          <p:nvPr/>
        </p:nvSpPr>
        <p:spPr>
          <a:xfrm xmlns:a="http://schemas.openxmlformats.org/drawingml/2006/main">
            <a:off x="457200" y="6556248"/>
            <a:ext cx="7772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20">
                <a:solidFill>
                  <a:srgbClr val="7A869A"/>
                </a:solidFill>
                <a:latin typeface="Arial"/>
                <a:ea typeface="Arial"/>
                <a:cs typeface="Arial"/>
              </a:rPr>
              <a:t>DENSO Factory Hacks 2026  |  Submission Template</a:t>
            </a:r>
            <a:endParaRPr sz="720"/>
          </a:p>
        </p:txBody>
      </p:sp>
      <p:graphicFrame>
        <p:nvGraphicFramePr>
          <p:cNvPr id="50" name="Table 40"/>
          <p:cNvGraphicFramePr/>
          <p:nvPr/>
        </p:nvGraphicFramePr>
        <p:xfrm>
          <a:off xmlns:a="http://schemas.openxmlformats.org/drawingml/2006/main" x="533701" y="2444877"/>
          <a:ext xmlns:a="http://schemas.openxmlformats.org/drawingml/2006/main" cx="10992499" cy="2938909"/>
        </p:xfrm>
        <a:graphic xmlns:a="http://schemas.openxmlformats.org/drawingml/2006/main">
          <a:graphicData uri="http://schemas.openxmlformats.org/drawingml/2006/table">
            <a:tbl>
              <a:tblPr firstRow="1" bandRow="1">
                <a:tableStyleId>{5C22544A-7EE6-4342-B048-85BDC9FD1C3A}</a:tableStyleId>
              </a:tblPr>
              <a:tblGrid>
                <a:gridCol w="5238999"/>
                <a:gridCol w="5753500"/>
              </a:tblGrid>
              <a:tr h="275792">
                <a:tc>
                  <a:txBody>
                    <a:bodyPr/>
                    <a:lstStyle/>
                    <a:p>
                      <a:pPr marL="0" marR="0" lvl="0" indent="0" algn="ctr" defTabSz="914400">
                        <a:lnSpc>
                          <a:spcPct val="100000"/>
                        </a:lnSpc>
                        <a:spcBef>
                          <a:spcPts val="0"/>
                        </a:spcBef>
                        <a:spcAft>
                          <a:spcPts val="0"/>
                        </a:spcAft>
                        <a:buClrTx/>
                        <a:buSzTx/>
                        <a:buFontTx/>
                        <a:buNone/>
                      </a:pPr>
                      <a:r>
                        <a:rPr sz="1100" b="1">
                          <a:solidFill>
                            <a:schemeClr val="bg1"/>
                          </a:solidFill>
                          <a:latin typeface="Segoe UI"/>
                          <a:ea typeface="Segoe UI"/>
                          <a:cs typeface="Segoe UI"/>
                        </a:rPr>
                        <a:t>CÂU HỎI</a:t>
                      </a:r>
                    </a:p>
                  </a:txBody>
                  <a:tcPr marL="91440" marR="91440" marT="45720" marB="45720" anchor="ctr">
                    <a:lnB w="12700">
                      <a:solidFill>
                        <a:schemeClr val="tx1"/>
                      </a:solidFill>
                    </a:lnB>
                    <a:solidFill>
                      <a:schemeClr val="accent5">
                        <a:lumMod val="50000"/>
                      </a:schemeClr>
                    </a:solidFill>
                  </a:tcPr>
                </a:tc>
                <a:tc>
                  <a:txBody>
                    <a:bodyPr/>
                    <a:lstStyle/>
                    <a:p>
                      <a:pPr marL="0" marR="0" lvl="0" indent="0" algn="ctr" defTabSz="914400">
                        <a:lnSpc>
                          <a:spcPct val="100000"/>
                        </a:lnSpc>
                        <a:spcBef>
                          <a:spcPts val="0"/>
                        </a:spcBef>
                        <a:spcAft>
                          <a:spcPts val="0"/>
                        </a:spcAft>
                        <a:buClrTx/>
                        <a:buSzTx/>
                        <a:buFontTx/>
                        <a:buNone/>
                      </a:pPr>
                      <a:r>
                        <a:rPr sz="1100" b="1">
                          <a:solidFill>
                            <a:schemeClr val="bg1"/>
                          </a:solidFill>
                          <a:latin typeface="Segoe UI"/>
                          <a:ea typeface="Segoe UI"/>
                          <a:cs typeface="Segoe UI"/>
                        </a:rPr>
                        <a:t>TRẢ LỜI</a:t>
                      </a:r>
                    </a:p>
                  </a:txBody>
                  <a:tcPr marL="91440" marR="91440" marT="45720" marB="45720" anchor="ctr">
                    <a:lnB w="12700">
                      <a:solidFill>
                        <a:schemeClr val="tx1"/>
                      </a:solidFill>
                    </a:lnB>
                    <a:solidFill>
                      <a:schemeClr val="accent5">
                        <a:lumMod val="50000"/>
                      </a:schemeClr>
                    </a:solidFill>
                  </a:tcPr>
                </a:tc>
              </a:tr>
              <a:tr h="430925">
                <a:tc>
                  <a:txBody>
                    <a:bodyPr wrap="square" lIns="76200" tIns="38100" rIns="76200" bIns="38100"/>
                    <a:lstStyle/>
                    <a:p>
                      <a:pPr>
                        <a:lnSpc>
                          <a:spcPts val="1500"/>
                        </a:lnSpc>
                        <a:buNone/>
                      </a:pPr>
                      <a:r>
                        <a:rPr sz="1200" b="0" i="0">
                          <a:solidFill>
                            <a:srgbClr val="153251"/>
                          </a:solidFill>
                          <a:latin typeface="Arial"/>
                          <a:ea typeface="Arial"/>
                          <a:cs typeface="Arial"/>
                        </a:rPr>
                        <a:t>1. </a:t>
                      </a:r>
                      <a:r>
                        <a:rPr sz="1200" b="0" i="0">
                          <a:solidFill>
                            <a:srgbClr val="153251"/>
                          </a:solidFill>
                          <a:latin typeface="Arial"/>
                          <a:ea typeface="Arial"/>
                          <a:cs typeface="Arial"/>
                        </a:rPr>
                        <a:t>Trình</a:t>
                      </a:r>
                      <a:r>
                        <a:rPr sz="1200" b="0" i="0">
                          <a:solidFill>
                            <a:srgbClr val="153251"/>
                          </a:solidFill>
                          <a:latin typeface="Arial"/>
                          <a:ea typeface="Arial"/>
                          <a:cs typeface="Arial"/>
                        </a:rPr>
                        <a:t> </a:t>
                      </a:r>
                      <a:r>
                        <a:rPr sz="1200" b="0" i="0">
                          <a:solidFill>
                            <a:srgbClr val="153251"/>
                          </a:solidFill>
                          <a:latin typeface="Arial"/>
                          <a:ea typeface="Arial"/>
                          <a:cs typeface="Arial"/>
                        </a:rPr>
                        <a:t>bày</a:t>
                      </a:r>
                      <a:r>
                        <a:rPr sz="1200" b="0" i="0">
                          <a:solidFill>
                            <a:srgbClr val="153251"/>
                          </a:solidFill>
                          <a:latin typeface="Arial"/>
                          <a:ea typeface="Arial"/>
                          <a:cs typeface="Arial"/>
                        </a:rPr>
                        <a:t> </a:t>
                      </a:r>
                      <a:r>
                        <a:rPr sz="1200" b="0" i="0">
                          <a:solidFill>
                            <a:srgbClr val="153251"/>
                          </a:solidFill>
                          <a:latin typeface="Arial"/>
                          <a:ea typeface="Arial"/>
                          <a:cs typeface="Arial"/>
                        </a:rPr>
                        <a:t>điểm</a:t>
                      </a:r>
                      <a:r>
                        <a:rPr sz="1200" b="0" i="0">
                          <a:solidFill>
                            <a:srgbClr val="153251"/>
                          </a:solidFill>
                          <a:latin typeface="Arial"/>
                          <a:ea typeface="Arial"/>
                          <a:cs typeface="Arial"/>
                        </a:rPr>
                        <a:t> </a:t>
                      </a:r>
                      <a:r>
                        <a:rPr sz="1200" b="0" i="0">
                          <a:solidFill>
                            <a:srgbClr val="153251"/>
                          </a:solidFill>
                          <a:latin typeface="Arial"/>
                          <a:ea typeface="Arial"/>
                          <a:cs typeface="Arial"/>
                        </a:rPr>
                        <a:t>mới</a:t>
                      </a:r>
                      <a:r>
                        <a:rPr sz="1200" b="0" i="0">
                          <a:solidFill>
                            <a:srgbClr val="153251"/>
                          </a:solidFill>
                          <a:latin typeface="Arial"/>
                          <a:ea typeface="Arial"/>
                          <a:cs typeface="Arial"/>
                        </a:rPr>
                        <a:t>, </a:t>
                      </a:r>
                      <a:r>
                        <a:rPr sz="1200" b="0" i="0">
                          <a:solidFill>
                            <a:srgbClr val="153251"/>
                          </a:solidFill>
                          <a:latin typeface="Arial"/>
                          <a:ea typeface="Arial"/>
                          <a:cs typeface="Arial"/>
                        </a:rPr>
                        <a:t>đột</a:t>
                      </a:r>
                      <a:r>
                        <a:rPr sz="1200" b="0" i="0">
                          <a:solidFill>
                            <a:srgbClr val="153251"/>
                          </a:solidFill>
                          <a:latin typeface="Arial"/>
                          <a:ea typeface="Arial"/>
                          <a:cs typeface="Arial"/>
                        </a:rPr>
                        <a:t> </a:t>
                      </a:r>
                      <a:r>
                        <a:rPr sz="1200" b="0" i="0">
                          <a:solidFill>
                            <a:srgbClr val="153251"/>
                          </a:solidFill>
                          <a:latin typeface="Arial"/>
                          <a:ea typeface="Arial"/>
                          <a:cs typeface="Arial"/>
                        </a:rPr>
                        <a:t>phá</a:t>
                      </a:r>
                      <a:r>
                        <a:rPr sz="1200" b="0" i="0">
                          <a:solidFill>
                            <a:srgbClr val="153251"/>
                          </a:solidFill>
                          <a:latin typeface="Arial"/>
                          <a:ea typeface="Arial"/>
                          <a:cs typeface="Arial"/>
                        </a:rPr>
                        <a:t> so </a:t>
                      </a:r>
                      <a:r>
                        <a:rPr sz="1200" b="0" i="0">
                          <a:solidFill>
                            <a:srgbClr val="153251"/>
                          </a:solidFill>
                          <a:latin typeface="Arial"/>
                          <a:ea typeface="Arial"/>
                          <a:cs typeface="Arial"/>
                        </a:rPr>
                        <a:t>với</a:t>
                      </a:r>
                      <a:r>
                        <a:rPr sz="1200" b="0" i="0">
                          <a:solidFill>
                            <a:srgbClr val="153251"/>
                          </a:solidFill>
                          <a:latin typeface="Arial"/>
                          <a:ea typeface="Arial"/>
                          <a:cs typeface="Arial"/>
                        </a:rPr>
                        <a:t> </a:t>
                      </a:r>
                      <a:r>
                        <a:rPr sz="1200" b="0" i="0">
                          <a:solidFill>
                            <a:srgbClr val="153251"/>
                          </a:solidFill>
                          <a:latin typeface="Arial"/>
                          <a:ea typeface="Arial"/>
                          <a:cs typeface="Arial"/>
                        </a:rPr>
                        <a:t>các</a:t>
                      </a:r>
                      <a:r>
                        <a:rPr sz="1200" b="0" i="0">
                          <a:solidFill>
                            <a:srgbClr val="153251"/>
                          </a:solidFill>
                          <a:latin typeface="Arial"/>
                          <a:ea typeface="Arial"/>
                          <a:cs typeface="Arial"/>
                        </a:rPr>
                        <a:t> </a:t>
                      </a:r>
                      <a:r>
                        <a:rPr sz="1200" b="0" i="0">
                          <a:solidFill>
                            <a:srgbClr val="153251"/>
                          </a:solidFill>
                          <a:latin typeface="Arial"/>
                          <a:ea typeface="Arial"/>
                          <a:cs typeface="Arial"/>
                        </a:rPr>
                        <a:t>giải</a:t>
                      </a:r>
                      <a:r>
                        <a:rPr sz="1200" b="0" i="0">
                          <a:solidFill>
                            <a:srgbClr val="153251"/>
                          </a:solidFill>
                          <a:latin typeface="Arial"/>
                          <a:ea typeface="Arial"/>
                          <a:cs typeface="Arial"/>
                        </a:rPr>
                        <a:t> </a:t>
                      </a:r>
                      <a:r>
                        <a:rPr sz="1200" b="0" i="0">
                          <a:solidFill>
                            <a:srgbClr val="153251"/>
                          </a:solidFill>
                          <a:latin typeface="Arial"/>
                          <a:ea typeface="Arial"/>
                          <a:cs typeface="Arial"/>
                        </a:rPr>
                        <a:t>pháp</a:t>
                      </a:r>
                      <a:r>
                        <a:rPr sz="1200" b="0" i="0">
                          <a:solidFill>
                            <a:srgbClr val="153251"/>
                          </a:solidFill>
                          <a:latin typeface="Arial"/>
                          <a:ea typeface="Arial"/>
                          <a:cs typeface="Arial"/>
                        </a:rPr>
                        <a:t> </a:t>
                      </a:r>
                      <a:r>
                        <a:rPr sz="1200" b="0" i="0">
                          <a:solidFill>
                            <a:srgbClr val="153251"/>
                          </a:solidFill>
                          <a:latin typeface="Arial"/>
                          <a:ea typeface="Arial"/>
                          <a:cs typeface="Arial"/>
                        </a:rPr>
                        <a:t>truyền</a:t>
                      </a:r>
                      <a:r>
                        <a:rPr sz="1200" b="0" i="0">
                          <a:solidFill>
                            <a:srgbClr val="153251"/>
                          </a:solidFill>
                          <a:latin typeface="Arial"/>
                          <a:ea typeface="Arial"/>
                          <a:cs typeface="Arial"/>
                        </a:rPr>
                        <a:t> </a:t>
                      </a:r>
                      <a:r>
                        <a:rPr sz="1200" b="0" i="0">
                          <a:solidFill>
                            <a:srgbClr val="153251"/>
                          </a:solidFill>
                          <a:latin typeface="Arial"/>
                          <a:ea typeface="Arial"/>
                          <a:cs typeface="Arial"/>
                        </a:rPr>
                        <a:t>thống</a:t>
                      </a:r>
                      <a:r>
                        <a:rPr sz="1200" b="0" i="0">
                          <a:solidFill>
                            <a:srgbClr val="153251"/>
                          </a:solidFill>
                          <a:latin typeface="Arial"/>
                          <a:ea typeface="Arial"/>
                          <a:cs typeface="Arial"/>
                        </a:rPr>
                        <a:t>?</a:t>
                      </a:r>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lIns="76200" tIns="38100" rIns="76200" bIns="38100"/>
                    <a:lstStyle/>
                    <a:p>
                      <a:r>
                        <a:rPr sz="1200">
                          <a:solidFill>
                            <a:srgbClr val="153251"/>
                          </a:solidFill>
                          <a:latin typeface="Arial"/>
                          <a:ea typeface="Arial"/>
                          <a:cs typeface="Arial"/>
                        </a:rPr>
                        <a:t>QA và trace nối dữ liệu, lỗi và phép kiểm. Giá trị thêm cần benchmark.</a:t>
                      </a:r>
                      <a:endParaRPr sz="1000"/>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430925">
                <a:tc>
                  <a:txBody>
                    <a:bodyPr wrap="square" lIns="76200" tIns="38100" rIns="76200" bIns="38100"/>
                    <a:lstStyle/>
                    <a:p>
                      <a:pPr marL="0" algn="l" defTabSz="914400">
                        <a:lnSpc>
                          <a:spcPts val="1500"/>
                        </a:lnSpc>
                        <a:buNone/>
                      </a:pPr>
                      <a:r>
                        <a:rPr sz="1200" b="0" i="0">
                          <a:solidFill>
                            <a:srgbClr val="153251"/>
                          </a:solidFill>
                          <a:latin typeface="Arial"/>
                          <a:ea typeface="Arial"/>
                          <a:cs typeface="Arial"/>
                        </a:rPr>
                        <a:t>2. </a:t>
                      </a:r>
                      <a:r>
                        <a:rPr sz="1200" b="0" i="0">
                          <a:solidFill>
                            <a:srgbClr val="153251"/>
                          </a:solidFill>
                          <a:latin typeface="Arial"/>
                          <a:ea typeface="Arial"/>
                          <a:cs typeface="Arial"/>
                        </a:rPr>
                        <a:t>Ý tưởng này đang giải quyết vấn đề gì</a:t>
                      </a:r>
                      <a:r>
                        <a:rPr sz="1200" b="0" i="0">
                          <a:solidFill>
                            <a:srgbClr val="153251"/>
                          </a:solidFill>
                          <a:latin typeface="Arial"/>
                          <a:ea typeface="Arial"/>
                          <a:cs typeface="Arial"/>
                        </a:rPr>
                        <a:t> </a:t>
                      </a:r>
                      <a:r>
                        <a:rPr sz="1200" b="0" i="0">
                          <a:solidFill>
                            <a:srgbClr val="153251"/>
                          </a:solidFill>
                          <a:latin typeface="Arial"/>
                          <a:ea typeface="Arial"/>
                          <a:cs typeface="Arial"/>
                        </a:rPr>
                        <a:t>tại</a:t>
                      </a:r>
                      <a:r>
                        <a:rPr sz="1200" b="0" i="0">
                          <a:solidFill>
                            <a:srgbClr val="153251"/>
                          </a:solidFill>
                          <a:latin typeface="Arial"/>
                          <a:ea typeface="Arial"/>
                          <a:cs typeface="Arial"/>
                        </a:rPr>
                        <a:t> Denso</a:t>
                      </a:r>
                      <a:r>
                        <a:rPr sz="1200" b="0" i="0">
                          <a:solidFill>
                            <a:srgbClr val="153251"/>
                          </a:solidFill>
                          <a:latin typeface="Arial"/>
                          <a:ea typeface="Arial"/>
                          <a:cs typeface="Arial"/>
                        </a:rPr>
                        <a:t>? </a:t>
                      </a:r>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lIns="76200" tIns="38100" rIns="76200" bIns="38100"/>
                    <a:lstStyle/>
                    <a:p>
                      <a:r>
                        <a:rPr sz="1200">
                          <a:solidFill>
                            <a:srgbClr val="153251"/>
                          </a:solidFill>
                          <a:latin typeface="Arial"/>
                          <a:ea typeface="Arial"/>
                          <a:cs typeface="Arial"/>
                        </a:rPr>
                        <a:t>Giảm công phát triển kỹ năng. Pain point tại DENSO cần owner xác nhận.</a:t>
                      </a:r>
                      <a:endParaRPr sz="1000"/>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405069">
                <a:tc>
                  <a:txBody>
                    <a:bodyPr wrap="square" lIns="76200" tIns="38100" rIns="76200" bIns="38100"/>
                    <a:lstStyle/>
                    <a:p>
                      <a:pPr marL="0" algn="l" defTabSz="914400">
                        <a:lnSpc>
                          <a:spcPts val="1500"/>
                        </a:lnSpc>
                        <a:buNone/>
                      </a:pPr>
                      <a:r>
                        <a:rPr sz="1200" b="0" i="0">
                          <a:solidFill>
                            <a:srgbClr val="153251"/>
                          </a:solidFill>
                          <a:latin typeface="Arial"/>
                          <a:ea typeface="Arial"/>
                          <a:cs typeface="Arial"/>
                        </a:rPr>
                        <a:t>3. Phương </a:t>
                      </a:r>
                      <a:r>
                        <a:rPr sz="1200" b="0" i="0">
                          <a:solidFill>
                            <a:srgbClr val="153251"/>
                          </a:solidFill>
                          <a:latin typeface="Arial"/>
                          <a:ea typeface="Arial"/>
                          <a:cs typeface="Arial"/>
                        </a:rPr>
                        <a:t>pháp</a:t>
                      </a:r>
                      <a:r>
                        <a:rPr sz="1200" b="0" i="0">
                          <a:solidFill>
                            <a:srgbClr val="153251"/>
                          </a:solidFill>
                          <a:latin typeface="Arial"/>
                          <a:ea typeface="Arial"/>
                          <a:cs typeface="Arial"/>
                        </a:rPr>
                        <a:t>/</a:t>
                      </a:r>
                      <a:r>
                        <a:rPr sz="1200" b="0" i="0">
                          <a:solidFill>
                            <a:srgbClr val="153251"/>
                          </a:solidFill>
                          <a:latin typeface="Arial"/>
                          <a:ea typeface="Arial"/>
                          <a:cs typeface="Arial"/>
                        </a:rPr>
                        <a:t>công</a:t>
                      </a:r>
                      <a:r>
                        <a:rPr sz="1200" b="0" i="0">
                          <a:solidFill>
                            <a:srgbClr val="153251"/>
                          </a:solidFill>
                          <a:latin typeface="Arial"/>
                          <a:ea typeface="Arial"/>
                          <a:cs typeface="Arial"/>
                        </a:rPr>
                        <a:t> </a:t>
                      </a:r>
                      <a:r>
                        <a:rPr sz="1200" b="0" i="0">
                          <a:solidFill>
                            <a:srgbClr val="153251"/>
                          </a:solidFill>
                          <a:latin typeface="Arial"/>
                          <a:ea typeface="Arial"/>
                          <a:cs typeface="Arial"/>
                        </a:rPr>
                        <a:t>cụ</a:t>
                      </a:r>
                      <a:r>
                        <a:rPr sz="1200" b="0" i="0">
                          <a:solidFill>
                            <a:srgbClr val="153251"/>
                          </a:solidFill>
                          <a:latin typeface="Arial"/>
                          <a:ea typeface="Arial"/>
                          <a:cs typeface="Arial"/>
                        </a:rPr>
                        <a:t> </a:t>
                      </a:r>
                      <a:r>
                        <a:rPr sz="1200" b="0" i="0">
                          <a:solidFill>
                            <a:srgbClr val="153251"/>
                          </a:solidFill>
                          <a:latin typeface="Arial"/>
                          <a:ea typeface="Arial"/>
                          <a:cs typeface="Arial"/>
                        </a:rPr>
                        <a:t>áp</a:t>
                      </a:r>
                      <a:r>
                        <a:rPr sz="1200" b="0" i="0">
                          <a:solidFill>
                            <a:srgbClr val="153251"/>
                          </a:solidFill>
                          <a:latin typeface="Arial"/>
                          <a:ea typeface="Arial"/>
                          <a:cs typeface="Arial"/>
                        </a:rPr>
                        <a:t> </a:t>
                      </a:r>
                      <a:r>
                        <a:rPr sz="1200" b="0" i="0">
                          <a:solidFill>
                            <a:srgbClr val="153251"/>
                          </a:solidFill>
                          <a:latin typeface="Arial"/>
                          <a:ea typeface="Arial"/>
                          <a:cs typeface="Arial"/>
                        </a:rPr>
                        <a:t>dụng</a:t>
                      </a:r>
                      <a:r>
                        <a:rPr sz="1200" b="0" i="0">
                          <a:solidFill>
                            <a:srgbClr val="153251"/>
                          </a:solidFill>
                          <a:latin typeface="Arial"/>
                          <a:ea typeface="Arial"/>
                          <a:cs typeface="Arial"/>
                        </a:rPr>
                        <a:t> </a:t>
                      </a:r>
                      <a:r>
                        <a:rPr sz="1200" b="0" i="0">
                          <a:solidFill>
                            <a:srgbClr val="153251"/>
                          </a:solidFill>
                          <a:latin typeface="Arial"/>
                          <a:ea typeface="Arial"/>
                          <a:cs typeface="Arial"/>
                        </a:rPr>
                        <a:t>và</a:t>
                      </a:r>
                      <a:r>
                        <a:rPr sz="1200" b="0" i="0">
                          <a:solidFill>
                            <a:srgbClr val="153251"/>
                          </a:solidFill>
                          <a:latin typeface="Arial"/>
                          <a:ea typeface="Arial"/>
                          <a:cs typeface="Arial"/>
                        </a:rPr>
                        <a:t> </a:t>
                      </a:r>
                      <a:r>
                        <a:rPr sz="1200" b="0" i="0">
                          <a:solidFill>
                            <a:srgbClr val="153251"/>
                          </a:solidFill>
                          <a:latin typeface="Arial"/>
                          <a:ea typeface="Arial"/>
                          <a:cs typeface="Arial"/>
                        </a:rPr>
                        <a:t>thời</a:t>
                      </a:r>
                      <a:r>
                        <a:rPr sz="1200" b="0" i="0">
                          <a:solidFill>
                            <a:srgbClr val="153251"/>
                          </a:solidFill>
                          <a:latin typeface="Arial"/>
                          <a:ea typeface="Arial"/>
                          <a:cs typeface="Arial"/>
                        </a:rPr>
                        <a:t> </a:t>
                      </a:r>
                      <a:r>
                        <a:rPr sz="1200" b="0" i="0">
                          <a:solidFill>
                            <a:srgbClr val="153251"/>
                          </a:solidFill>
                          <a:latin typeface="Arial"/>
                          <a:ea typeface="Arial"/>
                          <a:cs typeface="Arial"/>
                        </a:rPr>
                        <a:t>gian</a:t>
                      </a:r>
                      <a:r>
                        <a:rPr sz="1200" b="0" i="0">
                          <a:solidFill>
                            <a:srgbClr val="153251"/>
                          </a:solidFill>
                          <a:latin typeface="Arial"/>
                          <a:ea typeface="Arial"/>
                          <a:cs typeface="Arial"/>
                        </a:rPr>
                        <a:t> </a:t>
                      </a:r>
                      <a:r>
                        <a:rPr sz="1200" b="0" i="0">
                          <a:solidFill>
                            <a:srgbClr val="153251"/>
                          </a:solidFill>
                          <a:latin typeface="Arial"/>
                          <a:ea typeface="Arial"/>
                          <a:cs typeface="Arial"/>
                        </a:rPr>
                        <a:t>thực</a:t>
                      </a:r>
                      <a:r>
                        <a:rPr sz="1200" b="0" i="0">
                          <a:solidFill>
                            <a:srgbClr val="153251"/>
                          </a:solidFill>
                          <a:latin typeface="Arial"/>
                          <a:ea typeface="Arial"/>
                          <a:cs typeface="Arial"/>
                        </a:rPr>
                        <a:t> </a:t>
                      </a:r>
                      <a:r>
                        <a:rPr sz="1200" b="0" i="0">
                          <a:solidFill>
                            <a:srgbClr val="153251"/>
                          </a:solidFill>
                          <a:latin typeface="Arial"/>
                          <a:ea typeface="Arial"/>
                          <a:cs typeface="Arial"/>
                        </a:rPr>
                        <a:t>hiện</a:t>
                      </a:r>
                      <a:r>
                        <a:rPr sz="1200" b="0" i="0">
                          <a:solidFill>
                            <a:srgbClr val="153251"/>
                          </a:solidFill>
                          <a:latin typeface="Arial"/>
                          <a:ea typeface="Arial"/>
                          <a:cs typeface="Arial"/>
                        </a:rPr>
                        <a:t> </a:t>
                      </a:r>
                      <a:r>
                        <a:rPr sz="1200" b="0" i="0">
                          <a:solidFill>
                            <a:srgbClr val="153251"/>
                          </a:solidFill>
                          <a:latin typeface="Arial"/>
                          <a:ea typeface="Arial"/>
                          <a:cs typeface="Arial"/>
                        </a:rPr>
                        <a:t>dự</a:t>
                      </a:r>
                      <a:r>
                        <a:rPr sz="1200" b="0" i="0">
                          <a:solidFill>
                            <a:srgbClr val="153251"/>
                          </a:solidFill>
                          <a:latin typeface="Arial"/>
                          <a:ea typeface="Arial"/>
                          <a:cs typeface="Arial"/>
                        </a:rPr>
                        <a:t> </a:t>
                      </a:r>
                      <a:r>
                        <a:rPr sz="1200" b="0" i="0">
                          <a:solidFill>
                            <a:srgbClr val="153251"/>
                          </a:solidFill>
                          <a:latin typeface="Arial"/>
                          <a:ea typeface="Arial"/>
                          <a:cs typeface="Arial"/>
                        </a:rPr>
                        <a:t>án</a:t>
                      </a:r>
                      <a:r>
                        <a:rPr sz="1200" b="0" i="0">
                          <a:solidFill>
                            <a:srgbClr val="153251"/>
                          </a:solidFill>
                          <a:latin typeface="Arial"/>
                          <a:ea typeface="Arial"/>
                          <a:cs typeface="Arial"/>
                        </a:rPr>
                        <a:t>?</a:t>
                      </a:r>
                      <a:endParaRPr sz="1100" b="0" i="0" kern="1200">
                        <a:solidFill>
                          <a:schemeClr val="dk1"/>
                        </a:solidFill>
                        <a:latin typeface="Segoe UI"/>
                        <a:ea typeface="Segoe UI"/>
                        <a:cs typeface="Segoe UI"/>
                      </a:endParaRPr>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lIns="76200" tIns="38100" rIns="76200" bIns="38100"/>
                    <a:lstStyle/>
                    <a:p>
                      <a:r>
                        <a:rPr sz="1200">
                          <a:solidFill>
                            <a:srgbClr val="153251"/>
                          </a:solidFill>
                          <a:latin typeface="Arial"/>
                          <a:ea typeface="Arial"/>
                          <a:cs typeface="Arial"/>
                        </a:rPr>
                        <a:t>Native baseline R, pilot R+S, rồi human có gate. Lộ trình theo artifacts.</a:t>
                      </a:r>
                      <a:endParaRPr sz="1000"/>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413688">
                <a:tc>
                  <a:txBody>
                    <a:bodyPr wrap="square" lIns="76200" tIns="38100" rIns="76200" bIns="38100"/>
                    <a:lstStyle/>
                    <a:p>
                      <a:pPr marL="0" algn="l" defTabSz="914400">
                        <a:lnSpc>
                          <a:spcPts val="1500"/>
                        </a:lnSpc>
                        <a:buNone/>
                      </a:pPr>
                      <a:r>
                        <a:rPr sz="1200" b="0" i="0">
                          <a:solidFill>
                            <a:srgbClr val="153251"/>
                          </a:solidFill>
                          <a:latin typeface="Arial"/>
                          <a:ea typeface="Arial"/>
                          <a:cs typeface="Arial"/>
                        </a:rPr>
                        <a:t>4. </a:t>
                      </a:r>
                      <a:r>
                        <a:rPr sz="1200" b="0" i="0">
                          <a:solidFill>
                            <a:srgbClr val="153251"/>
                          </a:solidFill>
                          <a:latin typeface="Arial"/>
                          <a:ea typeface="Arial"/>
                          <a:cs typeface="Arial"/>
                        </a:rPr>
                        <a:t>Ý tưởng này mang lại hiệu quả gì?</a:t>
                      </a:r>
                      <a:r>
                        <a:rPr sz="1200" b="0" i="0">
                          <a:solidFill>
                            <a:srgbClr val="153251"/>
                          </a:solidFill>
                          <a:latin typeface="Arial"/>
                          <a:ea typeface="Arial"/>
                          <a:cs typeface="Arial"/>
                        </a:rPr>
                        <a:t> Cho </a:t>
                      </a:r>
                      <a:r>
                        <a:rPr sz="1200" b="0" i="0">
                          <a:solidFill>
                            <a:srgbClr val="153251"/>
                          </a:solidFill>
                          <a:latin typeface="Arial"/>
                          <a:ea typeface="Arial"/>
                          <a:cs typeface="Arial"/>
                        </a:rPr>
                        <a:t>số</a:t>
                      </a:r>
                      <a:r>
                        <a:rPr sz="1200" b="0" i="0">
                          <a:solidFill>
                            <a:srgbClr val="153251"/>
                          </a:solidFill>
                          <a:latin typeface="Arial"/>
                          <a:ea typeface="Arial"/>
                          <a:cs typeface="Arial"/>
                        </a:rPr>
                        <a:t> </a:t>
                      </a:r>
                      <a:r>
                        <a:rPr sz="1200" b="0" i="0">
                          <a:solidFill>
                            <a:srgbClr val="153251"/>
                          </a:solidFill>
                          <a:latin typeface="Arial"/>
                          <a:ea typeface="Arial"/>
                          <a:cs typeface="Arial"/>
                        </a:rPr>
                        <a:t>liệu</a:t>
                      </a:r>
                      <a:r>
                        <a:rPr sz="1200" b="0" i="0">
                          <a:solidFill>
                            <a:srgbClr val="153251"/>
                          </a:solidFill>
                          <a:latin typeface="Arial"/>
                          <a:ea typeface="Arial"/>
                          <a:cs typeface="Arial"/>
                        </a:rPr>
                        <a:t>.</a:t>
                      </a:r>
                      <a:endParaRPr sz="1100" b="0" i="0" kern="1200">
                        <a:solidFill>
                          <a:schemeClr val="tx1"/>
                        </a:solidFill>
                        <a:latin typeface="Segoe UI"/>
                        <a:ea typeface="Segoe UI"/>
                        <a:cs typeface="Segoe UI"/>
                      </a:endParaRPr>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lIns="76200" tIns="38100" rIns="76200" bIns="38100"/>
                    <a:lstStyle/>
                    <a:p>
                      <a:r>
                        <a:rPr sz="1200">
                          <a:solidFill>
                            <a:srgbClr val="153251"/>
                          </a:solidFill>
                          <a:latin typeface="Arial"/>
                          <a:ea typeface="Arial"/>
                          <a:cs typeface="Arial"/>
                        </a:rPr>
                        <a:t>MVP sim đề xuất ≥90%. Native quality, saving và ROI chưa đo.</a:t>
                      </a:r>
                      <a:endParaRPr sz="1000"/>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474018">
                <a:tc>
                  <a:txBody>
                    <a:bodyPr wrap="square" lIns="76200" tIns="38100" rIns="76200" bIns="38100"/>
                    <a:lstStyle/>
                    <a:p>
                      <a:pPr marL="0" algn="l">
                        <a:lnSpc>
                          <a:spcPts val="1500"/>
                        </a:lnSpc>
                        <a:buNone/>
                      </a:pPr>
                      <a:r>
                        <a:rPr sz="1200" b="0" i="0">
                          <a:solidFill>
                            <a:srgbClr val="153251"/>
                          </a:solidFill>
                          <a:latin typeface="Arial"/>
                          <a:ea typeface="Arial"/>
                          <a:cs typeface="Arial"/>
                        </a:rPr>
                        <a:t>5. </a:t>
                      </a:r>
                      <a:r>
                        <a:rPr sz="1200" b="0" i="0">
                          <a:solidFill>
                            <a:srgbClr val="153251"/>
                          </a:solidFill>
                          <a:latin typeface="Arial"/>
                          <a:ea typeface="Arial"/>
                          <a:cs typeface="Arial"/>
                        </a:rPr>
                        <a:t> Khả năng mở rộng, triển khai ngang của dự án là gì (trong nội bộ Denso hoặc các nhà máy khác)? </a:t>
                      </a:r>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lIns="76200" tIns="38100" rIns="76200" bIns="38100"/>
                    <a:lstStyle/>
                    <a:p>
                      <a:r>
                        <a:rPr sz="1200">
                          <a:solidFill>
                            <a:srgbClr val="153251"/>
                          </a:solidFill>
                          <a:latin typeface="Arial"/>
                          <a:ea typeface="Arial"/>
                          <a:cs typeface="Arial"/>
                        </a:rPr>
                        <a:t>Task thứ hai cùng robot, đo công dùng lại. Robot mới có binding riêng.</a:t>
                      </a:r>
                      <a:endParaRPr sz="1000"/>
                    </a:p>
                  </a:txBody>
                  <a:tcPr marL="91440" marR="91440" marT="45720" marB="45720">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508492">
                <a:tc>
                  <a:txBody>
                    <a:bodyPr wrap="square" lIns="76200" tIns="38100" rIns="76200" bIns="38100"/>
                    <a:lstStyle/>
                    <a:p>
                      <a:pPr marL="0" algn="l" defTabSz="914400">
                        <a:lnSpc>
                          <a:spcPts val="1500"/>
                        </a:lnSpc>
                        <a:buNone/>
                      </a:pPr>
                      <a:r>
                        <a:rPr sz="1200" b="0" i="0">
                          <a:solidFill>
                            <a:srgbClr val="153251"/>
                          </a:solidFill>
                          <a:latin typeface="Arial"/>
                          <a:ea typeface="Arial"/>
                          <a:cs typeface="Arial"/>
                        </a:rPr>
                        <a:t>6. </a:t>
                      </a:r>
                      <a:r>
                        <a:rPr sz="1200" b="0" i="0">
                          <a:solidFill>
                            <a:srgbClr val="153251"/>
                          </a:solidFill>
                          <a:latin typeface="Arial"/>
                          <a:ea typeface="Arial"/>
                          <a:cs typeface="Arial"/>
                        </a:rPr>
                        <a:t>Nhóm đã có những kiến thức hoặc kinh nghiệm nào giúp </a:t>
                      </a:r>
                      <a:r>
                        <a:rPr sz="1200" b="0" i="0">
                          <a:solidFill>
                            <a:srgbClr val="153251"/>
                          </a:solidFill>
                          <a:latin typeface="Arial"/>
                          <a:ea typeface="Arial"/>
                          <a:cs typeface="Arial"/>
                        </a:rPr>
                        <a:t>thực</a:t>
                      </a:r>
                      <a:r>
                        <a:rPr sz="1200" b="0" i="0">
                          <a:solidFill>
                            <a:srgbClr val="153251"/>
                          </a:solidFill>
                          <a:latin typeface="Arial"/>
                          <a:ea typeface="Arial"/>
                          <a:cs typeface="Arial"/>
                        </a:rPr>
                        <a:t> </a:t>
                      </a:r>
                      <a:r>
                        <a:rPr sz="1200" b="0" i="0">
                          <a:solidFill>
                            <a:srgbClr val="153251"/>
                          </a:solidFill>
                          <a:latin typeface="Arial"/>
                          <a:ea typeface="Arial"/>
                          <a:cs typeface="Arial"/>
                        </a:rPr>
                        <a:t>hiện</a:t>
                      </a:r>
                      <a:r>
                        <a:rPr sz="1200" b="0" i="0">
                          <a:solidFill>
                            <a:srgbClr val="153251"/>
                          </a:solidFill>
                          <a:latin typeface="Arial"/>
                          <a:ea typeface="Arial"/>
                          <a:cs typeface="Arial"/>
                        </a:rPr>
                        <a:t> </a:t>
                      </a:r>
                      <a:r>
                        <a:rPr sz="1200" b="0" i="0">
                          <a:solidFill>
                            <a:srgbClr val="153251"/>
                          </a:solidFill>
                          <a:latin typeface="Arial"/>
                          <a:ea typeface="Arial"/>
                          <a:cs typeface="Arial"/>
                        </a:rPr>
                        <a:t>giải</a:t>
                      </a:r>
                      <a:r>
                        <a:rPr sz="1200" b="0" i="0">
                          <a:solidFill>
                            <a:srgbClr val="153251"/>
                          </a:solidFill>
                          <a:latin typeface="Arial"/>
                          <a:ea typeface="Arial"/>
                          <a:cs typeface="Arial"/>
                        </a:rPr>
                        <a:t> </a:t>
                      </a:r>
                      <a:r>
                        <a:rPr sz="1200" b="0" i="0">
                          <a:solidFill>
                            <a:srgbClr val="153251"/>
                          </a:solidFill>
                          <a:latin typeface="Arial"/>
                          <a:ea typeface="Arial"/>
                          <a:cs typeface="Arial"/>
                        </a:rPr>
                        <a:t>pháp</a:t>
                      </a:r>
                      <a:r>
                        <a:rPr sz="1200" b="0" i="0">
                          <a:solidFill>
                            <a:srgbClr val="153251"/>
                          </a:solidFill>
                          <a:latin typeface="Arial"/>
                          <a:ea typeface="Arial"/>
                          <a:cs typeface="Arial"/>
                        </a:rPr>
                        <a:t>? </a:t>
                      </a:r>
                    </a:p>
                  </a:txBody>
                  <a:tcPr marL="91440" marR="91440" marT="45720" marB="45720">
                    <a:lnL w="12700">
                      <a:solidFill>
                        <a:schemeClr val="tx1"/>
                      </a:solidFill>
                    </a:lnL>
                    <a:lnR w="12700">
                      <a:solidFill>
                        <a:schemeClr val="tx1"/>
                      </a:solidFill>
                    </a:lnR>
                    <a:lnT w="12700">
                      <a:solidFill>
                        <a:schemeClr val="tx1"/>
                      </a:solidFill>
                    </a:lnT>
                    <a:lnB w="12700" cmpd="sng">
                      <a:solidFill>
                        <a:schemeClr val="tx1"/>
                      </a:solidFill>
                      <a:prstDash val="solid"/>
                    </a:lnB>
                    <a:solidFill>
                      <a:schemeClr val="bg1"/>
                    </a:solidFill>
                  </a:tcPr>
                </a:tc>
                <a:tc>
                  <a:txBody>
                    <a:bodyPr wrap="square" lIns="76200" tIns="38100" rIns="76200" bIns="38100"/>
                    <a:lstStyle/>
                    <a:p>
                      <a:r>
                        <a:rPr sz="1200">
                          <a:solidFill>
                            <a:srgbClr val="153251"/>
                          </a:solidFill>
                          <a:latin typeface="Arial"/>
                          <a:ea typeface="Arial"/>
                          <a:cs typeface="Arial"/>
                        </a:rPr>
                        <a:t>Chưa cung cấp tên, vai trò và hồ sơ năng lực thực tế của đội.</a:t>
                      </a:r>
                      <a:endParaRPr sz="1000"/>
                    </a:p>
                  </a:txBody>
                  <a:tcPr marL="91440" marR="91440" marT="45720" marB="45720">
                    <a:lnL w="12700">
                      <a:solidFill>
                        <a:schemeClr val="tx1"/>
                      </a:solidFill>
                    </a:lnL>
                    <a:lnR w="12700">
                      <a:solidFill>
                        <a:schemeClr val="tx1"/>
                      </a:solidFill>
                    </a:lnR>
                    <a:lnT w="12700">
                      <a:solidFill>
                        <a:schemeClr val="tx1"/>
                      </a:solidFill>
                    </a:lnT>
                    <a:lnB w="12700" cmpd="sng">
                      <a:solidFill>
                        <a:schemeClr val="tx1"/>
                      </a:solidFill>
                      <a:prstDash val="solid"/>
                    </a:lnB>
                    <a:solidFill>
                      <a:schemeClr val="bg1"/>
                    </a:solidFill>
                  </a:tcPr>
                </a:tc>
              </a:tr>
            </a:tbl>
          </a:graphicData>
        </a:graphic>
      </p:graphicFrame>
      <p:sp>
        <p:nvSpPr>
          <p:cNvPr id="11" name="TextBox 10">
            <a:extLst xmlns:a="http://schemas.openxmlformats.org/drawingml/2006/main">
              <a:ext uri="{FF2B5EF4-FFF2-40B4-BE49-F238E27FC236}">
                <a16:creationId xmlns:a16="http://schemas.microsoft.com/office/drawing/2014/main" id="{348D47AE-57F8-687A-CBC0-75FCFD9999EA}"/>
              </a:ext>
            </a:extLst>
          </p:cNvPr>
          <p:cNvSpPr>
            <a:spLocks xmlns:a="http://schemas.openxmlformats.org/drawingml/2006/main" noGrp="1"/>
          </p:cNvSpPr>
          <p:nvPr/>
        </p:nvSpPr>
        <p:spPr>
          <a:xfrm xmlns:a="http://schemas.openxmlformats.org/drawingml/2006/main">
            <a:off x="409575" y="1019175"/>
            <a:ext cx="10001250" cy="388620"/>
          </a:xfrm>
          <a:prstGeom xmlns:a="http://schemas.openxmlformats.org/drawingml/2006/main" prst="rect">
            <a:avLst/>
          </a:prstGeom>
          <a:noFill xmlns:a="http://schemas.openxmlformats.org/drawingml/2006/main"/>
        </p:spPr>
        <p:txBody>
          <a:bodyPr xmlns:a="http://schemas.openxmlformats.org/drawingml/2006/main" rot="0" spcFirstLastPara="0" vert="horz" wrap="square" lIns="0" tIns="0" rIns="0" bIns="0" anchor="t">
            <a:noAutofit/>
          </a:bodyPr>
          <a:lstStyle xmlns:a="http://schemas.openxmlformats.org/drawingml/2006/main"/>
          <a:p xmlns:a="http://schemas.openxmlformats.org/drawingml/2006/main">
            <a:pPr algn="l">
              <a:defRPr sz="1950" b="1">
                <a:solidFill>
                  <a:srgbClr val="153251"/>
                </a:solidFill>
                <a:latin typeface="Arial"/>
                <a:ea typeface="Arial"/>
                <a:cs typeface="Arial"/>
              </a:defRPr>
            </a:pPr>
            <a:r>
              <a:rPr sz="1950" b="1">
                <a:solidFill>
                  <a:srgbClr val="153251"/>
                </a:solidFill>
                <a:latin typeface="Arial"/>
                <a:ea typeface="Arial"/>
                <a:cs typeface="Arial"/>
              </a:rPr>
              <a:t>CHỦ ĐỀ: HUMANOID &amp; ROBOT</a:t>
            </a:r>
            <a:endParaRPr sz="1000">
              <a:solidFill>
                <a:schemeClr val="dk1"/>
              </a:solidFill>
              <a:latin typeface="Segoe UI"/>
              <a:ea typeface="Segoe UI"/>
              <a:cs typeface="Segoe UI"/>
            </a:endParaRPr>
          </a:p>
        </p:txBody>
      </p:sp>
      <p:sp>
        <p:nvSpPr>
          <p:cNvPr id="13" name="Text 29">
            <a:extLst xmlns:a="http://schemas.openxmlformats.org/drawingml/2006/main">
              <a:ext uri="{FF2B5EF4-FFF2-40B4-BE49-F238E27FC236}">
                <a16:creationId xmlns:a16="http://schemas.microsoft.com/office/drawing/2014/main" id="{25E15B6E-A7C7-308A-A4B0-A746D6D3C5B1}"/>
              </a:ext>
            </a:extLst>
          </p:cNvPr>
          <p:cNvSpPr>
            <a:spLocks xmlns:a="http://schemas.openxmlformats.org/drawingml/2006/main" noGrp="1"/>
          </p:cNvSpPr>
          <p:nvPr/>
        </p:nvSpPr>
        <p:spPr>
          <a:xfrm xmlns:a="http://schemas.openxmlformats.org/drawingml/2006/main">
            <a:off x="534365" y="1543093"/>
            <a:ext cx="10012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r>
              <a:rPr sz="1100" b="1">
                <a:solidFill>
                  <a:schemeClr val="dk1"/>
                </a:solidFill>
                <a:latin typeface="Segoe UI"/>
                <a:ea typeface="Segoe UI"/>
                <a:cs typeface="Segoe UI"/>
              </a:rPr>
              <a:t>Ý tưởng của nhóm thuộc chủ đề nào trong các nhóm sau?</a:t>
            </a:r>
            <a:endParaRPr sz="1100" b="1">
              <a:solidFill>
                <a:schemeClr val="dk1"/>
              </a:solidFill>
              <a:latin typeface="Segoe UI"/>
              <a:ea typeface="Segoe UI"/>
              <a:cs typeface="Segoe UI"/>
            </a:endParaRPr>
          </a:p>
        </p:txBody>
      </p:sp>
      <p:sp>
        <p:nvSpPr>
          <p:cNvPr id="14" name="Text 30">
            <a:extLst xmlns:a="http://schemas.openxmlformats.org/drawingml/2006/main">
              <a:ext uri="{FF2B5EF4-FFF2-40B4-BE49-F238E27FC236}">
                <a16:creationId xmlns:a16="http://schemas.microsoft.com/office/drawing/2014/main" id="{9AEA12A2-25BB-E01E-514F-6A1F1EA3F660}"/>
              </a:ext>
            </a:extLst>
          </p:cNvPr>
          <p:cNvSpPr>
            <a:spLocks xmlns:a="http://schemas.openxmlformats.org/drawingml/2006/main" noGrp="1"/>
          </p:cNvSpPr>
          <p:nvPr/>
        </p:nvSpPr>
        <p:spPr>
          <a:xfrm xmlns:a="http://schemas.openxmlformats.org/drawingml/2006/main">
            <a:off x="847742" y="1873192"/>
            <a:ext cx="1588812" cy="90523"/>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indent="0">
              <a:buNone/>
            </a:pPr>
            <a:r>
              <a:rPr sz="1000">
                <a:solidFill>
                  <a:srgbClr val="1E293B"/>
                </a:solidFill>
                <a:latin typeface="Arial"/>
                <a:ea typeface="Arial"/>
                <a:cs typeface="Arial"/>
              </a:rPr>
              <a:t>AI - Dự báo &amp; Tri thức</a:t>
            </a:r>
            <a:endParaRPr sz="1000">
              <a:solidFill>
                <a:srgbClr val="1E293B"/>
              </a:solidFill>
              <a:latin typeface="Arial"/>
              <a:ea typeface="Arial"/>
              <a:cs typeface="Arial"/>
            </a:endParaRPr>
          </a:p>
        </p:txBody>
      </p:sp>
      <p:sp>
        <p:nvSpPr>
          <p:cNvPr id="15" name="Text 30">
            <a:extLst xmlns:a="http://schemas.openxmlformats.org/drawingml/2006/main">
              <a:ext uri="{FF2B5EF4-FFF2-40B4-BE49-F238E27FC236}">
                <a16:creationId xmlns:a16="http://schemas.microsoft.com/office/drawing/2014/main" id="{4D97672C-B0A2-BBA9-5911-1896C95FA7C9}"/>
              </a:ext>
            </a:extLst>
          </p:cNvPr>
          <p:cNvSpPr>
            <a:spLocks xmlns:a="http://schemas.openxmlformats.org/drawingml/2006/main" noGrp="1"/>
          </p:cNvSpPr>
          <p:nvPr/>
        </p:nvSpPr>
        <p:spPr>
          <a:xfrm xmlns:a="http://schemas.openxmlformats.org/drawingml/2006/main">
            <a:off x="2837684" y="1868740"/>
            <a:ext cx="1588812" cy="90523"/>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indent="0">
              <a:buNone/>
            </a:pPr>
            <a:r>
              <a:rPr sz="1000">
                <a:solidFill>
                  <a:srgbClr val="1E293B"/>
                </a:solidFill>
                <a:latin typeface="Arial"/>
                <a:ea typeface="Arial"/>
                <a:cs typeface="Arial"/>
              </a:rPr>
              <a:t>Humanoid &amp; Robot</a:t>
            </a:r>
            <a:endParaRPr sz="1000">
              <a:solidFill>
                <a:srgbClr val="1E293B"/>
              </a:solidFill>
              <a:latin typeface="Arial"/>
              <a:ea typeface="Arial"/>
              <a:cs typeface="Arial"/>
            </a:endParaRPr>
          </a:p>
        </p:txBody>
      </p:sp>
      <p:sp>
        <p:nvSpPr>
          <p:cNvPr id="16" name="Text 30">
            <a:extLst xmlns:a="http://schemas.openxmlformats.org/drawingml/2006/main">
              <a:ext uri="{FF2B5EF4-FFF2-40B4-BE49-F238E27FC236}">
                <a16:creationId xmlns:a16="http://schemas.microsoft.com/office/drawing/2014/main" id="{A4AED8C6-3272-F355-D7B8-869D77C106D4}"/>
              </a:ext>
            </a:extLst>
          </p:cNvPr>
          <p:cNvSpPr>
            <a:spLocks xmlns:a="http://schemas.openxmlformats.org/drawingml/2006/main" noGrp="1"/>
          </p:cNvSpPr>
          <p:nvPr/>
        </p:nvSpPr>
        <p:spPr>
          <a:xfrm xmlns:a="http://schemas.openxmlformats.org/drawingml/2006/main">
            <a:off x="4944071" y="1877816"/>
            <a:ext cx="1804758" cy="8590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indent="0">
              <a:buNone/>
            </a:pPr>
            <a:r>
              <a:rPr sz="1000">
                <a:solidFill>
                  <a:srgbClr val="1E293B"/>
                </a:solidFill>
                <a:latin typeface="Arial"/>
                <a:ea typeface="Arial"/>
                <a:cs typeface="Arial"/>
              </a:rPr>
              <a:t>Data - Chuẩn hóa &amp; Khai thác</a:t>
            </a:r>
            <a:endParaRPr sz="1000">
              <a:solidFill>
                <a:srgbClr val="1E293B"/>
              </a:solidFill>
              <a:latin typeface="Arial"/>
              <a:ea typeface="Arial"/>
              <a:cs typeface="Arial"/>
            </a:endParaRPr>
          </a:p>
        </p:txBody>
      </p:sp>
      <p:sp>
        <p:nvSpPr>
          <p:cNvPr id="17" name="Rectangle 16">
            <a:extLst xmlns:a="http://schemas.openxmlformats.org/drawingml/2006/main">
              <a:ext uri="{FF2B5EF4-FFF2-40B4-BE49-F238E27FC236}">
                <a16:creationId xmlns:a16="http://schemas.microsoft.com/office/drawing/2014/main" id="{6F20411B-B2D9-55D7-722A-6EB4D6330013}"/>
              </a:ext>
            </a:extLst>
          </p:cNvPr>
          <p:cNvSpPr>
            <a:spLocks xmlns:a="http://schemas.openxmlformats.org/drawingml/2006/main" noGrp="1"/>
          </p:cNvSpPr>
          <p:nvPr/>
        </p:nvSpPr>
        <p:spPr>
          <a:xfrm xmlns:a="http://schemas.openxmlformats.org/drawingml/2006/main">
            <a:off x="644238" y="1873192"/>
            <a:ext cx="144882" cy="90523"/>
          </a:xfrm>
          <a:prstGeom xmlns:a="http://schemas.openxmlformats.org/drawingml/2006/main" prst="rect">
            <a:avLst/>
          </a:prstGeom>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lvl1pPr marL="0" algn="l" defTabSz="914400">
              <a:buNone/>
              <a:defRPr sz="1800" kern="1200">
                <a:solidFill>
                  <a:schemeClr val="dk1"/>
                </a:solidFill>
                <a:latin typeface="+mn-lt"/>
                <a:ea typeface="+mn-lt"/>
                <a:cs typeface="+mn-lt"/>
              </a:defRPr>
            </a:lvl1pPr>
            <a:lvl2pPr marL="457200" algn="l" defTabSz="914400">
              <a:buNone/>
              <a:defRPr sz="1800" kern="1200">
                <a:solidFill>
                  <a:schemeClr val="dk1"/>
                </a:solidFill>
                <a:latin typeface="+mn-lt"/>
                <a:ea typeface="+mn-lt"/>
                <a:cs typeface="+mn-lt"/>
              </a:defRPr>
            </a:lvl2pPr>
            <a:lvl3pPr marL="914400" algn="l" defTabSz="914400">
              <a:buNone/>
              <a:defRPr sz="1800" kern="1200">
                <a:solidFill>
                  <a:schemeClr val="dk1"/>
                </a:solidFill>
                <a:latin typeface="+mn-lt"/>
                <a:ea typeface="+mn-lt"/>
                <a:cs typeface="+mn-lt"/>
              </a:defRPr>
            </a:lvl3pPr>
            <a:lvl4pPr marL="1371600" algn="l" defTabSz="914400">
              <a:buNone/>
              <a:defRPr sz="1800" kern="1200">
                <a:solidFill>
                  <a:schemeClr val="dk1"/>
                </a:solidFill>
                <a:latin typeface="+mn-lt"/>
                <a:ea typeface="+mn-lt"/>
                <a:cs typeface="+mn-lt"/>
              </a:defRPr>
            </a:lvl4pPr>
            <a:lvl5pPr marL="1828800" algn="l" defTabSz="914400">
              <a:buNone/>
              <a:defRPr sz="1800" kern="1200">
                <a:solidFill>
                  <a:schemeClr val="dk1"/>
                </a:solidFill>
                <a:latin typeface="+mn-lt"/>
                <a:ea typeface="+mn-lt"/>
                <a:cs typeface="+mn-lt"/>
              </a:defRPr>
            </a:lvl5pPr>
            <a:lvl6pPr marL="2286000" algn="l" defTabSz="914400">
              <a:buNone/>
              <a:defRPr sz="1800" kern="1200">
                <a:solidFill>
                  <a:schemeClr val="dk1"/>
                </a:solidFill>
                <a:latin typeface="+mn-lt"/>
                <a:ea typeface="+mn-lt"/>
                <a:cs typeface="+mn-lt"/>
              </a:defRPr>
            </a:lvl6pPr>
            <a:lvl7pPr marL="2743200" algn="l" defTabSz="914400">
              <a:buNone/>
              <a:defRPr sz="1800" kern="1200">
                <a:solidFill>
                  <a:schemeClr val="dk1"/>
                </a:solidFill>
                <a:latin typeface="+mn-lt"/>
                <a:ea typeface="+mn-lt"/>
                <a:cs typeface="+mn-lt"/>
              </a:defRPr>
            </a:lvl7pPr>
            <a:lvl8pPr marL="3200400" algn="l" defTabSz="914400">
              <a:buNone/>
              <a:defRPr sz="1800" kern="1200">
                <a:solidFill>
                  <a:schemeClr val="dk1"/>
                </a:solidFill>
                <a:latin typeface="+mn-lt"/>
                <a:ea typeface="+mn-lt"/>
                <a:cs typeface="+mn-lt"/>
              </a:defRPr>
            </a:lvl8pPr>
            <a:lvl9pPr marL="3657600" algn="l" defTabSz="914400">
              <a:buNone/>
              <a:defRPr sz="1800" kern="1200">
                <a:solidFill>
                  <a:schemeClr val="dk1"/>
                </a:solidFill>
                <a:latin typeface="+mn-lt"/>
                <a:ea typeface="+mn-lt"/>
                <a:cs typeface="+mn-lt"/>
              </a:defRPr>
            </a:lvl9pPr>
          </a:lstStyle>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D796DE39-E33D-7996-C1FA-B4CD2F89DAEC}"/>
              </a:ext>
            </a:extLst>
          </p:cNvPr>
          <p:cNvSpPr>
            <a:spLocks xmlns:a="http://schemas.openxmlformats.org/drawingml/2006/main" noGrp="1"/>
          </p:cNvSpPr>
          <p:nvPr/>
        </p:nvSpPr>
        <p:spPr>
          <a:xfrm xmlns:a="http://schemas.openxmlformats.org/drawingml/2006/main">
            <a:off x="2616202" y="1868574"/>
            <a:ext cx="144882" cy="90523"/>
          </a:xfrm>
          <a:prstGeom xmlns:a="http://schemas.openxmlformats.org/drawingml/2006/main" prst="rect">
            <a:avLst/>
          </a:prstGeom>
          <a:solidFill xmlns:a="http://schemas.openxmlformats.org/drawingml/2006/main">
            <a:srgbClr val="30D158"/>
          </a:solidFill>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lvl1pPr marL="0" algn="l" defTabSz="914400">
              <a:buNone/>
              <a:defRPr sz="1800" kern="1200">
                <a:solidFill>
                  <a:schemeClr val="dk1"/>
                </a:solidFill>
                <a:latin typeface="+mn-lt"/>
                <a:ea typeface="+mn-lt"/>
                <a:cs typeface="+mn-lt"/>
              </a:defRPr>
            </a:lvl1pPr>
            <a:lvl2pPr marL="457200" algn="l" defTabSz="914400">
              <a:buNone/>
              <a:defRPr sz="1800" kern="1200">
                <a:solidFill>
                  <a:schemeClr val="dk1"/>
                </a:solidFill>
                <a:latin typeface="+mn-lt"/>
                <a:ea typeface="+mn-lt"/>
                <a:cs typeface="+mn-lt"/>
              </a:defRPr>
            </a:lvl2pPr>
            <a:lvl3pPr marL="914400" algn="l" defTabSz="914400">
              <a:buNone/>
              <a:defRPr sz="1800" kern="1200">
                <a:solidFill>
                  <a:schemeClr val="dk1"/>
                </a:solidFill>
                <a:latin typeface="+mn-lt"/>
                <a:ea typeface="+mn-lt"/>
                <a:cs typeface="+mn-lt"/>
              </a:defRPr>
            </a:lvl3pPr>
            <a:lvl4pPr marL="1371600" algn="l" defTabSz="914400">
              <a:buNone/>
              <a:defRPr sz="1800" kern="1200">
                <a:solidFill>
                  <a:schemeClr val="dk1"/>
                </a:solidFill>
                <a:latin typeface="+mn-lt"/>
                <a:ea typeface="+mn-lt"/>
                <a:cs typeface="+mn-lt"/>
              </a:defRPr>
            </a:lvl4pPr>
            <a:lvl5pPr marL="1828800" algn="l" defTabSz="914400">
              <a:buNone/>
              <a:defRPr sz="1800" kern="1200">
                <a:solidFill>
                  <a:schemeClr val="dk1"/>
                </a:solidFill>
                <a:latin typeface="+mn-lt"/>
                <a:ea typeface="+mn-lt"/>
                <a:cs typeface="+mn-lt"/>
              </a:defRPr>
            </a:lvl5pPr>
            <a:lvl6pPr marL="2286000" algn="l" defTabSz="914400">
              <a:buNone/>
              <a:defRPr sz="1800" kern="1200">
                <a:solidFill>
                  <a:schemeClr val="dk1"/>
                </a:solidFill>
                <a:latin typeface="+mn-lt"/>
                <a:ea typeface="+mn-lt"/>
                <a:cs typeface="+mn-lt"/>
              </a:defRPr>
            </a:lvl6pPr>
            <a:lvl7pPr marL="2743200" algn="l" defTabSz="914400">
              <a:buNone/>
              <a:defRPr sz="1800" kern="1200">
                <a:solidFill>
                  <a:schemeClr val="dk1"/>
                </a:solidFill>
                <a:latin typeface="+mn-lt"/>
                <a:ea typeface="+mn-lt"/>
                <a:cs typeface="+mn-lt"/>
              </a:defRPr>
            </a:lvl7pPr>
            <a:lvl8pPr marL="3200400" algn="l" defTabSz="914400">
              <a:buNone/>
              <a:defRPr sz="1800" kern="1200">
                <a:solidFill>
                  <a:schemeClr val="dk1"/>
                </a:solidFill>
                <a:latin typeface="+mn-lt"/>
                <a:ea typeface="+mn-lt"/>
                <a:cs typeface="+mn-lt"/>
              </a:defRPr>
            </a:lvl8pPr>
            <a:lvl9pPr marL="3657600" algn="l" defTabSz="914400">
              <a:buNone/>
              <a:defRPr sz="1800" kern="1200">
                <a:solidFill>
                  <a:schemeClr val="dk1"/>
                </a:solidFill>
                <a:latin typeface="+mn-lt"/>
                <a:ea typeface="+mn-lt"/>
                <a:cs typeface="+mn-lt"/>
              </a:defRPr>
            </a:lvl9pPr>
          </a:lstStyle>
          <a:p xmlns:a="http://schemas.openxmlformats.org/drawingml/2006/main">
            <a:pPr algn="ctr">
              <a:buNone/>
            </a:pPr>
            <a:endParaRPr/>
          </a:p>
        </p:txBody>
      </p:sp>
      <p:sp>
        <p:nvSpPr>
          <p:cNvPr id="19" name="Rectangle 18">
            <a:extLst xmlns:a="http://schemas.openxmlformats.org/drawingml/2006/main">
              <a:ext uri="{FF2B5EF4-FFF2-40B4-BE49-F238E27FC236}">
                <a16:creationId xmlns:a16="http://schemas.microsoft.com/office/drawing/2014/main" id="{CE1310F5-42A6-B302-EE06-21793C461251}"/>
              </a:ext>
            </a:extLst>
          </p:cNvPr>
          <p:cNvSpPr>
            <a:spLocks xmlns:a="http://schemas.openxmlformats.org/drawingml/2006/main" noGrp="1"/>
          </p:cNvSpPr>
          <p:nvPr/>
        </p:nvSpPr>
        <p:spPr>
          <a:xfrm xmlns:a="http://schemas.openxmlformats.org/drawingml/2006/main">
            <a:off x="4749805" y="1868576"/>
            <a:ext cx="144882" cy="90523"/>
          </a:xfrm>
          <a:prstGeom xmlns:a="http://schemas.openxmlformats.org/drawingml/2006/main" prst="rect">
            <a:avLst/>
          </a:prstGeom>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lvl1pPr marL="0" algn="l" defTabSz="914400">
              <a:buNone/>
              <a:defRPr sz="1800" kern="1200">
                <a:solidFill>
                  <a:schemeClr val="dk1"/>
                </a:solidFill>
                <a:latin typeface="+mn-lt"/>
                <a:ea typeface="+mn-lt"/>
                <a:cs typeface="+mn-lt"/>
              </a:defRPr>
            </a:lvl1pPr>
            <a:lvl2pPr marL="457200" algn="l" defTabSz="914400">
              <a:buNone/>
              <a:defRPr sz="1800" kern="1200">
                <a:solidFill>
                  <a:schemeClr val="dk1"/>
                </a:solidFill>
                <a:latin typeface="+mn-lt"/>
                <a:ea typeface="+mn-lt"/>
                <a:cs typeface="+mn-lt"/>
              </a:defRPr>
            </a:lvl2pPr>
            <a:lvl3pPr marL="914400" algn="l" defTabSz="914400">
              <a:buNone/>
              <a:defRPr sz="1800" kern="1200">
                <a:solidFill>
                  <a:schemeClr val="dk1"/>
                </a:solidFill>
                <a:latin typeface="+mn-lt"/>
                <a:ea typeface="+mn-lt"/>
                <a:cs typeface="+mn-lt"/>
              </a:defRPr>
            </a:lvl3pPr>
            <a:lvl4pPr marL="1371600" algn="l" defTabSz="914400">
              <a:buNone/>
              <a:defRPr sz="1800" kern="1200">
                <a:solidFill>
                  <a:schemeClr val="dk1"/>
                </a:solidFill>
                <a:latin typeface="+mn-lt"/>
                <a:ea typeface="+mn-lt"/>
                <a:cs typeface="+mn-lt"/>
              </a:defRPr>
            </a:lvl4pPr>
            <a:lvl5pPr marL="1828800" algn="l" defTabSz="914400">
              <a:buNone/>
              <a:defRPr sz="1800" kern="1200">
                <a:solidFill>
                  <a:schemeClr val="dk1"/>
                </a:solidFill>
                <a:latin typeface="+mn-lt"/>
                <a:ea typeface="+mn-lt"/>
                <a:cs typeface="+mn-lt"/>
              </a:defRPr>
            </a:lvl5pPr>
            <a:lvl6pPr marL="2286000" algn="l" defTabSz="914400">
              <a:buNone/>
              <a:defRPr sz="1800" kern="1200">
                <a:solidFill>
                  <a:schemeClr val="dk1"/>
                </a:solidFill>
                <a:latin typeface="+mn-lt"/>
                <a:ea typeface="+mn-lt"/>
                <a:cs typeface="+mn-lt"/>
              </a:defRPr>
            </a:lvl6pPr>
            <a:lvl7pPr marL="2743200" algn="l" defTabSz="914400">
              <a:buNone/>
              <a:defRPr sz="1800" kern="1200">
                <a:solidFill>
                  <a:schemeClr val="dk1"/>
                </a:solidFill>
                <a:latin typeface="+mn-lt"/>
                <a:ea typeface="+mn-lt"/>
                <a:cs typeface="+mn-lt"/>
              </a:defRPr>
            </a:lvl7pPr>
            <a:lvl8pPr marL="3200400" algn="l" defTabSz="914400">
              <a:buNone/>
              <a:defRPr sz="1800" kern="1200">
                <a:solidFill>
                  <a:schemeClr val="dk1"/>
                </a:solidFill>
                <a:latin typeface="+mn-lt"/>
                <a:ea typeface="+mn-lt"/>
                <a:cs typeface="+mn-lt"/>
              </a:defRPr>
            </a:lvl8pPr>
            <a:lvl9pPr marL="3657600" algn="l" defTabSz="914400">
              <a:buNone/>
              <a:defRPr sz="1800" kern="1200">
                <a:solidFill>
                  <a:schemeClr val="dk1"/>
                </a:solidFill>
                <a:latin typeface="+mn-lt"/>
                <a:ea typeface="+mn-lt"/>
                <a:cs typeface="+mn-lt"/>
              </a:defRPr>
            </a:lvl9pPr>
          </a:lstStyle>
          <a:p xmlns:a="http://schemas.openxmlformats.org/drawingml/2006/main">
            <a:pPr algn="ctr">
              <a:buNone/>
            </a:pPr>
            <a:endParaRPr/>
          </a:p>
        </p:txBody>
      </p:sp>
      <p:sp>
        <p:nvSpPr>
          <p:cNvPr id="9" name="Shape 28">
            <a:extLst xmlns:a="http://schemas.openxmlformats.org/drawingml/2006/main">
              <a:ext uri="{FF2B5EF4-FFF2-40B4-BE49-F238E27FC236}">
                <a16:creationId xmlns:a16="http://schemas.microsoft.com/office/drawing/2014/main" id="{1FDDD6C1-3C1C-4899-6C67-E2AC5AD563DD}"/>
              </a:ext>
            </a:extLst>
          </p:cNvPr>
          <p:cNvSpPr>
            <a:spLocks xmlns:a="http://schemas.openxmlformats.org/drawingml/2006/main" noGrp="1"/>
          </p:cNvSpPr>
          <p:nvPr/>
        </p:nvSpPr>
        <p:spPr>
          <a:xfrm xmlns:a="http://schemas.openxmlformats.org/drawingml/2006/main">
            <a:off x="292652" y="6027855"/>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7423217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1a6e75bd65db4175"/>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D33BC64F-5E82-48DD-B32A-BE17827A4F3E}"/>
              </a:ext>
            </a:extLst>
          </p:cNvPr>
          <p:cNvSpPr>
            <a:spLocks xmlns:a="http://schemas.openxmlformats.org/drawingml/2006/main" noGrp="1"/>
          </p:cNvSpPr>
          <p:nvPr>
            <p:ph type="title" idx="0"/>
          </p:nvPr>
        </p:nvSpPr>
        <p:spPr>
          <a:xfrm xmlns:a="http://schemas.openxmlformats.org/drawingml/2006/main">
            <a:off x="5905500" y="238125"/>
            <a:ext cx="5715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Giới thiệu team</a:t>
            </a:r>
          </a:p>
        </p:txBody>
      </p:sp>
      <p:sp>
        <p:nvSpPr>
          <p:cNvPr id="4" name="Shape 28">
            <a:extLst xmlns:a="http://schemas.openxmlformats.org/drawingml/2006/main">
              <a:ext uri="{FF2B5EF4-FFF2-40B4-BE49-F238E27FC236}">
                <a16:creationId xmlns:a16="http://schemas.microsoft.com/office/drawing/2014/main" id="{64A27266-1499-7603-74F4-281AD3DA2227}"/>
              </a:ext>
            </a:extLst>
          </p:cNvPr>
          <p:cNvSpPr>
            <a:spLocks xmlns:a="http://schemas.openxmlformats.org/drawingml/2006/main" noGrp="1"/>
          </p:cNvSpPr>
          <p:nvPr/>
        </p:nvSpPr>
        <p:spPr>
          <a:xfrm xmlns:a="http://schemas.openxmlformats.org/drawingml/2006/main">
            <a:off x="229152" y="6191141"/>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92A4CF22-A9C8-0580-4EBB-62E891BDEEA4}"/>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Phạm vi</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434FE321-E1C3-D3A5-8585-506D365F2710}"/>
              </a:ext>
            </a:extLst>
          </p:cNvPr>
          <p:cNvSpPr>
            <a:spLocks xmlns:a="http://schemas.openxmlformats.org/drawingml/2006/main" noGrp="1"/>
          </p:cNvSpPr>
          <p:nvPr/>
        </p:nvSpPr>
        <p:spPr>
          <a:xfrm xmlns:a="http://schemas.openxmlformats.org/drawingml/2006/main">
            <a:off x="323850" y="6448425"/>
            <a:ext cx="10953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275" b="0">
                <a:solidFill>
                  <a:srgbClr val="FFFFFF"/>
                </a:solidFill>
                <a:latin typeface="Arial"/>
                <a:ea typeface="Arial"/>
                <a:cs typeface="Arial"/>
              </a:defRPr>
            </a:pPr>
            <a:r>
              <a:rPr sz="1275" b="0">
                <a:solidFill>
                  <a:srgbClr val="FFFFFF"/>
                </a:solidFill>
                <a:latin typeface="Arial"/>
                <a:ea typeface="Arial"/>
                <a:cs typeface="Arial"/>
              </a:rPr>
              <a:t>Vai trò là nhu cầu triển khai. Chưa xác nhận nhân sự hoặc kinh nghiệm của đội.</a:t>
            </a:r>
          </a:p>
        </p:txBody>
      </p:sp>
      <p:sp>
        <p:nvSpPr>
          <p:cNvPr id="8" name="content">
            <a:extLst xmlns:a="http://schemas.openxmlformats.org/drawingml/2006/main">
              <a:ext uri="{FF2B5EF4-FFF2-40B4-BE49-F238E27FC236}">
                <a16:creationId xmlns:a16="http://schemas.microsoft.com/office/drawing/2014/main" id="{692C5EAA-3B23-49E5-BDE2-60FECEA9CBF5}"/>
              </a:ext>
            </a:extLst>
          </p:cNvPr>
          <p:cNvSpPr>
            <a:spLocks xmlns:a="http://schemas.openxmlformats.org/drawingml/2006/main" noGrp="1"/>
          </p:cNvSpPr>
          <p:nvPr/>
        </p:nvSpPr>
        <p:spPr>
          <a:xfrm xmlns:a="http://schemas.openxmlformats.org/drawingml/2006/main">
            <a:off x="533400" y="15906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53251"/>
                </a:solidFill>
                <a:latin typeface="Arial"/>
                <a:ea typeface="Arial"/>
                <a:cs typeface="Arial"/>
              </a:defRPr>
            </a:pPr>
            <a:r>
              <a:rPr sz="2550" b="1">
                <a:solidFill>
                  <a:srgbClr val="153251"/>
                </a:solidFill>
                <a:latin typeface="Arial"/>
                <a:ea typeface="Arial"/>
                <a:cs typeface="Arial"/>
              </a:rPr>
              <a:t>Thông tin đội cần bổ sung</a:t>
            </a:r>
          </a:p>
        </p:txBody>
      </p:sp>
      <p:sp>
        <p:nvSpPr>
          <p:cNvPr id="9" name="content">
            <a:extLst xmlns:a="http://schemas.openxmlformats.org/drawingml/2006/main">
              <a:ext uri="{FF2B5EF4-FFF2-40B4-BE49-F238E27FC236}">
                <a16:creationId xmlns:a16="http://schemas.microsoft.com/office/drawing/2014/main" id="{E3B6640D-437B-4118-8034-7B81F220DB07}"/>
              </a:ext>
            </a:extLst>
          </p:cNvPr>
          <p:cNvSpPr>
            <a:spLocks xmlns:a="http://schemas.openxmlformats.org/drawingml/2006/main" noGrp="1"/>
          </p:cNvSpPr>
          <p:nvPr/>
        </p:nvSpPr>
        <p:spPr>
          <a:xfrm xmlns:a="http://schemas.openxmlformats.org/drawingml/2006/main">
            <a:off x="533400" y="21431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B637B"/>
                </a:solidFill>
                <a:latin typeface="Arial"/>
                <a:ea typeface="Arial"/>
                <a:cs typeface="Arial"/>
              </a:defRPr>
            </a:pPr>
            <a:r>
              <a:rPr sz="1950" b="0">
                <a:solidFill>
                  <a:srgbClr val="4B637B"/>
                </a:solidFill>
                <a:latin typeface="Arial"/>
                <a:ea typeface="Arial"/>
                <a:cs typeface="Arial"/>
              </a:rPr>
              <a:t>Chưa có tên đội, thành viên hoặc hồ sơ năng lực thực tế.</a:t>
            </a:r>
          </a:p>
        </p:txBody>
      </p:sp>
      <p:graphicFrame>
        <p:nvGraphicFramePr>
          <p:cNvPr id="18" name=""/>
          <p:cNvGraphicFramePr/>
          <p:nvPr/>
        </p:nvGraphicFramePr>
        <p:xfrm>
          <a:off xmlns:a="http://schemas.openxmlformats.org/drawingml/2006/main" x="533400" y="3009900"/>
          <a:ext xmlns:a="http://schemas.openxmlformats.org/drawingml/2006/main" cx="11125200" cy="2514600"/>
        </p:xfrm>
        <a:graphic xmlns:a="http://schemas.openxmlformats.org/drawingml/2006/main">
          <a:graphicData uri="http://schemas.openxmlformats.org/drawingml/2006/table">
            <a:tbl>
              <a:tblPr firstRow="1" bandRow="0"/>
              <a:tblGrid>
                <a:gridCol w="4000500"/>
                <a:gridCol w="7124700"/>
              </a:tblGrid>
              <a:tr h="381000">
                <a:tc>
                  <a:txBody>
                    <a:bodyPr wrap="square" lIns="85725" tIns="57150" rIns="85725" bIns="57150">
                      <a:noAutofit/>
                    </a:bodyPr>
                    <a:lstStyle/>
                    <a:p>
                      <a:r>
                        <a:rPr sz="1650" b="1">
                          <a:solidFill>
                            <a:srgbClr val="FFFFFF"/>
                          </a:solidFill>
                          <a:latin typeface="Arial"/>
                          <a:ea typeface="Arial"/>
                          <a:cs typeface="Arial"/>
                        </a:rPr>
                        <a:t>Vai trò cần có</a:t>
                      </a:r>
                    </a:p>
                  </a:txBody>
                  <a:tcPr marL="91440" marR="91440" marT="45720" marB="45720">
                    <a:solidFill>
                      <a:srgbClr val="203F68"/>
                    </a:solidFill>
                  </a:tcPr>
                </a:tc>
                <a:tc>
                  <a:txBody>
                    <a:bodyPr wrap="square" lIns="85725" tIns="57150" rIns="85725" bIns="57150">
                      <a:noAutofit/>
                    </a:bodyPr>
                    <a:lstStyle/>
                    <a:p>
                      <a:r>
                        <a:rPr sz="1650" b="1">
                          <a:solidFill>
                            <a:srgbClr val="FFFFFF"/>
                          </a:solidFill>
                          <a:latin typeface="Arial"/>
                          <a:ea typeface="Arial"/>
                          <a:cs typeface="Arial"/>
                        </a:rPr>
                        <a:t>Phần việc</a:t>
                      </a:r>
                    </a:p>
                  </a:txBody>
                  <a:tcPr marL="91440" marR="91440" marT="45720" marB="45720">
                    <a:solidFill>
                      <a:srgbClr val="203F68"/>
                    </a:solidFill>
                  </a:tcPr>
                </a:tc>
              </a:tr>
              <a:tr h="533400">
                <a:tc>
                  <a:txBody>
                    <a:bodyPr wrap="square" lIns="85725" tIns="57150" rIns="85725" bIns="57150">
                      <a:noAutofit/>
                    </a:bodyPr>
                    <a:lstStyle/>
                    <a:p>
                      <a:r>
                        <a:rPr sz="1650" b="0">
                          <a:solidFill>
                            <a:srgbClr val="153251"/>
                          </a:solidFill>
                          <a:latin typeface="Arial"/>
                          <a:ea typeface="Arial"/>
                          <a:cs typeface="Arial"/>
                        </a:rPr>
                        <a:t>Robot learning engineer</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Native trainer, bridge và kiểm loss/gradient</a:t>
                      </a:r>
                    </a:p>
                  </a:txBody>
                  <a:tcPr marL="91440" marR="91440" marT="45720" marB="45720">
                    <a:solidFill>
                      <a:srgbClr val="FFFFFF"/>
                    </a:solidFill>
                  </a:tcPr>
                </a:tc>
              </a:tr>
              <a:tr h="533400">
                <a:tc>
                  <a:txBody>
                    <a:bodyPr wrap="square" lIns="85725" tIns="57150" rIns="85725" bIns="57150">
                      <a:noAutofit/>
                    </a:bodyPr>
                    <a:lstStyle/>
                    <a:p>
                      <a:r>
                        <a:rPr sz="1650" b="0">
                          <a:solidFill>
                            <a:srgbClr val="153251"/>
                          </a:solidFill>
                          <a:latin typeface="Arial"/>
                          <a:ea typeface="Arial"/>
                          <a:cs typeface="Arial"/>
                        </a:rPr>
                        <a:t>Robotics / simulation engineer</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Binding, controller, TaskSpec và scorer</a:t>
                      </a:r>
                    </a:p>
                  </a:txBody>
                  <a:tcPr marL="91440" marR="91440" marT="45720" marB="45720">
                    <a:solidFill>
                      <a:srgbClr val="FFFFFF"/>
                    </a:solidFill>
                  </a:tcPr>
                </a:tc>
              </a:tr>
              <a:tr h="533400">
                <a:tc>
                  <a:txBody>
                    <a:bodyPr wrap="square" lIns="85725" tIns="57150" rIns="85725" bIns="57150">
                      <a:noAutofit/>
                    </a:bodyPr>
                    <a:lstStyle/>
                    <a:p>
                      <a:r>
                        <a:rPr sz="1650" b="0">
                          <a:solidFill>
                            <a:srgbClr val="153251"/>
                          </a:solidFill>
                          <a:latin typeface="Arial"/>
                          <a:ea typeface="Arial"/>
                          <a:cs typeface="Arial"/>
                        </a:rPr>
                        <a:t>Operator / data engineer</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Thu seed, correction, QA và lineage</a:t>
                      </a:r>
                    </a:p>
                  </a:txBody>
                  <a:tcPr marL="91440" marR="91440" marT="45720" marB="45720">
                    <a:solidFill>
                      <a:srgbClr val="FFFFFF"/>
                    </a:solidFill>
                  </a:tcPr>
                </a:tc>
              </a:tr>
              <a:tr h="533400">
                <a:tc>
                  <a:txBody>
                    <a:bodyPr wrap="square" lIns="85725" tIns="57150" rIns="85725" bIns="57150">
                      <a:noAutofit/>
                    </a:bodyPr>
                    <a:lstStyle/>
                    <a:p>
                      <a:r>
                        <a:rPr sz="1650" b="0">
                          <a:solidFill>
                            <a:srgbClr val="153251"/>
                          </a:solidFill>
                          <a:latin typeface="Arial"/>
                          <a:ea typeface="Arial"/>
                          <a:cs typeface="Arial"/>
                        </a:rPr>
                        <a:t>Task owner</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Chốt domain, yêu cầu và nghiệm thu</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66323643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9" name="Picture 2"/>
          <p:cNvPicPr>
            <a:picLocks xmlns:a="http://schemas.openxmlformats.org/drawingml/2006/main" noChangeAspect="1"/>
          </p:cNvPicPr>
          <p:nvPr/>
        </p:nvPicPr>
        <p:blipFill>
          <a:blip xmlns:r="http://schemas.openxmlformats.org/officeDocument/2006/relationships" xmlns:a="http://schemas.openxmlformats.org/drawingml/2006/main" r:embed="Ra76a524c31b24d01"/>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7" name="Shape 28">
            <a:extLst xmlns:a="http://schemas.openxmlformats.org/drawingml/2006/main">
              <a:ext uri="{FF2B5EF4-FFF2-40B4-BE49-F238E27FC236}">
                <a16:creationId xmlns:a16="http://schemas.microsoft.com/office/drawing/2014/main" id="{695A614A-B9F4-6A89-E317-E1EF6EF66318}"/>
              </a:ext>
            </a:extLst>
          </p:cNvPr>
          <p:cNvSpPr>
            <a:spLocks xmlns:a="http://schemas.openxmlformats.org/drawingml/2006/main" noGrp="1"/>
          </p:cNvSpPr>
          <p:nvPr/>
        </p:nvSpPr>
        <p:spPr>
          <a:xfrm xmlns:a="http://schemas.openxmlformats.org/drawingml/2006/main">
            <a:off x="174724" y="61457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29">
            <a:extLst xmlns:a="http://schemas.openxmlformats.org/drawingml/2006/main">
              <a:ext uri="{FF2B5EF4-FFF2-40B4-BE49-F238E27FC236}">
                <a16:creationId xmlns:a16="http://schemas.microsoft.com/office/drawing/2014/main" id="{7C6611E4-874C-84AB-FDF4-EDC3849F3FAB}"/>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Phạm vi</a:t>
            </a:r>
            <a:endParaRPr sz="1100">
              <a:solidFill>
                <a:schemeClr val="bg1"/>
              </a:solidFill>
              <a:latin typeface="Arial"/>
              <a:ea typeface="Arial"/>
              <a:cs typeface="Arial"/>
            </a:endParaRPr>
          </a:p>
        </p:txBody>
      </p:sp>
      <p:sp>
        <p:nvSpPr>
          <p:cNvPr id="9" name="Text 30">
            <a:extLst xmlns:a="http://schemas.openxmlformats.org/drawingml/2006/main">
              <a:ext uri="{FF2B5EF4-FFF2-40B4-BE49-F238E27FC236}">
                <a16:creationId xmlns:a16="http://schemas.microsoft.com/office/drawing/2014/main" id="{167F4014-3FA8-094F-0851-4733A2F34CCB}"/>
              </a:ext>
            </a:extLst>
          </p:cNvPr>
          <p:cNvSpPr>
            <a:spLocks xmlns:a="http://schemas.openxmlformats.org/drawingml/2006/main" noGrp="1"/>
          </p:cNvSpPr>
          <p:nvPr/>
        </p:nvSpPr>
        <p:spPr>
          <a:xfrm xmlns:a="http://schemas.openxmlformats.org/drawingml/2006/main">
            <a:off x="323850" y="6448425"/>
            <a:ext cx="10953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275" b="0">
                <a:solidFill>
                  <a:srgbClr val="FFFFFF"/>
                </a:solidFill>
                <a:latin typeface="Arial"/>
                <a:ea typeface="Arial"/>
                <a:cs typeface="Arial"/>
              </a:defRPr>
            </a:pPr>
            <a:r>
              <a:rPr sz="1275" b="0">
                <a:solidFill>
                  <a:srgbClr val="FFFFFF"/>
                </a:solidFill>
                <a:latin typeface="Arial"/>
                <a:ea typeface="Arial"/>
                <a:cs typeface="Arial"/>
              </a:rPr>
              <a:t>Persona đầu: kỹ sư robot learning. Pain point và chi phí tại DENSO chưa được xác nhận.</a:t>
            </a:r>
          </a:p>
        </p:txBody>
      </p:sp>
      <p:sp>
        <p:nvSpPr>
          <p:cNvPr id="6" name="Title 1">
            <a:extLst xmlns:a="http://schemas.openxmlformats.org/drawingml/2006/main">
              <a:ext uri="{FF2B5EF4-FFF2-40B4-BE49-F238E27FC236}">
                <a16:creationId xmlns:a16="http://schemas.microsoft.com/office/drawing/2014/main" id="{068FF458-3F02-01F7-C559-8B60370FD27D}"/>
              </a:ext>
            </a:extLst>
          </p:cNvPr>
          <p:cNvSpPr>
            <a:spLocks xmlns:a="http://schemas.openxmlformats.org/drawingml/2006/main" noGrp="1"/>
          </p:cNvSpPr>
          <p:nvPr/>
        </p:nvSpPr>
        <p:spPr>
          <a:xfrm xmlns:a="http://schemas.openxmlformats.org/drawingml/2006/main">
            <a:off x="5905500" y="238125"/>
            <a:ext cx="5715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defTabSz="914400">
              <a:lnSpc>
                <a:spcPct val="90000"/>
              </a:lnSpc>
              <a:spcBef>
                <a:spcPct val="0"/>
              </a:spcBef>
              <a:buNone/>
              <a:defRPr sz="3600" b="1" kern="1200">
                <a:solidFill>
                  <a:schemeClr val="bg1"/>
                </a:solidFill>
                <a:latin typeface="Times New Roman"/>
                <a:ea typeface="Times New Roman"/>
                <a:cs typeface="Times New Roman"/>
              </a:defRPr>
            </a:lvl1pPr>
          </a:lstStyle>
          <a:p xmlns:a="http://schemas.openxmlformats.org/drawingml/2006/main">
            <a:pPr algn="ctr">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Vấn đề kỹ thuật</a:t>
            </a:r>
          </a:p>
        </p:txBody>
      </p:sp>
      <p:sp>
        <p:nvSpPr>
          <p:cNvPr id="11" name="content">
            <a:extLst xmlns:a="http://schemas.openxmlformats.org/drawingml/2006/main">
              <a:ext uri="{FF2B5EF4-FFF2-40B4-BE49-F238E27FC236}">
                <a16:creationId xmlns:a16="http://schemas.microsoft.com/office/drawing/2014/main" id="{0F5F71FA-E547-415D-BE8C-D02295B5870A}"/>
              </a:ext>
            </a:extLst>
          </p:cNvPr>
          <p:cNvSpPr>
            <a:spLocks xmlns:a="http://schemas.openxmlformats.org/drawingml/2006/main" noGrp="1"/>
          </p:cNvSpPr>
          <p:nvPr/>
        </p:nvSpPr>
        <p:spPr>
          <a:xfrm xmlns:a="http://schemas.openxmlformats.org/drawingml/2006/main">
            <a:off x="533400" y="15716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53251"/>
                </a:solidFill>
                <a:latin typeface="Arial"/>
                <a:ea typeface="Arial"/>
                <a:cs typeface="Arial"/>
              </a:defRPr>
            </a:pPr>
            <a:r>
              <a:rPr sz="2550" b="1">
                <a:solidFill>
                  <a:srgbClr val="153251"/>
                </a:solidFill>
                <a:latin typeface="Arial"/>
                <a:ea typeface="Arial"/>
                <a:cs typeface="Arial"/>
              </a:rPr>
              <a:t>Thu thêm mẫu robot cho mọi thay đổi tốn công</a:t>
            </a:r>
          </a:p>
        </p:txBody>
      </p:sp>
      <p:sp>
        <p:nvSpPr>
          <p:cNvPr id="12" name="content">
            <a:extLst xmlns:a="http://schemas.openxmlformats.org/drawingml/2006/main">
              <a:ext uri="{FF2B5EF4-FFF2-40B4-BE49-F238E27FC236}">
                <a16:creationId xmlns:a16="http://schemas.microsoft.com/office/drawing/2014/main" id="{5AD707B0-83D0-4DD4-AFA5-88B4B9E2B3EC}"/>
              </a:ext>
            </a:extLst>
          </p:cNvPr>
          <p:cNvSpPr>
            <a:spLocks xmlns:a="http://schemas.openxmlformats.org/drawingml/2006/main" noGrp="1"/>
          </p:cNvSpPr>
          <p:nvPr/>
        </p:nvSpPr>
        <p:spPr>
          <a:xfrm xmlns:a="http://schemas.openxmlformats.org/drawingml/2006/main">
            <a:off x="533400" y="23526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4B637B"/>
                </a:solidFill>
                <a:latin typeface="Arial"/>
                <a:ea typeface="Arial"/>
                <a:cs typeface="Arial"/>
              </a:defRPr>
            </a:pPr>
            <a:r>
              <a:rPr sz="2025" b="0">
                <a:solidFill>
                  <a:srgbClr val="4B637B"/>
                </a:solidFill>
                <a:latin typeface="Arial"/>
                <a:ea typeface="Arial"/>
                <a:cs typeface="Arial"/>
              </a:rPr>
              <a:t>Operator phải thu mẫu và reset. Kỹ sư kiểm dữ liệu, tích hợp, train rồi thử lại khi vật hoặc điều kiện đổi.</a:t>
            </a:r>
          </a:p>
        </p:txBody>
      </p:sp>
      <p:sp>
        <p:nvSpPr>
          <p:cNvPr id="13" name="content">
            <a:extLst xmlns:a="http://schemas.openxmlformats.org/drawingml/2006/main">
              <a:ext uri="{FF2B5EF4-FFF2-40B4-BE49-F238E27FC236}">
                <a16:creationId xmlns:a16="http://schemas.microsoft.com/office/drawing/2014/main" id="{1F2F6952-102E-4D0D-A9B5-197C18A65AF3}"/>
              </a:ext>
            </a:extLst>
          </p:cNvPr>
          <p:cNvSpPr>
            <a:spLocks xmlns:a="http://schemas.openxmlformats.org/drawingml/2006/main" noGrp="1"/>
          </p:cNvSpPr>
          <p:nvPr/>
        </p:nvSpPr>
        <p:spPr>
          <a:xfrm xmlns:a="http://schemas.openxmlformats.org/drawingml/2006/main">
            <a:off x="533400" y="34766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83"/>
                </a:solidFill>
                <a:latin typeface="Arial"/>
                <a:ea typeface="Arial"/>
                <a:cs typeface="Arial"/>
              </a:defRPr>
            </a:pPr>
            <a:r>
              <a:rPr sz="2175" b="1">
                <a:solidFill>
                  <a:srgbClr val="007F83"/>
                </a:solidFill>
                <a:latin typeface="Arial"/>
                <a:ea typeface="Arial"/>
                <a:cs typeface="Arial"/>
              </a:rPr>
              <a:t>Human video</a:t>
            </a:r>
          </a:p>
        </p:txBody>
      </p:sp>
      <p:sp>
        <p:nvSpPr>
          <p:cNvPr id="14" name="content">
            <a:extLst xmlns:a="http://schemas.openxmlformats.org/drawingml/2006/main">
              <a:ext uri="{FF2B5EF4-FFF2-40B4-BE49-F238E27FC236}">
                <a16:creationId xmlns:a16="http://schemas.microsoft.com/office/drawing/2014/main" id="{D8152B53-9A12-4A2F-AA75-8C8005A01D30}"/>
              </a:ext>
            </a:extLst>
          </p:cNvPr>
          <p:cNvSpPr>
            <a:spLocks xmlns:a="http://schemas.openxmlformats.org/drawingml/2006/main" noGrp="1"/>
          </p:cNvSpPr>
          <p:nvPr/>
        </p:nvSpPr>
        <p:spPr>
          <a:xfrm xmlns:a="http://schemas.openxmlformats.org/drawingml/2006/main">
            <a:off x="533400" y="4000500"/>
            <a:ext cx="3238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3251"/>
                </a:solidFill>
                <a:latin typeface="Arial"/>
                <a:ea typeface="Arial"/>
                <a:cs typeface="Arial"/>
              </a:defRPr>
            </a:pPr>
            <a:r>
              <a:rPr sz="1875" b="0">
                <a:solidFill>
                  <a:srgbClr val="153251"/>
                </a:solidFill>
                <a:latin typeface="Arial"/>
                <a:ea typeface="Arial"/>
                <a:cs typeface="Arial"/>
              </a:rPr>
              <a:t>Thiếu action đúng robot đích.</a:t>
            </a:r>
          </a:p>
          <a:p xmlns:a="http://schemas.openxmlformats.org/drawingml/2006/main">
            <a:pPr algn="l">
              <a:defRPr sz="1875" b="0">
                <a:solidFill>
                  <a:srgbClr val="153251"/>
                </a:solidFill>
                <a:latin typeface="Arial"/>
                <a:ea typeface="Arial"/>
                <a:cs typeface="Arial"/>
              </a:defRPr>
            </a:pPr>
            <a:r>
              <a:rPr sz="1875" b="0">
                <a:solidFill>
                  <a:srgbClr val="153251"/>
                </a:solidFill>
                <a:latin typeface="Arial"/>
                <a:ea typeface="Arial"/>
                <a:cs typeface="Arial"/>
              </a:rPr>
              <a:t>Motor learning cần pose, geometry và timing hợp lệ.</a:t>
            </a:r>
          </a:p>
        </p:txBody>
      </p:sp>
      <p:sp>
        <p:nvSpPr>
          <p:cNvPr id="15" name="content">
            <a:extLst xmlns:a="http://schemas.openxmlformats.org/drawingml/2006/main">
              <a:ext uri="{FF2B5EF4-FFF2-40B4-BE49-F238E27FC236}">
                <a16:creationId xmlns:a16="http://schemas.microsoft.com/office/drawing/2014/main" id="{F74AE78D-EA72-4BA1-9674-9B1BDC5E4E82}"/>
              </a:ext>
            </a:extLst>
          </p:cNvPr>
          <p:cNvSpPr>
            <a:spLocks xmlns:a="http://schemas.openxmlformats.org/drawingml/2006/main" noGrp="1"/>
          </p:cNvSpPr>
          <p:nvPr/>
        </p:nvSpPr>
        <p:spPr>
          <a:xfrm xmlns:a="http://schemas.openxmlformats.org/drawingml/2006/main">
            <a:off x="4371975" y="34766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83"/>
                </a:solidFill>
                <a:latin typeface="Arial"/>
                <a:ea typeface="Arial"/>
                <a:cs typeface="Arial"/>
              </a:defRPr>
            </a:pPr>
            <a:r>
              <a:rPr sz="2175" b="1">
                <a:solidFill>
                  <a:srgbClr val="007F83"/>
                </a:solidFill>
                <a:latin typeface="Arial"/>
                <a:ea typeface="Arial"/>
                <a:cs typeface="Arial"/>
              </a:rPr>
              <a:t>Synthetic data</a:t>
            </a:r>
          </a:p>
        </p:txBody>
      </p:sp>
      <p:sp>
        <p:nvSpPr>
          <p:cNvPr id="16" name="content">
            <a:extLst xmlns:a="http://schemas.openxmlformats.org/drawingml/2006/main">
              <a:ext uri="{FF2B5EF4-FFF2-40B4-BE49-F238E27FC236}">
                <a16:creationId xmlns:a16="http://schemas.microsoft.com/office/drawing/2014/main" id="{4FB87FFA-6C25-4FE4-9CDB-D1B664D749B2}"/>
              </a:ext>
            </a:extLst>
          </p:cNvPr>
          <p:cNvSpPr>
            <a:spLocks xmlns:a="http://schemas.openxmlformats.org/drawingml/2006/main" noGrp="1"/>
          </p:cNvSpPr>
          <p:nvPr/>
        </p:nvSpPr>
        <p:spPr>
          <a:xfrm xmlns:a="http://schemas.openxmlformats.org/drawingml/2006/main">
            <a:off x="4371975" y="4000500"/>
            <a:ext cx="3238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3251"/>
                </a:solidFill>
                <a:latin typeface="Arial"/>
                <a:ea typeface="Arial"/>
                <a:cs typeface="Arial"/>
              </a:defRPr>
            </a:pPr>
            <a:r>
              <a:rPr sz="1875" b="0">
                <a:solidFill>
                  <a:srgbClr val="153251"/>
                </a:solidFill>
                <a:latin typeface="Arial"/>
                <a:ea typeface="Arial"/>
                <a:cs typeface="Arial"/>
              </a:rPr>
              <a:t>Nhãn action cần quỹ đạo thực thi, contact và QA đúng profile.</a:t>
            </a:r>
          </a:p>
        </p:txBody>
      </p:sp>
      <p:sp>
        <p:nvSpPr>
          <p:cNvPr id="17" name="content">
            <a:extLst xmlns:a="http://schemas.openxmlformats.org/drawingml/2006/main">
              <a:ext uri="{FF2B5EF4-FFF2-40B4-BE49-F238E27FC236}">
                <a16:creationId xmlns:a16="http://schemas.microsoft.com/office/drawing/2014/main" id="{DDAE2ACF-C41D-46FF-8C49-F4F975CD69AD}"/>
              </a:ext>
            </a:extLst>
          </p:cNvPr>
          <p:cNvSpPr>
            <a:spLocks xmlns:a="http://schemas.openxmlformats.org/drawingml/2006/main" noGrp="1"/>
          </p:cNvSpPr>
          <p:nvPr/>
        </p:nvSpPr>
        <p:spPr>
          <a:xfrm xmlns:a="http://schemas.openxmlformats.org/drawingml/2006/main">
            <a:off x="8239125" y="34766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83"/>
                </a:solidFill>
                <a:latin typeface="Arial"/>
                <a:ea typeface="Arial"/>
                <a:cs typeface="Arial"/>
              </a:defRPr>
            </a:pPr>
            <a:r>
              <a:rPr sz="2175" b="1">
                <a:solidFill>
                  <a:srgbClr val="007F83"/>
                </a:solidFill>
                <a:latin typeface="Arial"/>
                <a:ea typeface="Arial"/>
                <a:cs typeface="Arial"/>
              </a:rPr>
              <a:t>Robot gặp lỗi</a:t>
            </a:r>
          </a:p>
        </p:txBody>
      </p:sp>
      <p:sp>
        <p:nvSpPr>
          <p:cNvPr id="18" name="content">
            <a:extLst xmlns:a="http://schemas.openxmlformats.org/drawingml/2006/main">
              <a:ext uri="{FF2B5EF4-FFF2-40B4-BE49-F238E27FC236}">
                <a16:creationId xmlns:a16="http://schemas.microsoft.com/office/drawing/2014/main" id="{A1782059-1882-43DB-9F2F-C7D1D31313B3}"/>
              </a:ext>
            </a:extLst>
          </p:cNvPr>
          <p:cNvSpPr>
            <a:spLocks xmlns:a="http://schemas.openxmlformats.org/drawingml/2006/main" noGrp="1"/>
          </p:cNvSpPr>
          <p:nvPr/>
        </p:nvSpPr>
        <p:spPr>
          <a:xfrm xmlns:a="http://schemas.openxmlformats.org/drawingml/2006/main">
            <a:off x="8239125" y="4000500"/>
            <a:ext cx="3238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3251"/>
                </a:solidFill>
                <a:latin typeface="Arial"/>
                <a:ea typeface="Arial"/>
                <a:cs typeface="Arial"/>
              </a:defRPr>
            </a:pPr>
            <a:r>
              <a:rPr sz="1875" b="0">
                <a:solidFill>
                  <a:srgbClr val="153251"/>
                </a:solidFill>
                <a:latin typeface="Arial"/>
                <a:ea typeface="Arial"/>
                <a:cs typeface="Arial"/>
              </a:rPr>
              <a:t>Vật rơi chưa cho biết lỗi ở VLM, action hay controller.</a:t>
            </a:r>
          </a:p>
        </p:txBody>
      </p:sp>
    </p:spTree>
    <p:extLst>
      <p:ext uri="{BB962C8B-B14F-4D97-AF65-F5344CB8AC3E}">
        <p14:creationId xmlns:p14="http://schemas.microsoft.com/office/powerpoint/2010/main" val="333330260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3" name="Picture 6"/>
          <p:cNvPicPr>
            <a:picLocks xmlns:a="http://schemas.openxmlformats.org/drawingml/2006/main" noChangeAspect="1"/>
          </p:cNvPicPr>
          <p:nvPr/>
        </p:nvPicPr>
        <p:blipFill>
          <a:blip xmlns:r="http://schemas.openxmlformats.org/officeDocument/2006/relationships" xmlns:a="http://schemas.openxmlformats.org/drawingml/2006/main" r:embed="R4c5926b345c049d3"/>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5905500" y="238125"/>
            <a:ext cx="5715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Example A1</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Phạm vi</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48425"/>
            <a:ext cx="10953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Task gắp–đặt thô trong sim. Geometry/ngưỡng cần calibration và task owner chốt.</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8a9f72ef217422f"/>
          <a:stretch xmlns:a="http://schemas.openxmlformats.org/drawingml/2006/main"/>
        </p:blipFill>
        <p:spPr>
          <a:xfrm xmlns:a="http://schemas.openxmlformats.org/drawingml/2006/main">
            <a:off x="536391" y="1638300"/>
            <a:ext cx="5280393" cy="2971800"/>
          </a:xfrm>
          <a:prstGeom xmlns:a="http://schemas.openxmlformats.org/drawingml/2006/main" prst="rect">
            <a:avLst/>
          </a:prstGeom>
        </p:spPr>
      </p:pic>
      <p:sp>
        <p:nvSpPr>
          <p:cNvPr id="9" name="content">
            <a:extLst xmlns:a="http://schemas.openxmlformats.org/drawingml/2006/main">
              <a:ext uri="{FF2B5EF4-FFF2-40B4-BE49-F238E27FC236}">
                <a16:creationId xmlns:a16="http://schemas.microsoft.com/office/drawing/2014/main" id="{873357A5-FE21-4002-8322-2CE6CBC9C407}"/>
              </a:ext>
            </a:extLst>
          </p:cNvPr>
          <p:cNvSpPr>
            <a:spLocks xmlns:a="http://schemas.openxmlformats.org/drawingml/2006/main" noGrp="1"/>
          </p:cNvSpPr>
          <p:nvPr/>
        </p:nvSpPr>
        <p:spPr>
          <a:xfrm xmlns:a="http://schemas.openxmlformats.org/drawingml/2006/main">
            <a:off x="6248400" y="1609725"/>
            <a:ext cx="5334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3251"/>
                </a:solidFill>
                <a:latin typeface="Arial"/>
                <a:ea typeface="Arial"/>
                <a:cs typeface="Arial"/>
              </a:defRPr>
            </a:pPr>
            <a:r>
              <a:rPr sz="2250" b="1">
                <a:solidFill>
                  <a:srgbClr val="153251"/>
                </a:solidFill>
                <a:latin typeface="Arial"/>
                <a:ea typeface="Arial"/>
                <a:cs typeface="Arial"/>
              </a:rPr>
              <a:t>“Lấy linh kiện vàng, đặt vào A1,</a:t>
            </a:r>
          </a:p>
          <a:p xmlns:a="http://schemas.openxmlformats.org/drawingml/2006/main">
            <a:pPr algn="l">
              <a:defRPr sz="2250" b="1">
                <a:solidFill>
                  <a:srgbClr val="153251"/>
                </a:solidFill>
                <a:latin typeface="Arial"/>
                <a:ea typeface="Arial"/>
                <a:cs typeface="Arial"/>
              </a:defRPr>
            </a:pPr>
            <a:r>
              <a:rPr sz="2250" b="1">
                <a:solidFill>
                  <a:srgbClr val="153251"/>
                </a:solidFill>
                <a:latin typeface="Arial"/>
                <a:ea typeface="Arial"/>
                <a:cs typeface="Arial"/>
              </a:rPr>
              <a:t>nhả rồi rút tay.”</a:t>
            </a:r>
          </a:p>
        </p:txBody>
      </p:sp>
      <p:sp>
        <p:nvSpPr>
          <p:cNvPr id="10" name="content">
            <a:extLst xmlns:a="http://schemas.openxmlformats.org/drawingml/2006/main">
              <a:ext uri="{FF2B5EF4-FFF2-40B4-BE49-F238E27FC236}">
                <a16:creationId xmlns:a16="http://schemas.microsoft.com/office/drawing/2014/main" id="{0D8E12F2-1A23-4350-9C4F-419259A7DC33}"/>
              </a:ext>
            </a:extLst>
          </p:cNvPr>
          <p:cNvSpPr>
            <a:spLocks xmlns:a="http://schemas.openxmlformats.org/drawingml/2006/main" noGrp="1"/>
          </p:cNvSpPr>
          <p:nvPr/>
        </p:nvSpPr>
        <p:spPr>
          <a:xfrm xmlns:a="http://schemas.openxmlformats.org/drawingml/2006/main">
            <a:off x="6248400" y="2676525"/>
            <a:ext cx="53340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3251"/>
                </a:solidFill>
                <a:latin typeface="Arial"/>
                <a:ea typeface="Arial"/>
                <a:cs typeface="Arial"/>
              </a:defRPr>
            </a:pPr>
            <a:r>
              <a:rPr sz="2025" b="0">
                <a:solidFill>
                  <a:srgbClr val="153251"/>
                </a:solidFill>
                <a:latin typeface="Arial"/>
                <a:ea typeface="Arial"/>
                <a:cs typeface="Arial"/>
              </a:rPr>
              <a:t>Lấy đúng ID vật</a:t>
            </a:r>
          </a:p>
          <a:p xmlns:a="http://schemas.openxmlformats.org/drawingml/2006/main">
            <a:pPr algn="l">
              <a:defRPr sz="2025" b="0">
                <a:solidFill>
                  <a:srgbClr val="153251"/>
                </a:solidFill>
                <a:latin typeface="Arial"/>
                <a:ea typeface="Arial"/>
                <a:cs typeface="Arial"/>
              </a:defRPr>
            </a:pPr>
            <a:r>
              <a:rPr sz="2025" b="0">
                <a:solidFill>
                  <a:srgbClr val="153251"/>
                </a:solidFill>
                <a:latin typeface="Arial"/>
                <a:ea typeface="Arial"/>
                <a:cs typeface="Arial"/>
              </a:rPr>
              <a:t>Footprint nằm trọn trong A1</a:t>
            </a:r>
          </a:p>
          <a:p xmlns:a="http://schemas.openxmlformats.org/drawingml/2006/main">
            <a:pPr algn="l">
              <a:defRPr sz="2025" b="0">
                <a:solidFill>
                  <a:srgbClr val="153251"/>
                </a:solidFill>
                <a:latin typeface="Arial"/>
                <a:ea typeface="Arial"/>
                <a:cs typeface="Arial"/>
              </a:defRPr>
            </a:pPr>
            <a:r>
              <a:rPr sz="2025" b="0">
                <a:solidFill>
                  <a:srgbClr val="153251"/>
                </a:solidFill>
                <a:latin typeface="Arial"/>
                <a:ea typeface="Arial"/>
                <a:cs typeface="Arial"/>
              </a:rPr>
              <a:t>Có mặt đỡ, vật ổn định</a:t>
            </a:r>
          </a:p>
          <a:p xmlns:a="http://schemas.openxmlformats.org/drawingml/2006/main">
            <a:pPr algn="l">
              <a:defRPr sz="2025" b="0">
                <a:solidFill>
                  <a:srgbClr val="153251"/>
                </a:solidFill>
                <a:latin typeface="Arial"/>
                <a:ea typeface="Arial"/>
                <a:cs typeface="Arial"/>
              </a:defRPr>
            </a:pPr>
            <a:r>
              <a:rPr sz="2025" b="0">
                <a:solidFill>
                  <a:srgbClr val="153251"/>
                </a:solidFill>
                <a:latin typeface="Arial"/>
                <a:ea typeface="Arial"/>
                <a:cs typeface="Arial"/>
              </a:rPr>
              <a:t>Đã nhả và tay đã rút</a:t>
            </a:r>
          </a:p>
        </p:txBody>
      </p:sp>
      <p:sp>
        <p:nvSpPr>
          <p:cNvPr id="11" name="content">
            <a:extLst xmlns:a="http://schemas.openxmlformats.org/drawingml/2006/main">
              <a:ext uri="{FF2B5EF4-FFF2-40B4-BE49-F238E27FC236}">
                <a16:creationId xmlns:a16="http://schemas.microsoft.com/office/drawing/2014/main" id="{93E00171-F1B9-43E2-A12A-8AB8D858A951}"/>
              </a:ext>
            </a:extLst>
          </p:cNvPr>
          <p:cNvSpPr>
            <a:spLocks xmlns:a="http://schemas.openxmlformats.org/drawingml/2006/main" noGrp="1"/>
          </p:cNvSpPr>
          <p:nvPr/>
        </p:nvSpPr>
        <p:spPr>
          <a:xfrm xmlns:a="http://schemas.openxmlformats.org/drawingml/2006/main">
            <a:off x="533400" y="4667250"/>
            <a:ext cx="5286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B637B"/>
                </a:solidFill>
                <a:latin typeface="Arial"/>
                <a:ea typeface="Arial"/>
                <a:cs typeface="Arial"/>
              </a:defRPr>
            </a:pPr>
            <a:r>
              <a:rPr sz="1350" b="0">
                <a:solidFill>
                  <a:srgbClr val="4B637B"/>
                </a:solidFill>
                <a:latin typeface="Arial"/>
                <a:ea typeface="Arial"/>
                <a:cs typeface="Arial"/>
              </a:rPr>
              <a:t>Ảnh minh họa AI, chưa là rollout native.</a:t>
            </a:r>
          </a:p>
        </p:txBody>
      </p:sp>
      <p:sp>
        <p:nvSpPr>
          <p:cNvPr id="12" name="content">
            <a:extLst xmlns:a="http://schemas.openxmlformats.org/drawingml/2006/main">
              <a:ext uri="{FF2B5EF4-FFF2-40B4-BE49-F238E27FC236}">
                <a16:creationId xmlns:a16="http://schemas.microsoft.com/office/drawing/2014/main" id="{1D0CAFEA-A62D-48A3-B03F-FBAD339C3C52}"/>
              </a:ext>
            </a:extLst>
          </p:cNvPr>
          <p:cNvSpPr>
            <a:spLocks xmlns:a="http://schemas.openxmlformats.org/drawingml/2006/main" noGrp="1"/>
          </p:cNvSpPr>
          <p:nvPr/>
        </p:nvSpPr>
        <p:spPr>
          <a:xfrm xmlns:a="http://schemas.openxmlformats.org/drawingml/2006/main">
            <a:off x="533400" y="4933950"/>
            <a:ext cx="11125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B637B"/>
                </a:solidFill>
                <a:latin typeface="Arial"/>
                <a:ea typeface="Arial"/>
                <a:cs typeface="Arial"/>
              </a:defRPr>
            </a:pPr>
            <a:r>
              <a:rPr sz="1725" b="0">
                <a:solidFill>
                  <a:srgbClr val="4B637B"/>
                </a:solidFill>
                <a:latin typeface="Arial"/>
                <a:ea typeface="Arial"/>
                <a:cs typeface="Arial"/>
              </a:rPr>
              <a:t>Geometry đề xuất: vật 40 × 25 × 15 mm, vùng trong A1 80 × 60 mm.</a:t>
            </a:r>
          </a:p>
          <a:p xmlns:a="http://schemas.openxmlformats.org/drawingml/2006/main">
            <a:pPr algn="l">
              <a:defRPr sz="1725" b="0">
                <a:solidFill>
                  <a:srgbClr val="4B637B"/>
                </a:solidFill>
                <a:latin typeface="Arial"/>
                <a:ea typeface="Arial"/>
                <a:cs typeface="Arial"/>
              </a:defRPr>
            </a:pPr>
            <a:r>
              <a:rPr sz="1725" b="0">
                <a:solidFill>
                  <a:srgbClr val="4B637B"/>
                </a:solidFill>
                <a:latin typeface="Arial"/>
                <a:ea typeface="Arial"/>
                <a:cs typeface="Arial"/>
              </a:rPr>
              <a:t>Draft: timeout 30 s, ổn định 2 s. Không yêu cầu yaw trong MVP.</a:t>
            </a:r>
          </a:p>
        </p:txBody>
      </p:sp>
    </p:spTree>
    <p:extLst>
      <p:ext uri="{BB962C8B-B14F-4D97-AF65-F5344CB8AC3E}">
        <p14:creationId xmlns:p14="http://schemas.microsoft.com/office/powerpoint/2010/main" val="419144437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0" name="Picture 6"/>
          <p:cNvPicPr>
            <a:picLocks xmlns:a="http://schemas.openxmlformats.org/drawingml/2006/main" noChangeAspect="1"/>
          </p:cNvPicPr>
          <p:nvPr/>
        </p:nvPicPr>
        <p:blipFill>
          <a:blip xmlns:r="http://schemas.openxmlformats.org/officeDocument/2006/relationships" xmlns:a="http://schemas.openxmlformats.org/drawingml/2006/main" r:embed="R7883e8903ab64a1b"/>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5905500" y="238125"/>
            <a:ext cx="5715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Kiến trúc giải pháp</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Phạm vi</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48425"/>
            <a:ext cx="10953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Pretrained VLA được tái sử dụng. Native rollout và saving chưa kiểm chứng.</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55fa0cb77214df4"/>
          <a:stretch xmlns:a="http://schemas.openxmlformats.org/drawingml/2006/main"/>
        </p:blipFill>
        <p:spPr>
          <a:xfrm xmlns:a="http://schemas.openxmlformats.org/drawingml/2006/main">
            <a:off x="427678" y="1476375"/>
            <a:ext cx="11336645" cy="4095750"/>
          </a:xfrm>
          <a:prstGeom xmlns:a="http://schemas.openxmlformats.org/drawingml/2006/main" prst="rect">
            <a:avLst/>
          </a:prstGeom>
        </p:spPr>
      </p:pic>
      <p:sp>
        <p:nvSpPr>
          <p:cNvPr id="9" name="content">
            <a:extLst xmlns:a="http://schemas.openxmlformats.org/drawingml/2006/main">
              <a:ext uri="{FF2B5EF4-FFF2-40B4-BE49-F238E27FC236}">
                <a16:creationId xmlns:a16="http://schemas.microsoft.com/office/drawing/2014/main" id="{566A5875-9481-495C-9C5A-A200E1F30D0F}"/>
              </a:ext>
            </a:extLst>
          </p:cNvPr>
          <p:cNvSpPr>
            <a:spLocks xmlns:a="http://schemas.openxmlformats.org/drawingml/2006/main" noGrp="1"/>
          </p:cNvSpPr>
          <p:nvPr/>
        </p:nvSpPr>
        <p:spPr>
          <a:xfrm xmlns:a="http://schemas.openxmlformats.org/drawingml/2006/main">
            <a:off x="533400" y="5562600"/>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53251"/>
                </a:solidFill>
                <a:latin typeface="Arial"/>
                <a:ea typeface="Arial"/>
                <a:cs typeface="Arial"/>
              </a:defRPr>
            </a:pPr>
            <a:r>
              <a:rPr sz="1725" b="0">
                <a:solidFill>
                  <a:srgbClr val="153251"/>
                </a:solidFill>
                <a:latin typeface="Arial"/>
                <a:ea typeface="Arial"/>
                <a:cs typeface="Arial"/>
              </a:rPr>
              <a:t>Đội xây adapters, QA/lineage, trace, phép kiểm và báo cáo chất lượng–tổng công.</a:t>
            </a:r>
          </a:p>
        </p:txBody>
      </p:sp>
    </p:spTree>
    <p:extLst>
      <p:ext uri="{BB962C8B-B14F-4D97-AF65-F5344CB8AC3E}">
        <p14:creationId xmlns:p14="http://schemas.microsoft.com/office/powerpoint/2010/main" val="419144437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0" name="Picture 6"/>
          <p:cNvPicPr>
            <a:picLocks xmlns:a="http://schemas.openxmlformats.org/drawingml/2006/main" noChangeAspect="1"/>
          </p:cNvPicPr>
          <p:nvPr/>
        </p:nvPicPr>
        <p:blipFill>
          <a:blip xmlns:r="http://schemas.openxmlformats.org/officeDocument/2006/relationships" xmlns:a="http://schemas.openxmlformats.org/drawingml/2006/main" r:embed="R881124cbf07a49c2"/>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5905500" y="238125"/>
            <a:ext cx="5715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Native baseline</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Phạm vi</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48425"/>
            <a:ext cx="10953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Hiện máy kiểm chưa có CUDA khả dụng, FluxVLA hoặc native checkpoint.</a:t>
            </a:r>
          </a:p>
        </p:txBody>
      </p:sp>
      <p:graphicFrame>
        <p:nvGraphicFramePr>
          <p:cNvPr id="15" name=""/>
          <p:cNvGraphicFramePr/>
          <p:nvPr/>
        </p:nvGraphicFramePr>
        <p:xfrm>
          <a:off xmlns:a="http://schemas.openxmlformats.org/drawingml/2006/main" x="533400" y="1647825"/>
          <a:ext xmlns:a="http://schemas.openxmlformats.org/drawingml/2006/main" cx="11125200" cy="3286125"/>
        </p:xfrm>
        <a:graphic xmlns:a="http://schemas.openxmlformats.org/drawingml/2006/main">
          <a:graphicData uri="http://schemas.openxmlformats.org/drawingml/2006/table">
            <a:tbl>
              <a:tblPr firstRow="1" bandRow="0"/>
              <a:tblGrid>
                <a:gridCol w="2238375"/>
                <a:gridCol w="4857750"/>
                <a:gridCol w="4029075"/>
              </a:tblGrid>
              <a:tr h="381000">
                <a:tc>
                  <a:txBody>
                    <a:bodyPr wrap="square" lIns="85725" tIns="57150" rIns="85725" bIns="57150">
                      <a:noAutofit/>
                    </a:bodyPr>
                    <a:lstStyle/>
                    <a:p>
                      <a:r>
                        <a:rPr sz="1650" b="1">
                          <a:solidFill>
                            <a:srgbClr val="FFFFFF"/>
                          </a:solidFill>
                          <a:latin typeface="Arial"/>
                          <a:ea typeface="Arial"/>
                          <a:cs typeface="Arial"/>
                        </a:rPr>
                        <a:t>Bước</a:t>
                      </a:r>
                    </a:p>
                  </a:txBody>
                  <a:tcPr marL="91440" marR="91440" marT="45720" marB="45720">
                    <a:solidFill>
                      <a:srgbClr val="203F68"/>
                    </a:solidFill>
                  </a:tcPr>
                </a:tc>
                <a:tc>
                  <a:txBody>
                    <a:bodyPr wrap="square" lIns="85725" tIns="57150" rIns="85725" bIns="57150">
                      <a:noAutofit/>
                    </a:bodyPr>
                    <a:lstStyle/>
                    <a:p>
                      <a:r>
                        <a:rPr sz="1650" b="1">
                          <a:solidFill>
                            <a:srgbClr val="FFFFFF"/>
                          </a:solidFill>
                          <a:latin typeface="Arial"/>
                          <a:ea typeface="Arial"/>
                          <a:cs typeface="Arial"/>
                        </a:rPr>
                        <a:t>Artifact phải có</a:t>
                      </a:r>
                    </a:p>
                  </a:txBody>
                  <a:tcPr marL="91440" marR="91440" marT="45720" marB="45720">
                    <a:solidFill>
                      <a:srgbClr val="203F68"/>
                    </a:solidFill>
                  </a:tcPr>
                </a:tc>
                <a:tc>
                  <a:txBody>
                    <a:bodyPr wrap="square" lIns="85725" tIns="57150" rIns="85725" bIns="57150">
                      <a:noAutofit/>
                    </a:bodyPr>
                    <a:lstStyle/>
                    <a:p>
                      <a:r>
                        <a:rPr sz="1650" b="1">
                          <a:solidFill>
                            <a:srgbClr val="FFFFFF"/>
                          </a:solidFill>
                          <a:latin typeface="Arial"/>
                          <a:ea typeface="Arial"/>
                          <a:cs typeface="Arial"/>
                        </a:rPr>
                        <a:t>Gate</a:t>
                      </a:r>
                    </a:p>
                  </a:txBody>
                  <a:tcPr marL="91440" marR="91440" marT="45720" marB="45720">
                    <a:solidFill>
                      <a:srgbClr val="203F68"/>
                    </a:solidFill>
                  </a:tcPr>
                </a:tc>
              </a:tr>
              <a:tr h="581025">
                <a:tc>
                  <a:txBody>
                    <a:bodyPr wrap="square" lIns="85725" tIns="57150" rIns="85725" bIns="57150">
                      <a:noAutofit/>
                    </a:bodyPr>
                    <a:lstStyle/>
                    <a:p>
                      <a:r>
                        <a:rPr sz="1650" b="0">
                          <a:solidFill>
                            <a:srgbClr val="153251"/>
                          </a:solidFill>
                          <a:latin typeface="Arial"/>
                          <a:ea typeface="Arial"/>
                          <a:cs typeface="Arial"/>
                        </a:rPr>
                        <a:t>Dataset / batch</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RGB, state, native action và masks</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Đúng camera, order, units và timing</a:t>
                      </a:r>
                    </a:p>
                  </a:txBody>
                  <a:tcPr marL="91440" marR="91440" marT="45720" marB="45720">
                    <a:solidFill>
                      <a:srgbClr val="FFFFFF"/>
                    </a:solidFill>
                  </a:tcPr>
                </a:tc>
              </a:tr>
              <a:tr h="581025">
                <a:tc>
                  <a:txBody>
                    <a:bodyPr wrap="square" lIns="85725" tIns="57150" rIns="85725" bIns="57150">
                      <a:noAutofit/>
                    </a:bodyPr>
                    <a:lstStyle/>
                    <a:p>
                      <a:r>
                        <a:rPr sz="1650" b="0">
                          <a:solidFill>
                            <a:srgbClr val="153251"/>
                          </a:solidFill>
                          <a:latin typeface="Arial"/>
                          <a:ea typeface="Arial"/>
                          <a:cs typeface="Arial"/>
                        </a:rPr>
                        <a:t>Training</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Loss, gradient và cập nhật tham số</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Modules train/freeze đúng recipe</a:t>
                      </a:r>
                    </a:p>
                  </a:txBody>
                  <a:tcPr marL="91440" marR="91440" marT="45720" marB="45720">
                    <a:solidFill>
                      <a:srgbClr val="FFFFFF"/>
                    </a:solidFill>
                  </a:tcPr>
                </a:tc>
              </a:tr>
              <a:tr h="581025">
                <a:tc>
                  <a:txBody>
                    <a:bodyPr wrap="square" lIns="85725" tIns="57150" rIns="85725" bIns="57150">
                      <a:noAutofit/>
                    </a:bodyPr>
                    <a:lstStyle/>
                    <a:p>
                      <a:r>
                        <a:rPr sz="1650" b="0">
                          <a:solidFill>
                            <a:srgbClr val="153251"/>
                          </a:solidFill>
                          <a:latin typeface="Arial"/>
                          <a:ea typeface="Arial"/>
                          <a:cs typeface="Arial"/>
                        </a:rPr>
                        <a:t>Save / reload</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Checkpoint, config, normalization</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Inference parity sau reload</a:t>
                      </a:r>
                    </a:p>
                  </a:txBody>
                  <a:tcPr marL="91440" marR="91440" marT="45720" marB="45720">
                    <a:solidFill>
                      <a:srgbClr val="FFFFFF"/>
                    </a:solidFill>
                  </a:tcPr>
                </a:tc>
              </a:tr>
              <a:tr h="581025">
                <a:tc>
                  <a:txBody>
                    <a:bodyPr wrap="square" lIns="85725" tIns="57150" rIns="85725" bIns="57150">
                      <a:noAutofit/>
                    </a:bodyPr>
                    <a:lstStyle/>
                    <a:p>
                      <a:r>
                        <a:rPr sz="1650" b="0">
                          <a:solidFill>
                            <a:srgbClr val="153251"/>
                          </a:solidFill>
                          <a:latin typeface="Arial"/>
                          <a:ea typeface="Arial"/>
                          <a:cs typeface="Arial"/>
                        </a:rPr>
                        <a:t>Closed-loop</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Predicted action, sent command, response</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Controller và binding đúng profile</a:t>
                      </a:r>
                    </a:p>
                  </a:txBody>
                  <a:tcPr marL="91440" marR="91440" marT="45720" marB="45720">
                    <a:solidFill>
                      <a:srgbClr val="FFFFFF"/>
                    </a:solidFill>
                  </a:tcPr>
                </a:tc>
              </a:tr>
              <a:tr h="581025">
                <a:tc>
                  <a:txBody>
                    <a:bodyPr wrap="square" lIns="85725" tIns="57150" rIns="85725" bIns="57150">
                      <a:noAutofit/>
                    </a:bodyPr>
                    <a:lstStyle/>
                    <a:p>
                      <a:r>
                        <a:rPr sz="1650" b="0">
                          <a:solidFill>
                            <a:srgbClr val="153251"/>
                          </a:solidFill>
                          <a:latin typeface="Arial"/>
                          <a:ea typeface="Arial"/>
                          <a:cs typeface="Arial"/>
                        </a:rPr>
                        <a:t>Scoring</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Whole-task và từng mốc / unknown</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Scorer độc lập, task feasible</a:t>
                      </a:r>
                    </a:p>
                  </a:txBody>
                  <a:tcPr marL="91440" marR="91440" marT="45720" marB="45720">
                    <a:solidFill>
                      <a:srgbClr val="FFFFFF"/>
                    </a:solidFill>
                  </a:tcPr>
                </a:tc>
              </a:tr>
            </a:tbl>
          </a:graphicData>
        </a:graphic>
      </p:graphicFrame>
      <p:sp>
        <p:nvSpPr>
          <p:cNvPr id="9" name="content">
            <a:extLst xmlns:a="http://schemas.openxmlformats.org/drawingml/2006/main">
              <a:ext uri="{FF2B5EF4-FFF2-40B4-BE49-F238E27FC236}">
                <a16:creationId xmlns:a16="http://schemas.microsoft.com/office/drawing/2014/main" id="{34CCA143-A11D-41DA-8FDA-4AC63CCCC15A}"/>
              </a:ext>
            </a:extLst>
          </p:cNvPr>
          <p:cNvSpPr>
            <a:spLocks xmlns:a="http://schemas.openxmlformats.org/drawingml/2006/main" noGrp="1"/>
          </p:cNvSpPr>
          <p:nvPr/>
        </p:nvSpPr>
        <p:spPr>
          <a:xfrm xmlns:a="http://schemas.openxmlformats.org/drawingml/2006/main">
            <a:off x="533400" y="521970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3251"/>
                </a:solidFill>
                <a:latin typeface="Arial"/>
                <a:ea typeface="Arial"/>
                <a:cs typeface="Arial"/>
              </a:defRPr>
            </a:pPr>
            <a:r>
              <a:rPr sz="1875" b="1">
                <a:solidFill>
                  <a:srgbClr val="153251"/>
                </a:solidFill>
                <a:latin typeface="Arial"/>
                <a:ea typeface="Arial"/>
                <a:cs typeface="Arial"/>
              </a:rPr>
              <a:t>Kiểm task GR1 upstream trước, rồi port A1. Pass smoke task chưa nghiệm thu A1.</a:t>
            </a:r>
          </a:p>
        </p:txBody>
      </p:sp>
    </p:spTree>
    <p:extLst>
      <p:ext uri="{BB962C8B-B14F-4D97-AF65-F5344CB8AC3E}">
        <p14:creationId xmlns:p14="http://schemas.microsoft.com/office/powerpoint/2010/main" val="419144437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3" name="Picture 6"/>
          <p:cNvPicPr>
            <a:picLocks xmlns:a="http://schemas.openxmlformats.org/drawingml/2006/main" noChangeAspect="1"/>
          </p:cNvPicPr>
          <p:nvPr/>
        </p:nvPicPr>
        <p:blipFill>
          <a:blip xmlns:r="http://schemas.openxmlformats.org/officeDocument/2006/relationships" xmlns:a="http://schemas.openxmlformats.org/drawingml/2006/main" r:embed="R6c169f3815f44484"/>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5905500" y="238125"/>
            <a:ext cx="5715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Synthetic execution</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Phạm vi</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48425"/>
            <a:ext cx="10953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Video sinh cần recipe nhãn riêng. Native generator chưa port; tiết kiệm chưa đo.</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d1c9e7c724b49e9"/>
          <a:stretch xmlns:a="http://schemas.openxmlformats.org/drawingml/2006/main"/>
        </p:blipFill>
        <p:spPr>
          <a:xfrm xmlns:a="http://schemas.openxmlformats.org/drawingml/2006/main">
            <a:off x="533633" y="1733550"/>
            <a:ext cx="4857284" cy="2733675"/>
          </a:xfrm>
          <a:prstGeom xmlns:a="http://schemas.openxmlformats.org/drawingml/2006/main" prst="rect">
            <a:avLst/>
          </a:prstGeom>
        </p:spPr>
      </p:pic>
      <p:sp>
        <p:nvSpPr>
          <p:cNvPr id="9" name="content">
            <a:extLst xmlns:a="http://schemas.openxmlformats.org/drawingml/2006/main">
              <a:ext uri="{FF2B5EF4-FFF2-40B4-BE49-F238E27FC236}">
                <a16:creationId xmlns:a16="http://schemas.microsoft.com/office/drawing/2014/main" id="{D4209A1A-F4B9-47AB-B51F-0A7C62F78A81}"/>
              </a:ext>
            </a:extLst>
          </p:cNvPr>
          <p:cNvSpPr>
            <a:spLocks xmlns:a="http://schemas.openxmlformats.org/drawingml/2006/main" noGrp="1"/>
          </p:cNvSpPr>
          <p:nvPr/>
        </p:nvSpPr>
        <p:spPr>
          <a:xfrm xmlns:a="http://schemas.openxmlformats.org/drawingml/2006/main">
            <a:off x="5810250" y="1619250"/>
            <a:ext cx="581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3251"/>
                </a:solidFill>
                <a:latin typeface="Arial"/>
                <a:ea typeface="Arial"/>
                <a:cs typeface="Arial"/>
              </a:defRPr>
            </a:pPr>
            <a:r>
              <a:rPr sz="2250" b="1">
                <a:solidFill>
                  <a:srgbClr val="153251"/>
                </a:solidFill>
                <a:latin typeface="Arial"/>
                <a:ea typeface="Arial"/>
                <a:cs typeface="Arial"/>
              </a:rPr>
              <a:t>Action labels từ robot thực thi trong physics</a:t>
            </a:r>
          </a:p>
        </p:txBody>
      </p:sp>
      <p:sp>
        <p:nvSpPr>
          <p:cNvPr id="10" name="content">
            <a:extLst xmlns:a="http://schemas.openxmlformats.org/drawingml/2006/main">
              <a:ext uri="{FF2B5EF4-FFF2-40B4-BE49-F238E27FC236}">
                <a16:creationId xmlns:a16="http://schemas.microsoft.com/office/drawing/2014/main" id="{67B46642-45F4-408A-94E5-B303821A3430}"/>
              </a:ext>
            </a:extLst>
          </p:cNvPr>
          <p:cNvSpPr>
            <a:spLocks xmlns:a="http://schemas.openxmlformats.org/drawingml/2006/main" noGrp="1"/>
          </p:cNvSpPr>
          <p:nvPr/>
        </p:nvSpPr>
        <p:spPr>
          <a:xfrm xmlns:a="http://schemas.openxmlformats.org/drawingml/2006/main">
            <a:off x="5810250" y="2562225"/>
            <a:ext cx="5810250" cy="2486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3251"/>
                </a:solidFill>
                <a:latin typeface="Arial"/>
                <a:ea typeface="Arial"/>
                <a:cs typeface="Arial"/>
              </a:defRPr>
            </a:pPr>
            <a:r>
              <a:rPr sz="1875" b="0">
                <a:solidFill>
                  <a:srgbClr val="153251"/>
                </a:solidFill>
                <a:latin typeface="Arial"/>
                <a:ea typeface="Arial"/>
                <a:cs typeface="Arial"/>
              </a:rPr>
              <a:t>01  Biến đổi seed theo object / target frames</a:t>
            </a:r>
          </a:p>
          <a:p xmlns:a="http://schemas.openxmlformats.org/drawingml/2006/main">
            <a:pPr algn="l">
              <a:defRPr sz="1875" b="0">
                <a:solidFill>
                  <a:srgbClr val="153251"/>
                </a:solidFill>
                <a:latin typeface="Arial"/>
                <a:ea typeface="Arial"/>
                <a:cs typeface="Arial"/>
              </a:defRPr>
            </a:pPr>
            <a:r>
              <a:rPr sz="1875" b="0">
                <a:solidFill>
                  <a:srgbClr val="153251"/>
                </a:solidFill>
                <a:latin typeface="Arial"/>
                <a:ea typeface="Arial"/>
                <a:cs typeface="Arial"/>
              </a:rPr>
              <a:t>02  Controller thực thi quỹ đạo khả thi</a:t>
            </a:r>
          </a:p>
          <a:p xmlns:a="http://schemas.openxmlformats.org/drawingml/2006/main">
            <a:pPr algn="l">
              <a:defRPr sz="1875" b="0">
                <a:solidFill>
                  <a:srgbClr val="153251"/>
                </a:solidFill>
                <a:latin typeface="Arial"/>
                <a:ea typeface="Arial"/>
                <a:cs typeface="Arial"/>
              </a:defRPr>
            </a:pPr>
            <a:r>
              <a:rPr sz="1875" b="0">
                <a:solidFill>
                  <a:srgbClr val="153251"/>
                </a:solidFill>
                <a:latin typeface="Arial"/>
                <a:ea typeface="Arial"/>
                <a:cs typeface="Arial"/>
              </a:rPr>
              <a:t>03  Log action, response, contact và outcome</a:t>
            </a:r>
          </a:p>
          <a:p xmlns:a="http://schemas.openxmlformats.org/drawingml/2006/main">
            <a:pPr algn="l">
              <a:defRPr sz="1875" b="0">
                <a:solidFill>
                  <a:srgbClr val="153251"/>
                </a:solidFill>
                <a:latin typeface="Arial"/>
                <a:ea typeface="Arial"/>
                <a:cs typeface="Arial"/>
              </a:defRPr>
            </a:pPr>
            <a:r>
              <a:rPr sz="1875" b="0">
                <a:solidFill>
                  <a:srgbClr val="153251"/>
                </a:solidFill>
                <a:latin typeface="Arial"/>
                <a:ea typeface="Arial"/>
                <a:cs typeface="Arial"/>
              </a:rPr>
              <a:t>04  QA nhận positive, giữ cả rejects</a:t>
            </a:r>
          </a:p>
          <a:p xmlns:a="http://schemas.openxmlformats.org/drawingml/2006/main">
            <a:pPr algn="l">
              <a:defRPr sz="1875" b="0">
                <a:solidFill>
                  <a:srgbClr val="153251"/>
                </a:solidFill>
                <a:latin typeface="Arial"/>
                <a:ea typeface="Arial"/>
                <a:cs typeface="Arial"/>
              </a:defRPr>
            </a:pPr>
            <a:r>
              <a:rPr sz="1875" b="0">
                <a:solidFill>
                  <a:srgbClr val="153251"/>
                </a:solidFill>
                <a:latin typeface="Arial"/>
                <a:ea typeface="Arial"/>
                <a:cs typeface="Arial"/>
              </a:rPr>
              <a:t>05  Train R + S và đo toàn task</a:t>
            </a:r>
          </a:p>
        </p:txBody>
      </p:sp>
      <p:sp>
        <p:nvSpPr>
          <p:cNvPr id="11" name="content">
            <a:extLst xmlns:a="http://schemas.openxmlformats.org/drawingml/2006/main">
              <a:ext uri="{FF2B5EF4-FFF2-40B4-BE49-F238E27FC236}">
                <a16:creationId xmlns:a16="http://schemas.microsoft.com/office/drawing/2014/main" id="{2A5FB3D7-D049-4282-B494-DCBA5D83C65E}"/>
              </a:ext>
            </a:extLst>
          </p:cNvPr>
          <p:cNvSpPr>
            <a:spLocks xmlns:a="http://schemas.openxmlformats.org/drawingml/2006/main" noGrp="1"/>
          </p:cNvSpPr>
          <p:nvPr/>
        </p:nvSpPr>
        <p:spPr>
          <a:xfrm xmlns:a="http://schemas.openxmlformats.org/drawingml/2006/main">
            <a:off x="533400" y="45720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B637B"/>
                </a:solidFill>
                <a:latin typeface="Arial"/>
                <a:ea typeface="Arial"/>
                <a:cs typeface="Arial"/>
              </a:defRPr>
            </a:pPr>
            <a:r>
              <a:rPr sz="1350" b="0">
                <a:solidFill>
                  <a:srgbClr val="4B637B"/>
                </a:solidFill>
                <a:latin typeface="Arial"/>
                <a:ea typeface="Arial"/>
                <a:cs typeface="Arial"/>
              </a:rPr>
              <a:t>Ảnh minh họa AI. Nhãn cần episode thực thi qua QA.</a:t>
            </a:r>
          </a:p>
        </p:txBody>
      </p:sp>
      <p:sp>
        <p:nvSpPr>
          <p:cNvPr id="12" name="content">
            <a:extLst xmlns:a="http://schemas.openxmlformats.org/drawingml/2006/main">
              <a:ext uri="{FF2B5EF4-FFF2-40B4-BE49-F238E27FC236}">
                <a16:creationId xmlns:a16="http://schemas.microsoft.com/office/drawing/2014/main" id="{59341BBB-98A4-4515-98DB-69F98EB81F4C}"/>
              </a:ext>
            </a:extLst>
          </p:cNvPr>
          <p:cNvSpPr>
            <a:spLocks xmlns:a="http://schemas.openxmlformats.org/drawingml/2006/main" noGrp="1"/>
          </p:cNvSpPr>
          <p:nvPr/>
        </p:nvSpPr>
        <p:spPr>
          <a:xfrm xmlns:a="http://schemas.openxmlformats.org/drawingml/2006/main">
            <a:off x="533400" y="511492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7F83"/>
                </a:solidFill>
                <a:latin typeface="Arial"/>
                <a:ea typeface="Arial"/>
                <a:cs typeface="Arial"/>
              </a:defRPr>
            </a:pPr>
            <a:r>
              <a:rPr sz="2025" b="1">
                <a:solidFill>
                  <a:srgbClr val="007F83"/>
                </a:solidFill>
                <a:latin typeface="Arial"/>
                <a:ea typeface="Arial"/>
                <a:cs typeface="Arial"/>
              </a:rPr>
              <a:t>Đối chứng đầu: R so với R + S, cùng parent và robot budget.</a:t>
            </a:r>
          </a:p>
        </p:txBody>
      </p:sp>
    </p:spTree>
    <p:extLst>
      <p:ext uri="{BB962C8B-B14F-4D97-AF65-F5344CB8AC3E}">
        <p14:creationId xmlns:p14="http://schemas.microsoft.com/office/powerpoint/2010/main" val="419144437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6" name="Picture 6"/>
          <p:cNvPicPr>
            <a:picLocks xmlns:a="http://schemas.openxmlformats.org/drawingml/2006/main" noChangeAspect="1"/>
          </p:cNvPicPr>
          <p:nvPr/>
        </p:nvPicPr>
        <p:blipFill>
          <a:blip xmlns:r="http://schemas.openxmlformats.org/officeDocument/2006/relationships" xmlns:a="http://schemas.openxmlformats.org/drawingml/2006/main" r:embed="Rc9b840efc6f142b0"/>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5905500" y="238125"/>
            <a:ext cx="5715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Human motion pilot</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Phạm vi</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48425"/>
            <a:ext cx="10953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Bridge là candidate chưa tích hợp. RGB-only chưa đủ motor supervision trong recipe này.</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4a49b395a074c1a"/>
          <a:stretch xmlns:a="http://schemas.openxmlformats.org/drawingml/2006/main"/>
        </p:blipFill>
        <p:spPr>
          <a:xfrm xmlns:a="http://schemas.openxmlformats.org/drawingml/2006/main">
            <a:off x="533400" y="1648474"/>
            <a:ext cx="3619500" cy="2037051"/>
          </a:xfrm>
          <a:prstGeom xmlns:a="http://schemas.openxmlformats.org/drawingml/2006/main" prst="rect">
            <a:avLst/>
          </a:prstGeom>
        </p:spPr>
      </p:pic>
      <p:sp>
        <p:nvSpPr>
          <p:cNvPr id="9" name="content">
            <a:extLst xmlns:a="http://schemas.openxmlformats.org/drawingml/2006/main">
              <a:ext uri="{FF2B5EF4-FFF2-40B4-BE49-F238E27FC236}">
                <a16:creationId xmlns:a16="http://schemas.microsoft.com/office/drawing/2014/main" id="{143098F1-B261-45A1-BC37-12C4EEBDB83C}"/>
              </a:ext>
            </a:extLst>
          </p:cNvPr>
          <p:cNvSpPr>
            <a:spLocks xmlns:a="http://schemas.openxmlformats.org/drawingml/2006/main" noGrp="1"/>
          </p:cNvSpPr>
          <p:nvPr/>
        </p:nvSpPr>
        <p:spPr>
          <a:xfrm xmlns:a="http://schemas.openxmlformats.org/drawingml/2006/main">
            <a:off x="533400" y="3724275"/>
            <a:ext cx="3619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B637B"/>
                </a:solidFill>
                <a:latin typeface="Arial"/>
                <a:ea typeface="Arial"/>
                <a:cs typeface="Arial"/>
              </a:defRPr>
            </a:pPr>
            <a:r>
              <a:rPr sz="1350" b="0">
                <a:solidFill>
                  <a:srgbClr val="4B637B"/>
                </a:solidFill>
                <a:latin typeface="Arial"/>
                <a:ea typeface="Arial"/>
                <a:cs typeface="Arial"/>
              </a:rPr>
              <a:t>Ảnh minh họa AI</a:t>
            </a:r>
          </a:p>
        </p:txBody>
      </p:sp>
      <p:sp>
        <p:nvSpPr>
          <p:cNvPr id="10" name="content">
            <a:extLst xmlns:a="http://schemas.openxmlformats.org/drawingml/2006/main">
              <a:ext uri="{FF2B5EF4-FFF2-40B4-BE49-F238E27FC236}">
                <a16:creationId xmlns:a16="http://schemas.microsoft.com/office/drawing/2014/main" id="{6111B58A-170E-4916-88C1-71922D5917E8}"/>
              </a:ext>
            </a:extLst>
          </p:cNvPr>
          <p:cNvSpPr>
            <a:spLocks xmlns:a="http://schemas.openxmlformats.org/drawingml/2006/main" noGrp="1"/>
          </p:cNvSpPr>
          <p:nvPr/>
        </p:nvSpPr>
        <p:spPr>
          <a:xfrm xmlns:a="http://schemas.openxmlformats.org/drawingml/2006/main">
            <a:off x="533400" y="3981450"/>
            <a:ext cx="3619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B637B"/>
                </a:solidFill>
                <a:latin typeface="Arial"/>
                <a:ea typeface="Arial"/>
                <a:cs typeface="Arial"/>
              </a:defRPr>
            </a:pPr>
            <a:r>
              <a:rPr sz="1800" b="0">
                <a:solidFill>
                  <a:srgbClr val="4B637B"/>
                </a:solidFill>
                <a:latin typeface="Arial"/>
                <a:ea typeface="Arial"/>
                <a:cs typeface="Arial"/>
              </a:rPr>
              <a:t>Cần RGB, wrist poses, camera, timing, masks và quyền dùng.</a:t>
            </a:r>
          </a:p>
        </p:txBody>
      </p:sp>
      <p:sp>
        <p:nvSpPr>
          <p:cNvPr id="11" name="content">
            <a:extLst xmlns:a="http://schemas.openxmlformats.org/drawingml/2006/main">
              <a:ext uri="{FF2B5EF4-FFF2-40B4-BE49-F238E27FC236}">
                <a16:creationId xmlns:a16="http://schemas.microsoft.com/office/drawing/2014/main" id="{BA0FC529-720E-426C-B914-447656704F98}"/>
              </a:ext>
            </a:extLst>
          </p:cNvPr>
          <p:cNvSpPr>
            <a:spLocks xmlns:a="http://schemas.openxmlformats.org/drawingml/2006/main" noGrp="1"/>
          </p:cNvSpPr>
          <p:nvPr/>
        </p:nvSpPr>
        <p:spPr>
          <a:xfrm xmlns:a="http://schemas.openxmlformats.org/drawingml/2006/main">
            <a:off x="4581525" y="1609725"/>
            <a:ext cx="70008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3251"/>
                </a:solidFill>
                <a:latin typeface="Arial"/>
                <a:ea typeface="Arial"/>
                <a:cs typeface="Arial"/>
              </a:defRPr>
            </a:pPr>
            <a:r>
              <a:rPr sz="2250" b="1">
                <a:solidFill>
                  <a:srgbClr val="153251"/>
                </a:solidFill>
                <a:latin typeface="Arial"/>
                <a:ea typeface="Arial"/>
                <a:cs typeface="Arial"/>
              </a:rPr>
              <a:t>Recipe common wrist cho human và robot</a:t>
            </a:r>
          </a:p>
        </p:txBody>
      </p:sp>
      <p:sp>
        <p:nvSpPr>
          <p:cNvPr id="12" name="content">
            <a:extLst xmlns:a="http://schemas.openxmlformats.org/drawingml/2006/main">
              <a:ext uri="{FF2B5EF4-FFF2-40B4-BE49-F238E27FC236}">
                <a16:creationId xmlns:a16="http://schemas.microsoft.com/office/drawing/2014/main" id="{025630FA-6D1C-4741-B772-32A885CBA1D1}"/>
              </a:ext>
            </a:extLst>
          </p:cNvPr>
          <p:cNvSpPr>
            <a:spLocks xmlns:a="http://schemas.openxmlformats.org/drawingml/2006/main" noGrp="1"/>
          </p:cNvSpPr>
          <p:nvPr/>
        </p:nvSpPr>
        <p:spPr>
          <a:xfrm xmlns:a="http://schemas.openxmlformats.org/drawingml/2006/main">
            <a:off x="4581525" y="2562225"/>
            <a:ext cx="7000875"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3251"/>
                </a:solidFill>
                <a:latin typeface="Arial"/>
                <a:ea typeface="Arial"/>
                <a:cs typeface="Arial"/>
              </a:defRPr>
            </a:pPr>
            <a:r>
              <a:rPr sz="1800" b="0">
                <a:solidFill>
                  <a:srgbClr val="153251"/>
                </a:solidFill>
                <a:latin typeface="Arial"/>
                <a:ea typeface="Arial"/>
                <a:cs typeface="Arial"/>
              </a:rPr>
              <a:t>Future wrist pose trong camera frame tại input time.</a:t>
            </a:r>
          </a:p>
          <a:p xmlns:a="http://schemas.openxmlformats.org/drawingml/2006/main">
            <a:pPr algn="l">
              <a:defRPr sz="1800" b="0">
                <a:solidFill>
                  <a:srgbClr val="153251"/>
                </a:solidFill>
                <a:latin typeface="Arial"/>
                <a:ea typeface="Arial"/>
                <a:cs typeface="Arial"/>
              </a:defRPr>
            </a:pPr>
            <a:r>
              <a:rPr sz="1800" b="0">
                <a:solidFill>
                  <a:srgbClr val="153251"/>
                </a:solidFill>
                <a:latin typeface="Arial"/>
                <a:ea typeface="Arial"/>
                <a:cs typeface="Arial"/>
              </a:rPr>
              <a:t>Mỗi tay: translation 3D và rotation 6D.</a:t>
            </a:r>
          </a:p>
          <a:p xmlns:a="http://schemas.openxmlformats.org/drawingml/2006/main">
            <a:pPr algn="l">
              <a:defRPr sz="1800" b="0">
                <a:solidFill>
                  <a:srgbClr val="153251"/>
                </a:solidFill>
                <a:latin typeface="Arial"/>
                <a:ea typeface="Arial"/>
                <a:cs typeface="Arial"/>
              </a:defRPr>
            </a:pPr>
            <a:r>
              <a:rPr sz="1800" b="0">
                <a:solidFill>
                  <a:srgbClr val="153251"/>
                </a:solidFill>
                <a:latin typeface="Arial"/>
                <a:ea typeface="Arial"/>
                <a:cs typeface="Arial"/>
              </a:rPr>
              <a:t>Robot target lấy từ future measured state qua FK.</a:t>
            </a:r>
          </a:p>
          <a:p xmlns:a="http://schemas.openxmlformats.org/drawingml/2006/main">
            <a:pPr algn="l">
              <a:defRPr sz="1800" b="0">
                <a:solidFill>
                  <a:srgbClr val="153251"/>
                </a:solidFill>
                <a:latin typeface="Arial"/>
                <a:ea typeface="Arial"/>
                <a:cs typeface="Arial"/>
              </a:defRPr>
            </a:pPr>
            <a:r>
              <a:rPr sz="1800" b="0">
                <a:solidFill>
                  <a:srgbClr val="153251"/>
                </a:solidFill>
                <a:latin typeface="Arial"/>
                <a:ea typeface="Arial"/>
                <a:cs typeface="Arial"/>
              </a:rPr>
              <a:t>Common motion head nối shared Action Expert.</a:t>
            </a:r>
          </a:p>
          <a:p xmlns:a="http://schemas.openxmlformats.org/drawingml/2006/main">
            <a:pPr algn="l">
              <a:defRPr sz="1800" b="0">
                <a:solidFill>
                  <a:srgbClr val="153251"/>
                </a:solidFill>
                <a:latin typeface="Arial"/>
                <a:ea typeface="Arial"/>
                <a:cs typeface="Arial"/>
              </a:defRPr>
            </a:pPr>
            <a:r>
              <a:rPr sz="1800" b="0">
                <a:solidFill>
                  <a:srgbClr val="153251"/>
                </a:solidFill>
                <a:latin typeface="Arial"/>
                <a:ea typeface="Arial"/>
                <a:cs typeface="Arial"/>
              </a:rPr>
              <a:t>Native robot action head giữ riêng.</a:t>
            </a:r>
          </a:p>
        </p:txBody>
      </p:sp>
      <p:sp>
        <p:nvSpPr>
          <p:cNvPr id="13" name="content">
            <a:extLst xmlns:a="http://schemas.openxmlformats.org/drawingml/2006/main">
              <a:ext uri="{FF2B5EF4-FFF2-40B4-BE49-F238E27FC236}">
                <a16:creationId xmlns:a16="http://schemas.microsoft.com/office/drawing/2014/main" id="{9B929BDA-4AC4-489E-B60C-5D891078891F}"/>
              </a:ext>
            </a:extLst>
          </p:cNvPr>
          <p:cNvSpPr>
            <a:spLocks xmlns:a="http://schemas.openxmlformats.org/drawingml/2006/main" noGrp="1"/>
          </p:cNvSpPr>
          <p:nvPr/>
        </p:nvSpPr>
        <p:spPr>
          <a:xfrm xmlns:a="http://schemas.openxmlformats.org/drawingml/2006/main">
            <a:off x="533400" y="4572000"/>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53251"/>
                </a:solidFill>
                <a:latin typeface="Arial"/>
                <a:ea typeface="Arial"/>
                <a:cs typeface="Arial"/>
              </a:defRPr>
            </a:pPr>
            <a:r>
              <a:rPr sz="1650" b="0">
                <a:solidFill>
                  <a:srgbClr val="153251"/>
                </a:solidFill>
                <a:latin typeface="Arial"/>
                <a:ea typeface="Arial"/>
                <a:cs typeface="Arial"/>
              </a:rPr>
              <a:t>Loss: L_robot_action + λ_RW L_robot_wrist + λ_H L_human_wrist</a:t>
            </a:r>
          </a:p>
        </p:txBody>
      </p:sp>
      <p:sp>
        <p:nvSpPr>
          <p:cNvPr id="14" name="content">
            <a:extLst xmlns:a="http://schemas.openxmlformats.org/drawingml/2006/main">
              <a:ext uri="{FF2B5EF4-FFF2-40B4-BE49-F238E27FC236}">
                <a16:creationId xmlns:a16="http://schemas.microsoft.com/office/drawing/2014/main" id="{696F7E80-9C29-4D88-8B61-7D39B88B55FE}"/>
              </a:ext>
            </a:extLst>
          </p:cNvPr>
          <p:cNvSpPr>
            <a:spLocks xmlns:a="http://schemas.openxmlformats.org/drawingml/2006/main" noGrp="1"/>
          </p:cNvSpPr>
          <p:nvPr/>
        </p:nvSpPr>
        <p:spPr>
          <a:xfrm xmlns:a="http://schemas.openxmlformats.org/drawingml/2006/main">
            <a:off x="533400" y="5105400"/>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83"/>
                </a:solidFill>
                <a:latin typeface="Arial"/>
                <a:ea typeface="Arial"/>
                <a:cs typeface="Arial"/>
              </a:defRPr>
            </a:pPr>
            <a:r>
              <a:rPr sz="2100" b="1">
                <a:solidFill>
                  <a:srgbClr val="007F83"/>
                </a:solidFill>
                <a:latin typeface="Arial"/>
                <a:ea typeface="Arial"/>
                <a:cs typeface="Arial"/>
              </a:rPr>
              <a:t>Đối chứng: R_common và R_common + H</a:t>
            </a:r>
          </a:p>
        </p:txBody>
      </p:sp>
      <p:sp>
        <p:nvSpPr>
          <p:cNvPr id="15" name="content">
            <a:extLst xmlns:a="http://schemas.openxmlformats.org/drawingml/2006/main">
              <a:ext uri="{FF2B5EF4-FFF2-40B4-BE49-F238E27FC236}">
                <a16:creationId xmlns:a16="http://schemas.microsoft.com/office/drawing/2014/main" id="{71B55995-9E78-449B-ADD7-D233364AD71F}"/>
              </a:ext>
            </a:extLst>
          </p:cNvPr>
          <p:cNvSpPr>
            <a:spLocks xmlns:a="http://schemas.openxmlformats.org/drawingml/2006/main" noGrp="1"/>
          </p:cNvSpPr>
          <p:nvPr/>
        </p:nvSpPr>
        <p:spPr>
          <a:xfrm xmlns:a="http://schemas.openxmlformats.org/drawingml/2006/main">
            <a:off x="533400" y="5562600"/>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53251"/>
                </a:solidFill>
                <a:latin typeface="Arial"/>
                <a:ea typeface="Arial"/>
                <a:cs typeface="Arial"/>
              </a:defRPr>
            </a:pPr>
            <a:r>
              <a:rPr sz="1725" b="0">
                <a:solidFill>
                  <a:srgbClr val="153251"/>
                </a:solidFill>
                <a:latin typeface="Arial"/>
                <a:ea typeface="Arial"/>
                <a:cs typeface="Arial"/>
              </a:rPr>
              <a:t>Cùng architecture và robot wrist objective, cùng freeze VLM. Đo transfer trên robot.</a:t>
            </a:r>
          </a:p>
        </p:txBody>
      </p:sp>
    </p:spTree>
    <p:extLst>
      <p:ext uri="{BB962C8B-B14F-4D97-AF65-F5344CB8AC3E}">
        <p14:creationId xmlns:p14="http://schemas.microsoft.com/office/powerpoint/2010/main" val="419144437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3" name="Picture 6"/>
          <p:cNvPicPr>
            <a:picLocks xmlns:a="http://schemas.openxmlformats.org/drawingml/2006/main" noChangeAspect="1"/>
          </p:cNvPicPr>
          <p:nvPr/>
        </p:nvPicPr>
        <p:blipFill>
          <a:blip xmlns:r="http://schemas.openxmlformats.org/officeDocument/2006/relationships" xmlns:a="http://schemas.openxmlformats.org/drawingml/2006/main" r:embed="Rac379a3b057841be"/>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5905500" y="238125"/>
            <a:ext cx="5715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Example robot rơi vật</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Phạm vi</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48425"/>
            <a:ext cx="10953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Ảnh dựng để giải thích. Chưa có episode E0 native hoặc measurement của đội.</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bdab54055604bfb"/>
          <a:stretch xmlns:a="http://schemas.openxmlformats.org/drawingml/2006/main"/>
        </p:blipFill>
        <p:spPr>
          <a:xfrm xmlns:a="http://schemas.openxmlformats.org/drawingml/2006/main">
            <a:off x="537965" y="1724025"/>
            <a:ext cx="5229620" cy="2943225"/>
          </a:xfrm>
          <a:prstGeom xmlns:a="http://schemas.openxmlformats.org/drawingml/2006/main" prst="rect">
            <a:avLst/>
          </a:prstGeom>
        </p:spPr>
      </p:pic>
      <p:sp>
        <p:nvSpPr>
          <p:cNvPr id="9" name="content">
            <a:extLst xmlns:a="http://schemas.openxmlformats.org/drawingml/2006/main">
              <a:ext uri="{FF2B5EF4-FFF2-40B4-BE49-F238E27FC236}">
                <a16:creationId xmlns:a16="http://schemas.microsoft.com/office/drawing/2014/main" id="{25983A0B-2C07-4957-8715-42BC053B3BA7}"/>
              </a:ext>
            </a:extLst>
          </p:cNvPr>
          <p:cNvSpPr>
            <a:spLocks xmlns:a="http://schemas.openxmlformats.org/drawingml/2006/main" noGrp="1"/>
          </p:cNvSpPr>
          <p:nvPr/>
        </p:nvSpPr>
        <p:spPr>
          <a:xfrm xmlns:a="http://schemas.openxmlformats.org/drawingml/2006/main">
            <a:off x="6191250" y="1609725"/>
            <a:ext cx="54006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3251"/>
                </a:solidFill>
                <a:latin typeface="Arial"/>
                <a:ea typeface="Arial"/>
                <a:cs typeface="Arial"/>
              </a:defRPr>
            </a:pPr>
            <a:r>
              <a:rPr sz="2325" b="1">
                <a:solidFill>
                  <a:srgbClr val="153251"/>
                </a:solidFill>
                <a:latin typeface="Arial"/>
                <a:ea typeface="Arial"/>
                <a:cs typeface="Arial"/>
              </a:rPr>
              <a:t>Scenario E0 cần kiểm</a:t>
            </a:r>
          </a:p>
        </p:txBody>
      </p:sp>
      <p:sp>
        <p:nvSpPr>
          <p:cNvPr id="10" name="content">
            <a:extLst xmlns:a="http://schemas.openxmlformats.org/drawingml/2006/main">
              <a:ext uri="{FF2B5EF4-FFF2-40B4-BE49-F238E27FC236}">
                <a16:creationId xmlns:a16="http://schemas.microsoft.com/office/drawing/2014/main" id="{5DFD7C2B-C987-49BD-A814-7EAE7F644171}"/>
              </a:ext>
            </a:extLst>
          </p:cNvPr>
          <p:cNvSpPr>
            <a:spLocks xmlns:a="http://schemas.openxmlformats.org/drawingml/2006/main" noGrp="1"/>
          </p:cNvSpPr>
          <p:nvPr/>
        </p:nvSpPr>
        <p:spPr>
          <a:xfrm xmlns:a="http://schemas.openxmlformats.org/drawingml/2006/main">
            <a:off x="6191250" y="2305050"/>
            <a:ext cx="5400675" cy="2314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3251"/>
                </a:solidFill>
                <a:latin typeface="Arial"/>
                <a:ea typeface="Arial"/>
                <a:cs typeface="Arial"/>
              </a:defRPr>
            </a:pPr>
            <a:r>
              <a:rPr sz="2025" b="0">
                <a:solidFill>
                  <a:srgbClr val="153251"/>
                </a:solidFill>
                <a:latin typeface="Arial"/>
                <a:ea typeface="Arial"/>
                <a:cs typeface="Arial"/>
              </a:rPr>
              <a:t>Robot nâng vật rồi vật rời tay trước A1.</a:t>
            </a:r>
          </a:p>
          <a:p xmlns:a="http://schemas.openxmlformats.org/drawingml/2006/main">
            <a:pPr algn="l">
              <a:defRPr sz="2025" b="0">
                <a:solidFill>
                  <a:srgbClr val="153251"/>
                </a:solidFill>
                <a:latin typeface="Arial"/>
                <a:ea typeface="Arial"/>
                <a:cs typeface="Arial"/>
              </a:defRPr>
            </a:pPr>
            <a:r>
              <a:rPr sz="2025" b="0">
                <a:solidFill>
                  <a:srgbClr val="153251"/>
                </a:solidFill>
                <a:latin typeface="Arial"/>
                <a:ea typeface="Arial"/>
                <a:cs typeface="Arial"/>
              </a:rPr>
              <a:t>Full-task fail trong scenario này.</a:t>
            </a:r>
          </a:p>
          <a:p xmlns:a="http://schemas.openxmlformats.org/drawingml/2006/main">
            <a:pPr algn="l">
              <a:defRPr sz="2025" b="0">
                <a:solidFill>
                  <a:srgbClr val="153251"/>
                </a:solidFill>
                <a:latin typeface="Arial"/>
                <a:ea typeface="Arial"/>
                <a:cs typeface="Arial"/>
              </a:defRPr>
            </a:pPr>
            <a:r>
              <a:rPr sz="2025" b="0">
                <a:solidFill>
                  <a:srgbClr val="153251"/>
                </a:solidFill>
                <a:latin typeface="Arial"/>
                <a:ea typeface="Arial"/>
                <a:cs typeface="Arial"/>
              </a:rPr>
              <a:t>Mốc trước giữ trạng thái đã chấm.</a:t>
            </a:r>
          </a:p>
          <a:p xmlns:a="http://schemas.openxmlformats.org/drawingml/2006/main">
            <a:pPr algn="l">
              <a:defRPr sz="2025" b="0">
                <a:solidFill>
                  <a:srgbClr val="153251"/>
                </a:solidFill>
                <a:latin typeface="Arial"/>
                <a:ea typeface="Arial"/>
                <a:cs typeface="Arial"/>
              </a:defRPr>
            </a:pPr>
            <a:r>
              <a:rPr sz="2025" b="0">
                <a:solidFill>
                  <a:srgbClr val="153251"/>
                </a:solidFill>
                <a:latin typeface="Arial"/>
                <a:ea typeface="Arial"/>
                <a:cs typeface="Arial"/>
              </a:rPr>
              <a:t>Bước chưa tới ghi “chưa thử”.</a:t>
            </a:r>
          </a:p>
          <a:p xmlns:a="http://schemas.openxmlformats.org/drawingml/2006/main">
            <a:pPr algn="l">
              <a:defRPr sz="2025" b="0">
                <a:solidFill>
                  <a:srgbClr val="153251"/>
                </a:solidFill>
                <a:latin typeface="Arial"/>
                <a:ea typeface="Arial"/>
                <a:cs typeface="Arial"/>
              </a:defRPr>
            </a:pPr>
            <a:r>
              <a:rPr sz="2025" b="0">
                <a:solidFill>
                  <a:srgbClr val="153251"/>
                </a:solidFill>
                <a:latin typeface="Arial"/>
                <a:ea typeface="Arial"/>
                <a:cs typeface="Arial"/>
              </a:rPr>
              <a:t>Chưa kết luận module nào sai.</a:t>
            </a:r>
          </a:p>
        </p:txBody>
      </p:sp>
      <p:sp>
        <p:nvSpPr>
          <p:cNvPr id="11" name="content">
            <a:extLst xmlns:a="http://schemas.openxmlformats.org/drawingml/2006/main">
              <a:ext uri="{FF2B5EF4-FFF2-40B4-BE49-F238E27FC236}">
                <a16:creationId xmlns:a16="http://schemas.microsoft.com/office/drawing/2014/main" id="{68F4D850-8085-4781-AC7B-C7D503ADF9B0}"/>
              </a:ext>
            </a:extLst>
          </p:cNvPr>
          <p:cNvSpPr>
            <a:spLocks xmlns:a="http://schemas.openxmlformats.org/drawingml/2006/main" noGrp="1"/>
          </p:cNvSpPr>
          <p:nvPr/>
        </p:nvSpPr>
        <p:spPr>
          <a:xfrm xmlns:a="http://schemas.openxmlformats.org/drawingml/2006/main">
            <a:off x="533400" y="4743450"/>
            <a:ext cx="523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B637B"/>
                </a:solidFill>
                <a:latin typeface="Arial"/>
                <a:ea typeface="Arial"/>
                <a:cs typeface="Arial"/>
              </a:defRPr>
            </a:pPr>
            <a:r>
              <a:rPr sz="1350" b="0">
                <a:solidFill>
                  <a:srgbClr val="4B637B"/>
                </a:solidFill>
                <a:latin typeface="Arial"/>
                <a:ea typeface="Arial"/>
                <a:cs typeface="Arial"/>
              </a:rPr>
              <a:t>Ảnh minh họa AI, không phải episode E0 native.</a:t>
            </a:r>
          </a:p>
        </p:txBody>
      </p:sp>
      <p:sp>
        <p:nvSpPr>
          <p:cNvPr id="12" name="content">
            <a:extLst xmlns:a="http://schemas.openxmlformats.org/drawingml/2006/main">
              <a:ext uri="{FF2B5EF4-FFF2-40B4-BE49-F238E27FC236}">
                <a16:creationId xmlns:a16="http://schemas.microsoft.com/office/drawing/2014/main" id="{ED91529B-148F-446B-B798-C3779C917FAA}"/>
              </a:ext>
            </a:extLst>
          </p:cNvPr>
          <p:cNvSpPr>
            <a:spLocks xmlns:a="http://schemas.openxmlformats.org/drawingml/2006/main" noGrp="1"/>
          </p:cNvSpPr>
          <p:nvPr/>
        </p:nvSpPr>
        <p:spPr>
          <a:xfrm xmlns:a="http://schemas.openxmlformats.org/drawingml/2006/main">
            <a:off x="533400" y="5124450"/>
            <a:ext cx="111252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7F83"/>
                </a:solidFill>
                <a:latin typeface="Arial"/>
                <a:ea typeface="Arial"/>
                <a:cs typeface="Arial"/>
              </a:defRPr>
            </a:pPr>
            <a:r>
              <a:rPr sz="1950" b="1">
                <a:solidFill>
                  <a:srgbClr val="007F83"/>
                </a:solidFill>
                <a:latin typeface="Arial"/>
                <a:ea typeface="Arial"/>
                <a:cs typeface="Arial"/>
              </a:rPr>
              <a:t>Cần phân biệt: pose gắp, action dự đoán, binding/controller hay coverage dữ liệu.</a:t>
            </a:r>
          </a:p>
        </p:txBody>
      </p:sp>
    </p:spTree>
    <p:extLst>
      <p:ext uri="{BB962C8B-B14F-4D97-AF65-F5344CB8AC3E}">
        <p14:creationId xmlns:p14="http://schemas.microsoft.com/office/powerpoint/2010/main" val="419144437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0" name="Picture 6"/>
          <p:cNvPicPr>
            <a:picLocks xmlns:a="http://schemas.openxmlformats.org/drawingml/2006/main" noChangeAspect="1"/>
          </p:cNvPicPr>
          <p:nvPr/>
        </p:nvPicPr>
        <p:blipFill>
          <a:blip xmlns:r="http://schemas.openxmlformats.org/officeDocument/2006/relationships" xmlns:a="http://schemas.openxmlformats.org/drawingml/2006/main" r:embed="Rd891c78db4384679"/>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5905500" y="238125"/>
            <a:ext cx="5715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Bằng chứng từng ranh giới</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Phạm vi</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48425"/>
            <a:ext cx="10953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Trace native chưa có. Chỉ ghi text/grounding nếu model thực sự xuất chúng.</a:t>
            </a:r>
          </a:p>
        </p:txBody>
      </p:sp>
      <p:graphicFrame>
        <p:nvGraphicFramePr>
          <p:cNvPr id="15" name=""/>
          <p:cNvGraphicFramePr/>
          <p:nvPr/>
        </p:nvGraphicFramePr>
        <p:xfrm>
          <a:off xmlns:a="http://schemas.openxmlformats.org/drawingml/2006/main" x="533400" y="1676400"/>
          <a:ext xmlns:a="http://schemas.openxmlformats.org/drawingml/2006/main" cx="11125200" cy="3333750"/>
        </p:xfrm>
        <a:graphic xmlns:a="http://schemas.openxmlformats.org/drawingml/2006/main">
          <a:graphicData uri="http://schemas.openxmlformats.org/drawingml/2006/table">
            <a:tbl>
              <a:tblPr firstRow="1" bandRow="0"/>
              <a:tblGrid>
                <a:gridCol w="2171700"/>
                <a:gridCol w="5095875"/>
                <a:gridCol w="3857625"/>
              </a:tblGrid>
              <a:tr h="381000">
                <a:tc>
                  <a:txBody>
                    <a:bodyPr wrap="square" lIns="85725" tIns="57150" rIns="85725" bIns="57150">
                      <a:noAutofit/>
                    </a:bodyPr>
                    <a:lstStyle/>
                    <a:p>
                      <a:r>
                        <a:rPr sz="1650" b="1">
                          <a:solidFill>
                            <a:srgbClr val="FFFFFF"/>
                          </a:solidFill>
                          <a:latin typeface="Arial"/>
                          <a:ea typeface="Arial"/>
                          <a:cs typeface="Arial"/>
                        </a:rPr>
                        <a:t>Ranh giới</a:t>
                      </a:r>
                    </a:p>
                  </a:txBody>
                  <a:tcPr marL="91440" marR="91440" marT="45720" marB="45720">
                    <a:solidFill>
                      <a:srgbClr val="203F68"/>
                    </a:solidFill>
                  </a:tcPr>
                </a:tc>
                <a:tc>
                  <a:txBody>
                    <a:bodyPr wrap="square" lIns="85725" tIns="57150" rIns="85725" bIns="57150">
                      <a:noAutofit/>
                    </a:bodyPr>
                    <a:lstStyle/>
                    <a:p>
                      <a:r>
                        <a:rPr sz="1650" b="1">
                          <a:solidFill>
                            <a:srgbClr val="FFFFFF"/>
                          </a:solidFill>
                          <a:latin typeface="Arial"/>
                          <a:ea typeface="Arial"/>
                          <a:cs typeface="Arial"/>
                        </a:rPr>
                        <a:t>Dấu vết cần có</a:t>
                      </a:r>
                    </a:p>
                  </a:txBody>
                  <a:tcPr marL="91440" marR="91440" marT="45720" marB="45720">
                    <a:solidFill>
                      <a:srgbClr val="203F68"/>
                    </a:solidFill>
                  </a:tcPr>
                </a:tc>
                <a:tc>
                  <a:txBody>
                    <a:bodyPr wrap="square" lIns="85725" tIns="57150" rIns="85725" bIns="57150">
                      <a:noAutofit/>
                    </a:bodyPr>
                    <a:lstStyle/>
                    <a:p>
                      <a:r>
                        <a:rPr sz="1650" b="1">
                          <a:solidFill>
                            <a:srgbClr val="FFFFFF"/>
                          </a:solidFill>
                          <a:latin typeface="Arial"/>
                          <a:ea typeface="Arial"/>
                          <a:cs typeface="Arial"/>
                        </a:rPr>
                        <a:t>Phép kiểm</a:t>
                      </a:r>
                    </a:p>
                  </a:txBody>
                  <a:tcPr marL="91440" marR="91440" marT="45720" marB="45720">
                    <a:solidFill>
                      <a:srgbClr val="203F68"/>
                    </a:solidFill>
                  </a:tcPr>
                </a:tc>
              </a:tr>
              <a:tr h="590550">
                <a:tc>
                  <a:txBody>
                    <a:bodyPr wrap="square" lIns="85725" tIns="57150" rIns="85725" bIns="57150">
                      <a:noAutofit/>
                    </a:bodyPr>
                    <a:lstStyle/>
                    <a:p>
                      <a:r>
                        <a:rPr sz="1650" b="0">
                          <a:solidFill>
                            <a:srgbClr val="153251"/>
                          </a:solidFill>
                          <a:latin typeface="Arial"/>
                          <a:ea typeface="Arial"/>
                          <a:cs typeface="Arial"/>
                        </a:rPr>
                        <a:t>Input</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Raw/processed RGB, lệnh, state và clocks</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Crop, calibration và timing</a:t>
                      </a:r>
                    </a:p>
                  </a:txBody>
                  <a:tcPr marL="91440" marR="91440" marT="45720" marB="45720">
                    <a:solidFill>
                      <a:srgbClr val="FFFFFF"/>
                    </a:solidFill>
                  </a:tcPr>
                </a:tc>
              </a:tr>
              <a:tr h="590550">
                <a:tc>
                  <a:txBody>
                    <a:bodyPr wrap="square" lIns="85725" tIns="57150" rIns="85725" bIns="57150">
                      <a:noAutofit/>
                    </a:bodyPr>
                    <a:lstStyle/>
                    <a:p>
                      <a:r>
                        <a:rPr sz="1650" b="0">
                          <a:solidFill>
                            <a:srgbClr val="153251"/>
                          </a:solidFill>
                          <a:latin typeface="Arial"/>
                          <a:ea typeface="Arial"/>
                          <a:cs typeface="Arial"/>
                        </a:rPr>
                        <a:t>VLM</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Actual features, layer/shape, masks, version</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Probe có nhãn và kiểm giả thuyết</a:t>
                      </a:r>
                    </a:p>
                  </a:txBody>
                  <a:tcPr marL="91440" marR="91440" marT="45720" marB="45720">
                    <a:solidFill>
                      <a:srgbClr val="FFFFFF"/>
                    </a:solidFill>
                  </a:tcPr>
                </a:tc>
              </a:tr>
              <a:tr h="590550">
                <a:tc>
                  <a:txBody>
                    <a:bodyPr wrap="square" lIns="85725" tIns="57150" rIns="85725" bIns="57150">
                      <a:noAutofit/>
                    </a:bodyPr>
                    <a:lstStyle/>
                    <a:p>
                      <a:r>
                        <a:rPr sz="1650" b="0">
                          <a:solidFill>
                            <a:srgbClr val="153251"/>
                          </a:solidFill>
                          <a:latin typeface="Arial"/>
                          <a:ea typeface="Arial"/>
                          <a:cs typeface="Arial"/>
                        </a:rPr>
                        <a:t>Action Expert</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Conditioning, final chunk, horizon, units</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Parity inference và reload</a:t>
                      </a:r>
                    </a:p>
                  </a:txBody>
                  <a:tcPr marL="91440" marR="91440" marT="45720" marB="45720">
                    <a:solidFill>
                      <a:srgbClr val="FFFFFF"/>
                    </a:solidFill>
                  </a:tcPr>
                </a:tc>
              </a:tr>
              <a:tr h="590550">
                <a:tc>
                  <a:txBody>
                    <a:bodyPr wrap="square" lIns="85725" tIns="57150" rIns="85725" bIns="57150">
                      <a:noAutofit/>
                    </a:bodyPr>
                    <a:lstStyle/>
                    <a:p>
                      <a:r>
                        <a:rPr sz="1650" b="0">
                          <a:solidFill>
                            <a:srgbClr val="153251"/>
                          </a:solidFill>
                          <a:latin typeface="Arial"/>
                          <a:ea typeface="Arial"/>
                          <a:cs typeface="Arial"/>
                        </a:rPr>
                        <a:t>Thực thi</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Prediction, sent command, measured response</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Mapping, clipping, queue, tracking</a:t>
                      </a:r>
                    </a:p>
                  </a:txBody>
                  <a:tcPr marL="91440" marR="91440" marT="45720" marB="45720">
                    <a:solidFill>
                      <a:srgbClr val="FFFFFF"/>
                    </a:solidFill>
                  </a:tcPr>
                </a:tc>
              </a:tr>
              <a:tr h="590550">
                <a:tc>
                  <a:txBody>
                    <a:bodyPr wrap="square" lIns="85725" tIns="57150" rIns="85725" bIns="57150">
                      <a:noAutofit/>
                    </a:bodyPr>
                    <a:lstStyle/>
                    <a:p>
                      <a:r>
                        <a:rPr sz="1650" b="0">
                          <a:solidFill>
                            <a:srgbClr val="153251"/>
                          </a:solidFill>
                          <a:latin typeface="Arial"/>
                          <a:ea typeface="Arial"/>
                          <a:cs typeface="Arial"/>
                        </a:rPr>
                        <a:t>Outcome</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Object/contact, pass/fail/unknown/chưa thử</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Independent whole-task scorer</a:t>
                      </a:r>
                    </a:p>
                  </a:txBody>
                  <a:tcPr marL="91440" marR="91440" marT="45720" marB="45720">
                    <a:solidFill>
                      <a:srgbClr val="FFFFFF"/>
                    </a:solidFill>
                  </a:tcPr>
                </a:tc>
              </a:tr>
            </a:tbl>
          </a:graphicData>
        </a:graphic>
      </p:graphicFrame>
      <p:sp>
        <p:nvSpPr>
          <p:cNvPr id="9" name="content">
            <a:extLst xmlns:a="http://schemas.openxmlformats.org/drawingml/2006/main">
              <a:ext uri="{FF2B5EF4-FFF2-40B4-BE49-F238E27FC236}">
                <a16:creationId xmlns:a16="http://schemas.microsoft.com/office/drawing/2014/main" id="{91B2C03E-35F2-40CF-BBE5-59E9C177CE9A}"/>
              </a:ext>
            </a:extLst>
          </p:cNvPr>
          <p:cNvSpPr>
            <a:spLocks xmlns:a="http://schemas.openxmlformats.org/drawingml/2006/main" noGrp="1"/>
          </p:cNvSpPr>
          <p:nvPr/>
        </p:nvSpPr>
        <p:spPr>
          <a:xfrm xmlns:a="http://schemas.openxmlformats.org/drawingml/2006/main">
            <a:off x="533400" y="5276850"/>
            <a:ext cx="11125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3251"/>
                </a:solidFill>
                <a:latin typeface="Arial"/>
                <a:ea typeface="Arial"/>
                <a:cs typeface="Arial"/>
              </a:defRPr>
            </a:pPr>
            <a:r>
              <a:rPr sz="1875" b="1">
                <a:solidFill>
                  <a:srgbClr val="153251"/>
                </a:solidFill>
                <a:latin typeface="Arial"/>
                <a:ea typeface="Arial"/>
                <a:cs typeface="Arial"/>
              </a:rPr>
              <a:t>Latent phải có hook và nguồn rõ. Probe đọc được tín hiệu chưa chứng minh nguyên nhân.</a:t>
            </a:r>
          </a:p>
        </p:txBody>
      </p:sp>
    </p:spTree>
    <p:extLst>
      <p:ext uri="{BB962C8B-B14F-4D97-AF65-F5344CB8AC3E}">
        <p14:creationId xmlns:p14="http://schemas.microsoft.com/office/powerpoint/2010/main" val="419144437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3e0a4c191c97439d"/>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00196D4-0684-4C66-81A1-07A8558DDB9A}"/>
              </a:ext>
            </a:extLst>
          </p:cNvPr>
          <p:cNvSpPr>
            <a:spLocks xmlns:a="http://schemas.openxmlformats.org/drawingml/2006/main" noGrp="1"/>
          </p:cNvSpPr>
          <p:nvPr>
            <p:ph type="title" idx="0"/>
          </p:nvPr>
        </p:nvSpPr>
        <p:spPr>
          <a:xfrm xmlns:a="http://schemas.openxmlformats.org/drawingml/2006/main">
            <a:off x="5905500" y="238125"/>
            <a:ext cx="5715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Can thiệp có bằng chứng</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Phạm vi</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448425"/>
            <a:ext cx="10953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Không tự mở training từ failure rate. Không mặc định candidate sẽ sửa được lỗi.</a:t>
            </a:r>
          </a:p>
        </p:txBody>
      </p:sp>
      <p:graphicFrame>
        <p:nvGraphicFramePr>
          <p:cNvPr id="16" name=""/>
          <p:cNvGraphicFramePr/>
          <p:nvPr/>
        </p:nvGraphicFramePr>
        <p:xfrm>
          <a:off xmlns:a="http://schemas.openxmlformats.org/drawingml/2006/main" x="533400" y="1647825"/>
          <a:ext xmlns:a="http://schemas.openxmlformats.org/drawingml/2006/main" cx="11125200" cy="2819400"/>
        </p:xfrm>
        <a:graphic xmlns:a="http://schemas.openxmlformats.org/drawingml/2006/main">
          <a:graphicData uri="http://schemas.openxmlformats.org/drawingml/2006/table">
            <a:tbl>
              <a:tblPr firstRow="1" bandRow="0"/>
              <a:tblGrid>
                <a:gridCol w="2714625"/>
                <a:gridCol w="4229100"/>
                <a:gridCol w="4181475"/>
              </a:tblGrid>
              <a:tr h="381000">
                <a:tc>
                  <a:txBody>
                    <a:bodyPr wrap="square" lIns="85725" tIns="57150" rIns="85725" bIns="57150">
                      <a:noAutofit/>
                    </a:bodyPr>
                    <a:lstStyle/>
                    <a:p>
                      <a:r>
                        <a:rPr sz="1650" b="1">
                          <a:solidFill>
                            <a:srgbClr val="FFFFFF"/>
                          </a:solidFill>
                          <a:latin typeface="Arial"/>
                          <a:ea typeface="Arial"/>
                          <a:cs typeface="Arial"/>
                        </a:rPr>
                        <a:t>Giả thuyết</a:t>
                      </a:r>
                    </a:p>
                  </a:txBody>
                  <a:tcPr marL="91440" marR="91440" marT="45720" marB="45720">
                    <a:solidFill>
                      <a:srgbClr val="203F68"/>
                    </a:solidFill>
                  </a:tcPr>
                </a:tc>
                <a:tc>
                  <a:txBody>
                    <a:bodyPr wrap="square" lIns="85725" tIns="57150" rIns="85725" bIns="57150">
                      <a:noAutofit/>
                    </a:bodyPr>
                    <a:lstStyle/>
                    <a:p>
                      <a:r>
                        <a:rPr sz="1650" b="1">
                          <a:solidFill>
                            <a:srgbClr val="FFFFFF"/>
                          </a:solidFill>
                          <a:latin typeface="Arial"/>
                          <a:ea typeface="Arial"/>
                          <a:cs typeface="Arial"/>
                        </a:rPr>
                        <a:t>Phép kiểm</a:t>
                      </a:r>
                    </a:p>
                  </a:txBody>
                  <a:tcPr marL="91440" marR="91440" marT="45720" marB="45720">
                    <a:solidFill>
                      <a:srgbClr val="203F68"/>
                    </a:solidFill>
                  </a:tcPr>
                </a:tc>
                <a:tc>
                  <a:txBody>
                    <a:bodyPr wrap="square" lIns="85725" tIns="57150" rIns="85725" bIns="57150">
                      <a:noAutofit/>
                    </a:bodyPr>
                    <a:lstStyle/>
                    <a:p>
                      <a:r>
                        <a:rPr sz="1650" b="1">
                          <a:solidFill>
                            <a:srgbClr val="FFFFFF"/>
                          </a:solidFill>
                          <a:latin typeface="Arial"/>
                          <a:ea typeface="Arial"/>
                          <a:cs typeface="Arial"/>
                        </a:rPr>
                        <a:t>Quyết định có điều kiện</a:t>
                      </a:r>
                    </a:p>
                  </a:txBody>
                  <a:tcPr marL="91440" marR="91440" marT="45720" marB="45720">
                    <a:solidFill>
                      <a:srgbClr val="203F68"/>
                    </a:solidFill>
                  </a:tcPr>
                </a:tc>
              </a:tr>
              <a:tr h="812800">
                <a:tc>
                  <a:txBody>
                    <a:bodyPr wrap="square" lIns="85725" tIns="57150" rIns="85725" bIns="57150">
                      <a:noAutofit/>
                    </a:bodyPr>
                    <a:lstStyle/>
                    <a:p>
                      <a:r>
                        <a:rPr sz="1650" b="0">
                          <a:solidFill>
                            <a:srgbClr val="153251"/>
                          </a:solidFill>
                          <a:latin typeface="Arial"/>
                          <a:ea typeface="Arial"/>
                          <a:cs typeface="Arial"/>
                        </a:rPr>
                        <a:t>Binding / controller sai</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Replay chunk, so sent command và response</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Repair, re-pin và lập lại baseline</a:t>
                      </a:r>
                    </a:p>
                  </a:txBody>
                  <a:tcPr marL="91440" marR="91440" marT="45720" marB="45720">
                    <a:solidFill>
                      <a:srgbClr val="FFFFFF"/>
                    </a:solidFill>
                  </a:tcPr>
                </a:tc>
              </a:tr>
              <a:tr h="812800">
                <a:tc>
                  <a:txBody>
                    <a:bodyPr wrap="square" lIns="85725" tIns="57150" rIns="85725" bIns="57150">
                      <a:noAutofit/>
                    </a:bodyPr>
                    <a:lstStyle/>
                    <a:p>
                      <a:r>
                        <a:rPr sz="1650" b="0">
                          <a:solidFill>
                            <a:srgbClr val="153251"/>
                          </a:solidFill>
                          <a:latin typeface="Arial"/>
                          <a:ea typeface="Arial"/>
                          <a:cs typeface="Arial"/>
                        </a:rPr>
                        <a:t>Pose gắp chưa tốt</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So transport từ expert grip và policy grip</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Correction giữ context gắp–nâng–chuyển</a:t>
                      </a:r>
                    </a:p>
                  </a:txBody>
                  <a:tcPr marL="91440" marR="91440" marT="45720" marB="45720">
                    <a:solidFill>
                      <a:srgbClr val="FFFFFF"/>
                    </a:solidFill>
                  </a:tcPr>
                </a:tc>
              </a:tr>
              <a:tr h="812800">
                <a:tc>
                  <a:txBody>
                    <a:bodyPr wrap="square" lIns="85725" tIns="57150" rIns="85725" bIns="57150">
                      <a:noAutofit/>
                    </a:bodyPr>
                    <a:lstStyle/>
                    <a:p>
                      <a:r>
                        <a:rPr sz="1650" b="0">
                          <a:solidFill>
                            <a:srgbClr val="153251"/>
                          </a:solidFill>
                          <a:latin typeface="Arial"/>
                          <a:ea typeface="Arial"/>
                          <a:cs typeface="Arial"/>
                        </a:rPr>
                        <a:t>Coverage/contact thiếu</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Kiểm trajectory/contact và variants kiểm soát</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Thử sim positive hoặc correction</a:t>
                      </a:r>
                    </a:p>
                  </a:txBody>
                  <a:tcPr marL="91440" marR="91440" marT="45720" marB="45720">
                    <a:solidFill>
                      <a:srgbClr val="FFFFFF"/>
                    </a:solidFill>
                  </a:tcPr>
                </a:tc>
              </a:tr>
            </a:tbl>
          </a:graphicData>
        </a:graphic>
      </p:graphicFrame>
      <p:sp>
        <p:nvSpPr>
          <p:cNvPr id="9" name="content">
            <a:extLst xmlns:a="http://schemas.openxmlformats.org/drawingml/2006/main">
              <a:ext uri="{FF2B5EF4-FFF2-40B4-BE49-F238E27FC236}">
                <a16:creationId xmlns:a16="http://schemas.microsoft.com/office/drawing/2014/main" id="{CDFFB64D-D931-406E-B2B5-999E0FCFC221}"/>
              </a:ext>
            </a:extLst>
          </p:cNvPr>
          <p:cNvSpPr>
            <a:spLocks xmlns:a="http://schemas.openxmlformats.org/drawingml/2006/main" noGrp="1"/>
          </p:cNvSpPr>
          <p:nvPr/>
        </p:nvSpPr>
        <p:spPr>
          <a:xfrm xmlns:a="http://schemas.openxmlformats.org/drawingml/2006/main">
            <a:off x="533400" y="4686300"/>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7F83"/>
                </a:solidFill>
                <a:latin typeface="Arial"/>
                <a:ea typeface="Arial"/>
                <a:cs typeface="Arial"/>
              </a:defRPr>
            </a:pPr>
            <a:r>
              <a:rPr sz="1950" b="1">
                <a:solidFill>
                  <a:srgbClr val="007F83"/>
                </a:solidFill>
                <a:latin typeface="Arial"/>
                <a:ea typeface="Arial"/>
                <a:cs typeface="Arial"/>
              </a:rPr>
              <a:t>Chưa phân biệt được nguyên nhân: hoãn quyết định, thu bằng chứng tiếp.</a:t>
            </a:r>
          </a:p>
        </p:txBody>
      </p:sp>
      <p:sp>
        <p:nvSpPr>
          <p:cNvPr id="10" name="content">
            <a:extLst xmlns:a="http://schemas.openxmlformats.org/drawingml/2006/main">
              <a:ext uri="{FF2B5EF4-FFF2-40B4-BE49-F238E27FC236}">
                <a16:creationId xmlns:a16="http://schemas.microsoft.com/office/drawing/2014/main" id="{ED4F1B63-E3B6-4AC8-A78F-E245AEEAFDAF}"/>
              </a:ext>
            </a:extLst>
          </p:cNvPr>
          <p:cNvSpPr>
            <a:spLocks xmlns:a="http://schemas.openxmlformats.org/drawingml/2006/main" noGrp="1"/>
          </p:cNvSpPr>
          <p:nvPr/>
        </p:nvSpPr>
        <p:spPr>
          <a:xfrm xmlns:a="http://schemas.openxmlformats.org/drawingml/2006/main">
            <a:off x="533400" y="5248275"/>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53251"/>
                </a:solidFill>
                <a:latin typeface="Arial"/>
                <a:ea typeface="Arial"/>
                <a:cs typeface="Arial"/>
              </a:defRPr>
            </a:pPr>
            <a:r>
              <a:rPr sz="1725" b="0">
                <a:solidFill>
                  <a:srgbClr val="153251"/>
                </a:solidFill>
                <a:latin typeface="Arial"/>
                <a:ea typeface="Arial"/>
                <a:cs typeface="Arial"/>
              </a:rPr>
              <a:t>Fail từ đầu: kiểm expert feasibility và hệ thống. Seed/curriculum trong budget nếu khả thi.</a:t>
            </a:r>
          </a:p>
          <a:p xmlns:a="http://schemas.openxmlformats.org/drawingml/2006/main">
            <a:pPr algn="l">
              <a:defRPr sz="1725" b="0">
                <a:solidFill>
                  <a:srgbClr val="153251"/>
                </a:solidFill>
                <a:latin typeface="Arial"/>
                <a:ea typeface="Arial"/>
                <a:cs typeface="Arial"/>
              </a:defRPr>
            </a:pPr>
            <a:r>
              <a:rPr sz="1725" b="0">
                <a:solidFill>
                  <a:srgbClr val="153251"/>
                </a:solidFill>
                <a:latin typeface="Arial"/>
                <a:ea typeface="Arial"/>
                <a:cs typeface="Arial"/>
              </a:rPr>
              <a:t>Đo lại cả task, transitions, regression và final giữ riêng sau khi freeze.</a:t>
            </a:r>
          </a:p>
        </p:txBody>
      </p:sp>
    </p:spTree>
    <p:extLst>
      <p:ext uri="{BB962C8B-B14F-4D97-AF65-F5344CB8AC3E}">
        <p14:creationId xmlns:p14="http://schemas.microsoft.com/office/powerpoint/2010/main" val="419144437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d2f0ccf421854d77"/>
          <a:srcRect xmlns:a="http://schemas.openxmlformats.org/drawingml/2006/main" l="0" t="32804" r="0" b="51587"/>
          <a:stretch xmlns:a="http://schemas.openxmlformats.org/drawingml/2006/main">
            <a:fillRect l="0" t="0" r="0" b="0"/>
          </a:stretch>
        </p:blipFill>
        <p:spPr>
          <a:xfrm xmlns:a="http://schemas.openxmlformats.org/drawingml/2006/main">
            <a:off x="0" y="5832928"/>
            <a:ext cx="12191999" cy="1025075"/>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8B3F269B-5EF9-4D07-98F2-086120AD0FF4}"/>
              </a:ext>
            </a:extLst>
          </p:cNvPr>
          <p:cNvSpPr>
            <a:spLocks xmlns:a="http://schemas.openxmlformats.org/drawingml/2006/main" noGrp="1"/>
          </p:cNvSpPr>
          <p:nvPr>
            <p:ph type="title" idx="0"/>
          </p:nvPr>
        </p:nvSpPr>
        <p:spPr>
          <a:xfrm xmlns:a="http://schemas.openxmlformats.org/drawingml/2006/main">
            <a:off x="5905500" y="238125"/>
            <a:ext cx="5715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Hiệu quả và phép đo</a:t>
            </a:r>
          </a:p>
        </p:txBody>
      </p:sp>
      <p:sp>
        <p:nvSpPr>
          <p:cNvPr id="4" name="Shape 28">
            <a:extLst xmlns:a="http://schemas.openxmlformats.org/drawingml/2006/main">
              <a:ext uri="{FF2B5EF4-FFF2-40B4-BE49-F238E27FC236}">
                <a16:creationId xmlns:a16="http://schemas.microsoft.com/office/drawing/2014/main" id="{3FF92FF0-C16F-5FF6-7BAA-EE13F3A3077C}"/>
              </a:ext>
            </a:extLst>
          </p:cNvPr>
          <p:cNvSpPr>
            <a:spLocks xmlns:a="http://schemas.openxmlformats.org/drawingml/2006/main" noGrp="1"/>
          </p:cNvSpPr>
          <p:nvPr/>
        </p:nvSpPr>
        <p:spPr>
          <a:xfrm xmlns:a="http://schemas.openxmlformats.org/drawingml/2006/main">
            <a:off x="310908" y="5899993"/>
            <a:ext cx="45719" cy="82193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F6B4177F-B997-3A40-5B69-23A317D7A4BC}"/>
              </a:ext>
            </a:extLst>
          </p:cNvPr>
          <p:cNvSpPr>
            <a:spLocks xmlns:a="http://schemas.openxmlformats.org/drawingml/2006/main" noGrp="1"/>
          </p:cNvSpPr>
          <p:nvPr/>
        </p:nvSpPr>
        <p:spPr>
          <a:xfrm xmlns:a="http://schemas.openxmlformats.org/drawingml/2006/main">
            <a:off x="323850" y="6162675"/>
            <a:ext cx="10953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350" b="1">
                <a:solidFill>
                  <a:srgbClr val="FFFFFF"/>
                </a:solidFill>
                <a:latin typeface="Arial"/>
                <a:ea typeface="Arial"/>
                <a:cs typeface="Arial"/>
              </a:defRPr>
            </a:pPr>
            <a:r>
              <a:rPr sz="1350" b="1">
                <a:solidFill>
                  <a:srgbClr val="FFFFFF"/>
                </a:solidFill>
                <a:latin typeface="Arial"/>
                <a:ea typeface="Arial"/>
                <a:cs typeface="Arial"/>
              </a:rPr>
              <a:t>Phạm vi</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34D1BD95-B5A6-0B39-BCD1-2FB2DE13627C}"/>
              </a:ext>
            </a:extLst>
          </p:cNvPr>
          <p:cNvSpPr>
            <a:spLocks xmlns:a="http://schemas.openxmlformats.org/drawingml/2006/main" noGrp="1"/>
          </p:cNvSpPr>
          <p:nvPr/>
        </p:nvSpPr>
        <p:spPr>
          <a:xfrm xmlns:a="http://schemas.openxmlformats.org/drawingml/2006/main">
            <a:off x="323850" y="6448425"/>
            <a:ext cx="10953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buNone/>
              <a:defRPr sz="1275" b="0">
                <a:solidFill>
                  <a:srgbClr val="FFFFFF"/>
                </a:solidFill>
                <a:latin typeface="Arial"/>
                <a:ea typeface="Arial"/>
                <a:cs typeface="Arial"/>
              </a:defRPr>
            </a:pPr>
            <a:r>
              <a:rPr sz="1275" b="0">
                <a:solidFill>
                  <a:srgbClr val="FFFFFF"/>
                </a:solidFill>
                <a:latin typeface="Arial"/>
                <a:ea typeface="Arial"/>
                <a:cs typeface="Arial"/>
              </a:rPr>
              <a:t>Ngưỡng là đề xuất prototype. Chưa là chuẩn nhà máy hoặc kết quả policy.</a:t>
            </a:r>
            <a:endParaRPr sz="1000">
              <a:solidFill>
                <a:srgbClr val="1E293B"/>
              </a:solidFill>
              <a:latin typeface="Arial"/>
              <a:ea typeface="Arial"/>
              <a:cs typeface="Arial"/>
            </a:endParaRPr>
          </a:p>
        </p:txBody>
      </p:sp>
      <p:graphicFrame>
        <p:nvGraphicFramePr>
          <p:cNvPr id="16" name=""/>
          <p:cNvGraphicFramePr/>
          <p:nvPr/>
        </p:nvGraphicFramePr>
        <p:xfrm>
          <a:off xmlns:a="http://schemas.openxmlformats.org/drawingml/2006/main" x="533400" y="1657350"/>
          <a:ext xmlns:a="http://schemas.openxmlformats.org/drawingml/2006/main" cx="11125200" cy="2724150"/>
        </p:xfrm>
        <a:graphic xmlns:a="http://schemas.openxmlformats.org/drawingml/2006/main">
          <a:graphicData uri="http://schemas.openxmlformats.org/drawingml/2006/table">
            <a:tbl>
              <a:tblPr firstRow="1" bandRow="0"/>
              <a:tblGrid>
                <a:gridCol w="2324100"/>
                <a:gridCol w="6286500"/>
                <a:gridCol w="2514600"/>
              </a:tblGrid>
              <a:tr h="381000">
                <a:tc>
                  <a:txBody>
                    <a:bodyPr wrap="square" lIns="85725" tIns="57150" rIns="85725" bIns="57150">
                      <a:noAutofit/>
                    </a:bodyPr>
                    <a:lstStyle/>
                    <a:p>
                      <a:r>
                        <a:rPr sz="1650" b="1">
                          <a:solidFill>
                            <a:srgbClr val="FFFFFF"/>
                          </a:solidFill>
                          <a:latin typeface="Arial"/>
                          <a:ea typeface="Arial"/>
                          <a:cs typeface="Arial"/>
                        </a:rPr>
                        <a:t>Tiêu chí</a:t>
                      </a:r>
                    </a:p>
                  </a:txBody>
                  <a:tcPr marL="91440" marR="91440" marT="45720" marB="45720">
                    <a:solidFill>
                      <a:srgbClr val="203F68"/>
                    </a:solidFill>
                  </a:tcPr>
                </a:tc>
                <a:tc>
                  <a:txBody>
                    <a:bodyPr wrap="square" lIns="85725" tIns="57150" rIns="85725" bIns="57150">
                      <a:noAutofit/>
                    </a:bodyPr>
                    <a:lstStyle/>
                    <a:p>
                      <a:r>
                        <a:rPr sz="1650" b="1">
                          <a:solidFill>
                            <a:srgbClr val="FFFFFF"/>
                          </a:solidFill>
                          <a:latin typeface="Arial"/>
                          <a:ea typeface="Arial"/>
                          <a:cs typeface="Arial"/>
                        </a:rPr>
                        <a:t>Cách kiểm</a:t>
                      </a:r>
                    </a:p>
                  </a:txBody>
                  <a:tcPr marL="91440" marR="91440" marT="45720" marB="45720">
                    <a:solidFill>
                      <a:srgbClr val="203F68"/>
                    </a:solidFill>
                  </a:tcPr>
                </a:tc>
                <a:tc>
                  <a:txBody>
                    <a:bodyPr wrap="square" lIns="85725" tIns="57150" rIns="85725" bIns="57150">
                      <a:noAutofit/>
                    </a:bodyPr>
                    <a:lstStyle/>
                    <a:p>
                      <a:r>
                        <a:rPr sz="1650" b="1">
                          <a:solidFill>
                            <a:srgbClr val="FFFFFF"/>
                          </a:solidFill>
                          <a:latin typeface="Arial"/>
                          <a:ea typeface="Arial"/>
                          <a:cs typeface="Arial"/>
                        </a:rPr>
                        <a:t>Hiện trạng</a:t>
                      </a:r>
                    </a:p>
                  </a:txBody>
                  <a:tcPr marL="91440" marR="91440" marT="45720" marB="45720">
                    <a:solidFill>
                      <a:srgbClr val="203F68"/>
                    </a:solidFill>
                  </a:tcPr>
                </a:tc>
              </a:tr>
              <a:tr h="585788">
                <a:tc>
                  <a:txBody>
                    <a:bodyPr wrap="square" lIns="85725" tIns="57150" rIns="85725" bIns="57150">
                      <a:noAutofit/>
                    </a:bodyPr>
                    <a:lstStyle/>
                    <a:p>
                      <a:r>
                        <a:rPr sz="1650" b="0">
                          <a:solidFill>
                            <a:srgbClr val="153251"/>
                          </a:solidFill>
                          <a:latin typeface="Arial"/>
                          <a:ea typeface="Arial"/>
                          <a:cs typeface="Arial"/>
                        </a:rPr>
                        <a:t>Chất lượng</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Full-task, regression và coverage trong domain khóa</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Native chưa đo</a:t>
                      </a:r>
                    </a:p>
                  </a:txBody>
                  <a:tcPr marL="91440" marR="91440" marT="45720" marB="45720">
                    <a:solidFill>
                      <a:srgbClr val="FFFFFF"/>
                    </a:solidFill>
                  </a:tcPr>
                </a:tc>
              </a:tr>
              <a:tr h="585788">
                <a:tc>
                  <a:txBody>
                    <a:bodyPr wrap="square" lIns="85725" tIns="57150" rIns="85725" bIns="57150">
                      <a:noAutofit/>
                    </a:bodyPr>
                    <a:lstStyle/>
                    <a:p>
                      <a:r>
                        <a:rPr sz="1650" b="0">
                          <a:solidFill>
                            <a:srgbClr val="153251"/>
                          </a:solidFill>
                          <a:latin typeface="Arial"/>
                          <a:ea typeface="Arial"/>
                          <a:cs typeface="Arial"/>
                        </a:rPr>
                        <a:t>Robot data</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Roots đã dùng, cùng budget và thêm budget curve</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Chưa có saving</a:t>
                      </a:r>
                    </a:p>
                  </a:txBody>
                  <a:tcPr marL="91440" marR="91440" marT="45720" marB="45720">
                    <a:solidFill>
                      <a:srgbClr val="FFFFFF"/>
                    </a:solidFill>
                  </a:tcPr>
                </a:tc>
              </a:tr>
              <a:tr h="585788">
                <a:tc>
                  <a:txBody>
                    <a:bodyPr wrap="square" lIns="85725" tIns="57150" rIns="85725" bIns="57150">
                      <a:noAutofit/>
                    </a:bodyPr>
                    <a:lstStyle/>
                    <a:p>
                      <a:r>
                        <a:rPr sz="1650" b="0">
                          <a:solidFill>
                            <a:srgbClr val="153251"/>
                          </a:solidFill>
                          <a:latin typeface="Arial"/>
                          <a:ea typeface="Arial"/>
                          <a:cs typeface="Arial"/>
                        </a:rPr>
                        <a:t>Tổng công</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Thu/reset, bridge/generation, QA, train/retry, eval</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Ledger còn unknown</a:t>
                      </a:r>
                    </a:p>
                  </a:txBody>
                  <a:tcPr marL="91440" marR="91440" marT="45720" marB="45720">
                    <a:solidFill>
                      <a:srgbClr val="FFFFFF"/>
                    </a:solidFill>
                  </a:tcPr>
                </a:tc>
              </a:tr>
              <a:tr h="585788">
                <a:tc>
                  <a:txBody>
                    <a:bodyPr wrap="square" lIns="85725" tIns="57150" rIns="85725" bIns="57150">
                      <a:noAutofit/>
                    </a:bodyPr>
                    <a:lstStyle/>
                    <a:p>
                      <a:r>
                        <a:rPr sz="1650" b="0">
                          <a:solidFill>
                            <a:srgbClr val="153251"/>
                          </a:solidFill>
                          <a:latin typeface="Arial"/>
                          <a:ea typeface="Arial"/>
                          <a:cs typeface="Arial"/>
                        </a:rPr>
                        <a:t>Dùng lại</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Task2 cùng robot, đo reused/rebuilt components</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Chưa kiểm task2</a:t>
                      </a:r>
                    </a:p>
                  </a:txBody>
                  <a:tcPr marL="91440" marR="91440" marT="45720" marB="45720">
                    <a:solidFill>
                      <a:srgbClr val="FFFFFF"/>
                    </a:solidFill>
                  </a:tcPr>
                </a:tc>
              </a:tr>
            </a:tbl>
          </a:graphicData>
        </a:graphic>
      </p:graphicFrame>
      <p:sp>
        <p:nvSpPr>
          <p:cNvPr id="9" name="content">
            <a:extLst xmlns:a="http://schemas.openxmlformats.org/drawingml/2006/main">
              <a:ext uri="{FF2B5EF4-FFF2-40B4-BE49-F238E27FC236}">
                <a16:creationId xmlns:a16="http://schemas.microsoft.com/office/drawing/2014/main" id="{2FE39AF1-1C74-409C-947D-CFAA1E1EBED6}"/>
              </a:ext>
            </a:extLst>
          </p:cNvPr>
          <p:cNvSpPr>
            <a:spLocks xmlns:a="http://schemas.openxmlformats.org/drawingml/2006/main" noGrp="1"/>
          </p:cNvSpPr>
          <p:nvPr/>
        </p:nvSpPr>
        <p:spPr>
          <a:xfrm xmlns:a="http://schemas.openxmlformats.org/drawingml/2006/main">
            <a:off x="533400" y="4686300"/>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3251"/>
                </a:solidFill>
                <a:latin typeface="Arial"/>
                <a:ea typeface="Arial"/>
                <a:cs typeface="Arial"/>
              </a:defRPr>
            </a:pPr>
            <a:r>
              <a:rPr sz="2025" b="1">
                <a:solidFill>
                  <a:srgbClr val="153251"/>
                </a:solidFill>
                <a:latin typeface="Arial"/>
                <a:ea typeface="Arial"/>
                <a:cs typeface="Arial"/>
              </a:rPr>
              <a:t>MVP sim đề xuất ≥90% full-task. Draft final: 100 independent scene starts.</a:t>
            </a:r>
          </a:p>
        </p:txBody>
      </p:sp>
      <p:sp>
        <p:nvSpPr>
          <p:cNvPr id="10" name="content">
            <a:extLst xmlns:a="http://schemas.openxmlformats.org/drawingml/2006/main">
              <a:ext uri="{FF2B5EF4-FFF2-40B4-BE49-F238E27FC236}">
                <a16:creationId xmlns:a16="http://schemas.microsoft.com/office/drawing/2014/main" id="{5A83CC3A-4162-4376-A05D-F330C0B1563D}"/>
              </a:ext>
            </a:extLst>
          </p:cNvPr>
          <p:cNvSpPr>
            <a:spLocks xmlns:a="http://schemas.openxmlformats.org/drawingml/2006/main" noGrp="1"/>
          </p:cNvSpPr>
          <p:nvPr/>
        </p:nvSpPr>
        <p:spPr>
          <a:xfrm xmlns:a="http://schemas.openxmlformats.org/drawingml/2006/main">
            <a:off x="533400" y="5267325"/>
            <a:ext cx="1112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B637B"/>
                </a:solidFill>
                <a:latin typeface="Arial"/>
                <a:ea typeface="Arial"/>
                <a:cs typeface="Arial"/>
              </a:defRPr>
            </a:pPr>
            <a:r>
              <a:rPr sz="1725" b="0">
                <a:solidFill>
                  <a:srgbClr val="4B637B"/>
                </a:solidFill>
                <a:latin typeface="Arial"/>
                <a:ea typeface="Arial"/>
                <a:cs typeface="Arial"/>
              </a:rPr>
              <a:t>Chỉ nhận saving khi cả baseline và candidate đạt task. Setup và công lặp lại báo riêng.</a:t>
            </a:r>
          </a:p>
          <a:p xmlns:a="http://schemas.openxmlformats.org/drawingml/2006/main">
            <a:pPr algn="l">
              <a:defRPr sz="1725" b="0">
                <a:solidFill>
                  <a:srgbClr val="4B637B"/>
                </a:solidFill>
                <a:latin typeface="Arial"/>
                <a:ea typeface="Arial"/>
                <a:cs typeface="Arial"/>
              </a:defRPr>
            </a:pPr>
            <a:r>
              <a:rPr sz="1725" b="0">
                <a:solidFill>
                  <a:srgbClr val="4B637B"/>
                </a:solidFill>
                <a:latin typeface="Arial"/>
                <a:ea typeface="Arial"/>
                <a:cs typeface="Arial"/>
              </a:rPr>
              <a:t>Chi phí đầu tư, lợi ích năm và ROI cần số liệu thực tế từ task owner.</a:t>
            </a:r>
          </a:p>
        </p:txBody>
      </p:sp>
    </p:spTree>
    <p:extLst>
      <p:ext uri="{BB962C8B-B14F-4D97-AF65-F5344CB8AC3E}">
        <p14:creationId xmlns:p14="http://schemas.microsoft.com/office/powerpoint/2010/main" val="254179327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0E66604-BBD9-4DAE-9215-8F998FDA2077}"/>
              </a:ext>
            </a:extLst>
          </p:cNvPr>
          <p:cNvSpPr>
            <a:spLocks xmlns:a="http://schemas.openxmlformats.org/drawingml/2006/main" noGrp="1"/>
          </p:cNvSpPr>
          <p:nvPr>
            <p:ph type="title" idx="0"/>
          </p:nvPr>
        </p:nvSpPr>
        <p:spPr>
          <a:xfrm xmlns:a="http://schemas.openxmlformats.org/drawingml/2006/main">
            <a:off x="5905500" y="238125"/>
            <a:ext cx="5715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Lộ trình triển khai</a:t>
            </a:r>
            <a:endParaRPr/>
          </a:p>
        </p:txBody>
      </p:sp>
      <p:graphicFrame>
        <p:nvGraphicFramePr>
          <p:cNvPr id="6" name=""/>
          <p:cNvGraphicFramePr/>
          <p:nvPr/>
        </p:nvGraphicFramePr>
        <p:xfrm>
          <a:off xmlns:a="http://schemas.openxmlformats.org/drawingml/2006/main" x="533400" y="1695450"/>
          <a:ext xmlns:a="http://schemas.openxmlformats.org/drawingml/2006/main" cx="11125200" cy="3438525"/>
        </p:xfrm>
        <a:graphic xmlns:a="http://schemas.openxmlformats.org/drawingml/2006/main">
          <a:graphicData uri="http://schemas.openxmlformats.org/drawingml/2006/table">
            <a:tbl>
              <a:tblPr firstRow="1" bandRow="0"/>
              <a:tblGrid>
                <a:gridCol w="1428750"/>
                <a:gridCol w="5172075"/>
                <a:gridCol w="4524375"/>
              </a:tblGrid>
              <a:tr h="381000">
                <a:tc>
                  <a:txBody>
                    <a:bodyPr wrap="square" lIns="85725" tIns="57150" rIns="85725" bIns="57150">
                      <a:noAutofit/>
                    </a:bodyPr>
                    <a:lstStyle/>
                    <a:p>
                      <a:r>
                        <a:rPr sz="1650" b="1">
                          <a:solidFill>
                            <a:srgbClr val="FFFFFF"/>
                          </a:solidFill>
                          <a:latin typeface="Arial"/>
                          <a:ea typeface="Arial"/>
                          <a:cs typeface="Arial"/>
                        </a:rPr>
                        <a:t>Mốc</a:t>
                      </a:r>
                    </a:p>
                  </a:txBody>
                  <a:tcPr marL="91440" marR="91440" marT="45720" marB="45720">
                    <a:solidFill>
                      <a:srgbClr val="203F68"/>
                    </a:solidFill>
                  </a:tcPr>
                </a:tc>
                <a:tc>
                  <a:txBody>
                    <a:bodyPr wrap="square" lIns="85725" tIns="57150" rIns="85725" bIns="57150">
                      <a:noAutofit/>
                    </a:bodyPr>
                    <a:lstStyle/>
                    <a:p>
                      <a:r>
                        <a:rPr sz="1650" b="1">
                          <a:solidFill>
                            <a:srgbClr val="FFFFFF"/>
                          </a:solidFill>
                          <a:latin typeface="Arial"/>
                          <a:ea typeface="Arial"/>
                          <a:cs typeface="Arial"/>
                        </a:rPr>
                        <a:t>Công việc</a:t>
                      </a:r>
                    </a:p>
                  </a:txBody>
                  <a:tcPr marL="91440" marR="91440" marT="45720" marB="45720">
                    <a:solidFill>
                      <a:srgbClr val="203F68"/>
                    </a:solidFill>
                  </a:tcPr>
                </a:tc>
                <a:tc>
                  <a:txBody>
                    <a:bodyPr wrap="square" lIns="85725" tIns="57150" rIns="85725" bIns="57150">
                      <a:noAutofit/>
                    </a:bodyPr>
                    <a:lstStyle/>
                    <a:p>
                      <a:r>
                        <a:rPr sz="1650" b="1">
                          <a:solidFill>
                            <a:srgbClr val="FFFFFF"/>
                          </a:solidFill>
                          <a:latin typeface="Arial"/>
                          <a:ea typeface="Arial"/>
                          <a:cs typeface="Arial"/>
                        </a:rPr>
                        <a:t>Điều kiện qua mốc</a:t>
                      </a:r>
                    </a:p>
                  </a:txBody>
                  <a:tcPr marL="91440" marR="91440" marT="45720" marB="45720">
                    <a:solidFill>
                      <a:srgbClr val="203F68"/>
                    </a:solidFill>
                  </a:tcPr>
                </a:tc>
              </a:tr>
              <a:tr h="509588">
                <a:tc>
                  <a:txBody>
                    <a:bodyPr wrap="square" lIns="85725" tIns="57150" rIns="85725" bIns="57150">
                      <a:noAutofit/>
                    </a:bodyPr>
                    <a:lstStyle/>
                    <a:p>
                      <a:r>
                        <a:rPr sz="1650" b="0">
                          <a:solidFill>
                            <a:srgbClr val="153251"/>
                          </a:solidFill>
                          <a:latin typeface="Arial"/>
                          <a:ea typeface="Arial"/>
                          <a:cs typeface="Arial"/>
                        </a:rPr>
                        <a:t>P0</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Chốt A1, domain, native binding và nguồn lực</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Owner xác nhận, expert replay khả thi</a:t>
                      </a:r>
                    </a:p>
                  </a:txBody>
                  <a:tcPr marL="91440" marR="91440" marT="45720" marB="45720">
                    <a:solidFill>
                      <a:srgbClr val="FFFFFF"/>
                    </a:solidFill>
                  </a:tcPr>
                </a:tc>
              </a:tr>
              <a:tr h="509588">
                <a:tc>
                  <a:txBody>
                    <a:bodyPr wrap="square" lIns="85725" tIns="57150" rIns="85725" bIns="57150">
                      <a:noAutofit/>
                    </a:bodyPr>
                    <a:lstStyle/>
                    <a:p>
                      <a:r>
                        <a:rPr sz="1650" b="0">
                          <a:solidFill>
                            <a:srgbClr val="153251"/>
                          </a:solidFill>
                          <a:latin typeface="Arial"/>
                          <a:ea typeface="Arial"/>
                          <a:cs typeface="Arial"/>
                        </a:rPr>
                        <a:t>P1</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Native dataset/train/reload và closed-loop</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Baseline hữu ích, có receipts thật</a:t>
                      </a:r>
                    </a:p>
                  </a:txBody>
                  <a:tcPr marL="91440" marR="91440" marT="45720" marB="45720">
                    <a:solidFill>
                      <a:srgbClr val="FFFFFF"/>
                    </a:solidFill>
                  </a:tcPr>
                </a:tc>
              </a:tr>
              <a:tr h="509588">
                <a:tc>
                  <a:txBody>
                    <a:bodyPr wrap="square" lIns="85725" tIns="57150" rIns="85725" bIns="57150">
                      <a:noAutofit/>
                    </a:bodyPr>
                    <a:lstStyle/>
                    <a:p>
                      <a:r>
                        <a:rPr sz="1650" b="0">
                          <a:solidFill>
                            <a:srgbClr val="153251"/>
                          </a:solidFill>
                          <a:latin typeface="Arial"/>
                          <a:ea typeface="Arial"/>
                          <a:cs typeface="Arial"/>
                        </a:rPr>
                        <a:t>P2-S</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Native synthetic execution và QA</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Nhãn/contact/profile hợp lệ</a:t>
                      </a:r>
                    </a:p>
                  </a:txBody>
                  <a:tcPr marL="91440" marR="91440" marT="45720" marB="45720">
                    <a:solidFill>
                      <a:srgbClr val="FFFFFF"/>
                    </a:solidFill>
                  </a:tcPr>
                </a:tc>
              </a:tr>
              <a:tr h="509588">
                <a:tc>
                  <a:txBody>
                    <a:bodyPr wrap="square" lIns="85725" tIns="57150" rIns="85725" bIns="57150">
                      <a:noAutofit/>
                    </a:bodyPr>
                    <a:lstStyle/>
                    <a:p>
                      <a:r>
                        <a:rPr sz="1650" b="0">
                          <a:solidFill>
                            <a:srgbClr val="153251"/>
                          </a:solidFill>
                          <a:latin typeface="Arial"/>
                          <a:ea typeface="Arial"/>
                          <a:cs typeface="Arial"/>
                        </a:rPr>
                        <a:t>P2-H</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Audit human geometry và bridge pilot riêng</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Target, gradient, reload và transfer hợp lệ</a:t>
                      </a:r>
                    </a:p>
                  </a:txBody>
                  <a:tcPr marL="91440" marR="91440" marT="45720" marB="45720">
                    <a:solidFill>
                      <a:srgbClr val="FFFFFF"/>
                    </a:solidFill>
                  </a:tcPr>
                </a:tc>
              </a:tr>
              <a:tr h="509588">
                <a:tc>
                  <a:txBody>
                    <a:bodyPr wrap="square" lIns="85725" tIns="57150" rIns="85725" bIns="57150">
                      <a:noAutofit/>
                    </a:bodyPr>
                    <a:lstStyle/>
                    <a:p>
                      <a:r>
                        <a:rPr sz="1650" b="0">
                          <a:solidFill>
                            <a:srgbClr val="153251"/>
                          </a:solidFill>
                          <a:latin typeface="Arial"/>
                          <a:ea typeface="Arial"/>
                          <a:cs typeface="Arial"/>
                        </a:rPr>
                        <a:t>P3–P4</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Trace và source pilot, kiểm gain/no-gain</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Cùng robot budget, ghi toàn bộ công</a:t>
                      </a:r>
                    </a:p>
                  </a:txBody>
                  <a:tcPr marL="91440" marR="91440" marT="45720" marB="45720">
                    <a:solidFill>
                      <a:srgbClr val="FFFFFF"/>
                    </a:solidFill>
                  </a:tcPr>
                </a:tc>
              </a:tr>
              <a:tr h="509588">
                <a:tc>
                  <a:txBody>
                    <a:bodyPr wrap="square" lIns="85725" tIns="57150" rIns="85725" bIns="57150">
                      <a:noAutofit/>
                    </a:bodyPr>
                    <a:lstStyle/>
                    <a:p>
                      <a:r>
                        <a:rPr sz="1650" b="0">
                          <a:solidFill>
                            <a:srgbClr val="153251"/>
                          </a:solidFill>
                          <a:latin typeface="Arial"/>
                          <a:ea typeface="Arial"/>
                          <a:cs typeface="Arial"/>
                        </a:rPr>
                        <a:t>P5–P6</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Khóa RunPlan, freeze và independent final</a:t>
                      </a:r>
                    </a:p>
                  </a:txBody>
                  <a:tcPr marL="91440" marR="91440" marT="45720" marB="45720">
                    <a:solidFill>
                      <a:srgbClr val="FFFFFF"/>
                    </a:solidFill>
                  </a:tcPr>
                </a:tc>
                <a:tc>
                  <a:txBody>
                    <a:bodyPr wrap="square" lIns="85725" tIns="57150" rIns="85725" bIns="57150">
                      <a:noAutofit/>
                    </a:bodyPr>
                    <a:lstStyle/>
                    <a:p>
                      <a:r>
                        <a:rPr sz="1650" b="0">
                          <a:solidFill>
                            <a:srgbClr val="153251"/>
                          </a:solidFill>
                          <a:latin typeface="Arial"/>
                          <a:ea typeface="Arial"/>
                          <a:cs typeface="Arial"/>
                        </a:rPr>
                        <a:t>Quality/cost đạt, bundle có thể tái lập</a:t>
                      </a:r>
                    </a:p>
                  </a:txBody>
                  <a:tcPr marL="91440" marR="91440" marT="45720" marB="45720">
                    <a:solidFill>
                      <a:srgbClr val="FFFFFF"/>
                    </a:solidFill>
                  </a:tcPr>
                </a:tc>
              </a:tr>
            </a:tbl>
          </a:graphicData>
        </a:graphic>
      </p:graphicFrame>
      <p:sp>
        <p:nvSpPr>
          <p:cNvPr id="4" name="content">
            <a:extLst xmlns:a="http://schemas.openxmlformats.org/drawingml/2006/main">
              <a:ext uri="{FF2B5EF4-FFF2-40B4-BE49-F238E27FC236}">
                <a16:creationId xmlns:a16="http://schemas.microsoft.com/office/drawing/2014/main" id="{DAFE2441-7E95-433D-A501-8B8475B6ED28}"/>
              </a:ext>
            </a:extLst>
          </p:cNvPr>
          <p:cNvSpPr>
            <a:spLocks xmlns:a="http://schemas.openxmlformats.org/drawingml/2006/main" noGrp="1"/>
          </p:cNvSpPr>
          <p:nvPr/>
        </p:nvSpPr>
        <p:spPr>
          <a:xfrm xmlns:a="http://schemas.openxmlformats.org/drawingml/2006/main">
            <a:off x="533400" y="5429250"/>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B637B"/>
                </a:solidFill>
                <a:latin typeface="Arial"/>
                <a:ea typeface="Arial"/>
                <a:cs typeface="Arial"/>
              </a:defRPr>
            </a:pPr>
            <a:r>
              <a:rPr sz="1950" b="0">
                <a:solidFill>
                  <a:srgbClr val="4B637B"/>
                </a:solidFill>
                <a:latin typeface="Arial"/>
                <a:ea typeface="Arial"/>
                <a:cs typeface="Arial"/>
              </a:rPr>
              <a:t>Ngày triển khai phụ thuộc GPU, checkpoint, team và task owner. Chưa chốt lịch cam kết.</a:t>
            </a:r>
          </a:p>
        </p:txBody>
      </p:sp>
    </p:spTree>
    <p:extLst>
      <p:ext uri="{BB962C8B-B14F-4D97-AF65-F5344CB8AC3E}">
        <p14:creationId xmlns:p14="http://schemas.microsoft.com/office/powerpoint/2010/main" val="299883578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5117B43-6EAA-49AE-9640-96FF05605280}"/>
              </a:ext>
            </a:extLst>
          </p:cNvPr>
          <p:cNvSpPr>
            <a:spLocks xmlns:a="http://schemas.openxmlformats.org/drawingml/2006/main" noGrp="1"/>
          </p:cNvSpPr>
          <p:nvPr>
            <p:ph type="title" idx="0"/>
          </p:nvPr>
        </p:nvSpPr>
        <p:spPr>
          <a:xfrm xmlns:a="http://schemas.openxmlformats.org/drawingml/2006/main">
            <a:off x="5905500" y="238125"/>
            <a:ext cx="5715000" cy="809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Kết luận</a:t>
            </a:r>
          </a:p>
        </p:txBody>
      </p:sp>
      <p:sp>
        <p:nvSpPr>
          <p:cNvPr id="3" name="content">
            <a:extLst xmlns:a="http://schemas.openxmlformats.org/drawingml/2006/main">
              <a:ext uri="{FF2B5EF4-FFF2-40B4-BE49-F238E27FC236}">
                <a16:creationId xmlns:a16="http://schemas.microsoft.com/office/drawing/2014/main" id="{D975BECA-21F2-4BBD-9265-3A37C2E7DD49}"/>
              </a:ext>
            </a:extLst>
          </p:cNvPr>
          <p:cNvSpPr>
            <a:spLocks xmlns:a="http://schemas.openxmlformats.org/drawingml/2006/main" noGrp="1"/>
          </p:cNvSpPr>
          <p:nvPr/>
        </p:nvSpPr>
        <p:spPr>
          <a:xfrm xmlns:a="http://schemas.openxmlformats.org/drawingml/2006/main">
            <a:off x="533400" y="16383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53251"/>
                </a:solidFill>
                <a:latin typeface="Arial"/>
                <a:ea typeface="Arial"/>
                <a:cs typeface="Arial"/>
              </a:defRPr>
            </a:pPr>
            <a:r>
              <a:rPr sz="2700" b="1">
                <a:solidFill>
                  <a:srgbClr val="153251"/>
                </a:solidFill>
                <a:latin typeface="Arial"/>
                <a:ea typeface="Arial"/>
                <a:cs typeface="Arial"/>
              </a:rPr>
              <a:t>Gói kỹ năng A1 có thể kiểm tra và tái lập</a:t>
            </a:r>
          </a:p>
        </p:txBody>
      </p:sp>
      <p:sp>
        <p:nvSpPr>
          <p:cNvPr id="4" name="content">
            <a:extLst xmlns:a="http://schemas.openxmlformats.org/drawingml/2006/main">
              <a:ext uri="{FF2B5EF4-FFF2-40B4-BE49-F238E27FC236}">
                <a16:creationId xmlns:a16="http://schemas.microsoft.com/office/drawing/2014/main" id="{9D294E52-4210-442A-B0D6-21C3E2923634}"/>
              </a:ext>
            </a:extLst>
          </p:cNvPr>
          <p:cNvSpPr>
            <a:spLocks xmlns:a="http://schemas.openxmlformats.org/drawingml/2006/main" noGrp="1"/>
          </p:cNvSpPr>
          <p:nvPr/>
        </p:nvSpPr>
        <p:spPr>
          <a:xfrm xmlns:a="http://schemas.openxmlformats.org/drawingml/2006/main">
            <a:off x="533400" y="2581275"/>
            <a:ext cx="108585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251"/>
                </a:solidFill>
                <a:latin typeface="Arial"/>
                <a:ea typeface="Arial"/>
                <a:cs typeface="Arial"/>
              </a:defRPr>
            </a:pPr>
            <a:r>
              <a:rPr sz="2175" b="0">
                <a:solidFill>
                  <a:srgbClr val="153251"/>
                </a:solidFill>
                <a:latin typeface="Arial"/>
                <a:ea typeface="Arial"/>
                <a:cs typeface="Arial"/>
              </a:rPr>
              <a:t>Checkpoint đi cùng preprocessing và binding native.</a:t>
            </a:r>
          </a:p>
          <a:p xmlns:a="http://schemas.openxmlformats.org/drawingml/2006/main">
            <a:pPr algn="l">
              <a:defRPr sz="2175" b="0">
                <a:solidFill>
                  <a:srgbClr val="153251"/>
                </a:solidFill>
                <a:latin typeface="Arial"/>
                <a:ea typeface="Arial"/>
                <a:cs typeface="Arial"/>
              </a:defRPr>
            </a:pPr>
            <a:r>
              <a:rPr sz="2175" b="0">
                <a:solidFill>
                  <a:srgbClr val="153251"/>
                </a:solidFill>
                <a:latin typeface="Arial"/>
                <a:ea typeface="Arial"/>
                <a:cs typeface="Arial"/>
              </a:rPr>
              <a:t>Dataset release đi cùng QA, roots và recipe.</a:t>
            </a:r>
          </a:p>
          <a:p xmlns:a="http://schemas.openxmlformats.org/drawingml/2006/main">
            <a:pPr algn="l">
              <a:defRPr sz="2175" b="0">
                <a:solidFill>
                  <a:srgbClr val="153251"/>
                </a:solidFill>
                <a:latin typeface="Arial"/>
                <a:ea typeface="Arial"/>
                <a:cs typeface="Arial"/>
              </a:defRPr>
            </a:pPr>
            <a:r>
              <a:rPr sz="2175" b="0">
                <a:solidFill>
                  <a:srgbClr val="153251"/>
                </a:solidFill>
                <a:latin typeface="Arial"/>
                <a:ea typeface="Arial"/>
                <a:cs typeface="Arial"/>
              </a:rPr>
              <a:t>Rollout report đi cùng chất lượng và tổng công.</a:t>
            </a:r>
          </a:p>
        </p:txBody>
      </p:sp>
      <p:sp>
        <p:nvSpPr>
          <p:cNvPr id="5" name="content">
            <a:extLst xmlns:a="http://schemas.openxmlformats.org/drawingml/2006/main">
              <a:ext uri="{FF2B5EF4-FFF2-40B4-BE49-F238E27FC236}">
                <a16:creationId xmlns:a16="http://schemas.microsoft.com/office/drawing/2014/main" id="{27445D05-CAFD-4554-B489-9301842EAEF0}"/>
              </a:ext>
            </a:extLst>
          </p:cNvPr>
          <p:cNvSpPr>
            <a:spLocks xmlns:a="http://schemas.openxmlformats.org/drawingml/2006/main" noGrp="1"/>
          </p:cNvSpPr>
          <p:nvPr/>
        </p:nvSpPr>
        <p:spPr>
          <a:xfrm xmlns:a="http://schemas.openxmlformats.org/drawingml/2006/main">
            <a:off x="533400" y="46291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83"/>
                </a:solidFill>
                <a:latin typeface="Arial"/>
                <a:ea typeface="Arial"/>
                <a:cs typeface="Arial"/>
              </a:defRPr>
            </a:pPr>
            <a:r>
              <a:rPr sz="1875" b="1">
                <a:solidFill>
                  <a:srgbClr val="007F83"/>
                </a:solidFill>
                <a:latin typeface="Arial"/>
                <a:ea typeface="Arial"/>
                <a:cs typeface="Arial"/>
              </a:rPr>
              <a:t>Đã có: reference MuJoCo thu nhỏ kiểm pipeline và các gates.</a:t>
            </a:r>
          </a:p>
        </p:txBody>
      </p:sp>
      <p:sp>
        <p:nvSpPr>
          <p:cNvPr id="6" name="content">
            <a:extLst xmlns:a="http://schemas.openxmlformats.org/drawingml/2006/main">
              <a:ext uri="{FF2B5EF4-FFF2-40B4-BE49-F238E27FC236}">
                <a16:creationId xmlns:a16="http://schemas.microsoft.com/office/drawing/2014/main" id="{34E9F243-768E-48D6-9333-D1A3E56ED3B5}"/>
              </a:ext>
            </a:extLst>
          </p:cNvPr>
          <p:cNvSpPr>
            <a:spLocks xmlns:a="http://schemas.openxmlformats.org/drawingml/2006/main" noGrp="1"/>
          </p:cNvSpPr>
          <p:nvPr/>
        </p:nvSpPr>
        <p:spPr>
          <a:xfrm xmlns:a="http://schemas.openxmlformats.org/drawingml/2006/main">
            <a:off x="533400" y="5219700"/>
            <a:ext cx="1095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4B637B"/>
                </a:solidFill>
                <a:latin typeface="Arial"/>
                <a:ea typeface="Arial"/>
                <a:cs typeface="Arial"/>
              </a:defRPr>
            </a:pPr>
            <a:r>
              <a:rPr sz="1875" b="0">
                <a:solidFill>
                  <a:srgbClr val="4B637B"/>
                </a:solidFill>
                <a:latin typeface="Arial"/>
                <a:ea typeface="Arial"/>
                <a:cs typeface="Arial"/>
              </a:rPr>
              <a:t>Còn phải chứng minh: native VLA/GR1, contact-valid synthetic, human transfer,</a:t>
            </a:r>
          </a:p>
          <a:p xmlns:a="http://schemas.openxmlformats.org/drawingml/2006/main">
            <a:pPr algn="l">
              <a:defRPr sz="1875" b="0">
                <a:solidFill>
                  <a:srgbClr val="4B637B"/>
                </a:solidFill>
                <a:latin typeface="Arial"/>
                <a:ea typeface="Arial"/>
                <a:cs typeface="Arial"/>
              </a:defRPr>
            </a:pPr>
            <a:r>
              <a:rPr sz="1875" b="0">
                <a:solidFill>
                  <a:srgbClr val="4B637B"/>
                </a:solidFill>
                <a:latin typeface="Arial"/>
                <a:ea typeface="Arial"/>
                <a:cs typeface="Arial"/>
              </a:rPr>
              <a:t>quality/cost gain và công dùng lại trên task thứ hai.</a:t>
            </a:r>
          </a:p>
        </p:txBody>
      </p:sp>
    </p:spTree>
    <p:extLst>
      <p:ext uri="{BB962C8B-B14F-4D97-AF65-F5344CB8AC3E}">
        <p14:creationId xmlns:p14="http://schemas.microsoft.com/office/powerpoint/2010/main" val="257606457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5" name="Picture 4"/>
          <p:cNvPicPr>
            <a:picLocks xmlns:a="http://schemas.openxmlformats.org/drawingml/2006/main" noChangeAspect="1"/>
          </p:cNvPicPr>
          <p:nvPr/>
        </p:nvPicPr>
        <p:blipFill>
          <a:blip xmlns:r="http://schemas.openxmlformats.org/officeDocument/2006/relationships" xmlns:a="http://schemas.openxmlformats.org/drawingml/2006/main" r:embed="R96ea12ff6406444f">
            <a:lum bright="70000" contrast="-70000"/>
          </a:blip>
          <a:stretch xmlns:a="http://schemas.openxmlformats.org/drawingml/2006/main">
            <a:fillRect l="0" t="0" r="0" b="0"/>
          </a:stretch>
        </p:blipFill>
        <p:spPr>
          <a:xfrm xmlns:a="http://schemas.openxmlformats.org/drawingml/2006/main">
            <a:off x="399393" y="325821"/>
            <a:ext cx="1905000" cy="762000"/>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523E21C8-7FAA-4B9C-A29C-881D3F0BBCC9}"/>
              </a:ext>
            </a:extLst>
          </p:cNvPr>
          <p:cNvSpPr>
            <a:spLocks xmlns:a="http://schemas.openxmlformats.org/drawingml/2006/main" noGrp="1"/>
          </p:cNvSpPr>
          <p:nvPr/>
        </p:nvSpPr>
        <p:spPr>
          <a:xfrm xmlns:a="http://schemas.openxmlformats.org/drawingml/2006/main">
            <a:off x="533400" y="2571750"/>
            <a:ext cx="11125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HUMANOID SKILL LEARNING</a:t>
            </a:r>
          </a:p>
        </p:txBody>
      </p:sp>
      <p:sp>
        <p:nvSpPr>
          <p:cNvPr id="3" name="content">
            <a:extLst xmlns:a="http://schemas.openxmlformats.org/drawingml/2006/main">
              <a:ext uri="{FF2B5EF4-FFF2-40B4-BE49-F238E27FC236}">
                <a16:creationId xmlns:a16="http://schemas.microsoft.com/office/drawing/2014/main" id="{F0A535AF-98CC-440B-957D-C613F7928F67}"/>
              </a:ext>
            </a:extLst>
          </p:cNvPr>
          <p:cNvSpPr>
            <a:spLocks xmlns:a="http://schemas.openxmlformats.org/drawingml/2006/main" noGrp="1"/>
          </p:cNvSpPr>
          <p:nvPr/>
        </p:nvSpPr>
        <p:spPr>
          <a:xfrm xmlns:a="http://schemas.openxmlformats.org/drawingml/2006/main">
            <a:off x="533400" y="3762375"/>
            <a:ext cx="106680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Example A1</a:t>
            </a:r>
          </a:p>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Dữ liệu hợp lệ, phép kiểm rõ, nghiệm thu theo task</a:t>
            </a:r>
          </a:p>
        </p:txBody>
      </p:sp>
      <p:sp>
        <p:nvSpPr>
          <p:cNvPr id="4" name="content">
            <a:extLst xmlns:a="http://schemas.openxmlformats.org/drawingml/2006/main">
              <a:ext uri="{FF2B5EF4-FFF2-40B4-BE49-F238E27FC236}">
                <a16:creationId xmlns:a16="http://schemas.microsoft.com/office/drawing/2014/main" id="{5FAD1278-6CE1-406B-890B-125FDE442B49}"/>
              </a:ext>
            </a:extLst>
          </p:cNvPr>
          <p:cNvSpPr>
            <a:spLocks xmlns:a="http://schemas.openxmlformats.org/drawingml/2006/main" noGrp="1"/>
          </p:cNvSpPr>
          <p:nvPr/>
        </p:nvSpPr>
        <p:spPr>
          <a:xfrm xmlns:a="http://schemas.openxmlformats.org/drawingml/2006/main">
            <a:off x="533400" y="598170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Bản trình bày để review</a:t>
            </a:r>
          </a:p>
        </p:txBody>
      </p:sp>
    </p:spTree>
    <p:extLst>
      <p:ext uri="{BB962C8B-B14F-4D97-AF65-F5344CB8AC3E}">
        <p14:creationId xmlns:p14="http://schemas.microsoft.com/office/powerpoint/2010/main" val="3227053419"/>
      </p:ext>
    </p:extLst>
  </p:cSld>
</p:sld>
</file>

<file path=ppt/theme/theme1.xml><?xml version="1.0" encoding="utf-8"?>
<a:theme xmlns:a="http://schemas.openxmlformats.org/drawingml/2006/main" name="DENSO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2026-10-05T16:10:49.8470000Z</dcterms:created>
  <dcterms:modified xsi:type="dcterms:W3CDTF">2026-10-05T16:10:49.8470000Z</dcterms:modified>
</coreProperties>
</file>